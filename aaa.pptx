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1.xml" ContentType="application/xml"/>
  <Override PartName="/customXml/itemProps1.xml" ContentType="application/vnd.openxmlformats-officedocument.customXmlProperties+xml"/>
  <Override PartName="/customXml/item2.xml" ContentType="application/xml"/>
  <Override PartName="/customXml/_rels/item3.xml.rels" ContentType="application/vnd.openxmlformats-package.relationships+xml"/>
  <Override PartName="/customXml/_rels/item2.xml.rels" ContentType="application/vnd.openxmlformats-package.relationships+xml"/>
  <Override PartName="/customXml/_rels/item1.xml.rels" ContentType="application/vnd.openxmlformats-package.relationships+xml"/>
  <Override PartName="/customXml/itemProps2.xml" ContentType="application/vnd.openxmlformats-officedocument.customXmlProperties+xml"/>
  <Override PartName="/customXml/item3.xml" ContentType="application/xml"/>
  <Override PartName="/customXml/itemProps3.xml" ContentType="application/vnd.openxmlformats-officedocument.customXml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s/slide1.xml" ContentType="application/vnd.openxmlformats-officedocument.presentationml.slide+xml"/>
  <Override PartName="/ppt/slides/_rels/slide9.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_rels/presentation.xml.rels" ContentType="application/vnd.openxmlformats-package.relationships+xml"/>
  <Override PartName="/ppt/media/image13.emf" ContentType="image/x-emf"/>
  <Override PartName="/ppt/media/image9.emf" ContentType="image/x-emf"/>
  <Override PartName="/ppt/media/image12.emf" ContentType="image/x-emf"/>
  <Override PartName="/ppt/media/image16.png" ContentType="image/png"/>
  <Override PartName="/ppt/media/image15.png" ContentType="image/png"/>
  <Override PartName="/ppt/media/image8.emf" ContentType="image/x-emf"/>
  <Override PartName="/ppt/media/image14.png" ContentType="image/png"/>
  <Override PartName="/ppt/media/image7.emf" ContentType="image/x-emf"/>
  <Override PartName="/ppt/media/image11.emf" ContentType="image/x-emf"/>
  <Override PartName="/ppt/media/image1.png" ContentType="image/png"/>
  <Override PartName="/ppt/media/image2.png" ContentType="image/png"/>
  <Override PartName="/ppt/media/image3.png" ContentType="image/png"/>
  <Override PartName="/ppt/media/image4.png" ContentType="image/png"/>
  <Override PartName="/ppt/media/image5.emf" ContentType="image/x-emf"/>
  <Override PartName="/ppt/media/image6.emf" ContentType="image/x-emf"/>
  <Override PartName="/ppt/media/image10.emf" ContentType="image/x-emf"/>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タイトル スライド">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1523880" y="1122480"/>
            <a:ext cx="9143640" cy="2387160"/>
          </a:xfrm>
          <a:prstGeom prst="rect">
            <a:avLst/>
          </a:prstGeom>
          <a:noFill/>
          <a:ln w="0">
            <a:noFill/>
          </a:ln>
        </p:spPr>
        <p:txBody>
          <a:bodyPr lIns="91440" rIns="91440" tIns="45720" bIns="45720" anchor="b">
            <a:noAutofit/>
          </a:bodyPr>
          <a:p>
            <a:pPr indent="0" algn="ctr" defTabSz="914400">
              <a:lnSpc>
                <a:spcPct val="90000"/>
              </a:lnSpc>
              <a:buNone/>
            </a:pPr>
            <a:r>
              <a:rPr b="0" lang="ja-JP" sz="6000" strike="noStrike" u="none">
                <a:solidFill>
                  <a:schemeClr val="dk1"/>
                </a:solidFill>
                <a:effectLst/>
                <a:uFillTx/>
                <a:latin typeface="Aptos Display"/>
              </a:rPr>
              <a:t>マスター タイトルの</a:t>
            </a:r>
            <a:r>
              <a:rPr b="0" lang="ja-JP" sz="6000" strike="noStrike" u="none">
                <a:solidFill>
                  <a:schemeClr val="dk1"/>
                </a:solidFill>
                <a:effectLst/>
                <a:uFillTx/>
                <a:latin typeface="Aptos Display"/>
              </a:rPr>
              <a:t>書式設定</a:t>
            </a:r>
            <a:endParaRPr b="0" lang="en-US" sz="6000" strike="noStrike" u="none">
              <a:solidFill>
                <a:schemeClr val="dk1"/>
              </a:solidFill>
              <a:effectLst/>
              <a:uFillTx/>
              <a:latin typeface="Aptos"/>
            </a:endParaRPr>
          </a:p>
        </p:txBody>
      </p:sp>
      <p:sp>
        <p:nvSpPr>
          <p:cNvPr id="1" name="PlaceHolder 2"/>
          <p:cNvSpPr>
            <a:spLocks noGrp="1"/>
          </p:cNvSpPr>
          <p:nvPr>
            <p:ph type="dt" idx="1"/>
          </p:nvPr>
        </p:nvSpPr>
        <p:spPr>
          <a:xfrm>
            <a:off x="838080" y="6356520"/>
            <a:ext cx="274284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trike="noStrike" u="none">
                <a:solidFill>
                  <a:schemeClr val="dk1">
                    <a:tint val="82000"/>
                  </a:schemeClr>
                </a:solidFill>
                <a:effectLst/>
                <a:uFillTx/>
                <a:latin typeface="Aptos"/>
              </a:defRPr>
            </a:lvl1pPr>
          </a:lstStyle>
          <a:p>
            <a:pPr indent="0" defTabSz="457200">
              <a:lnSpc>
                <a:spcPct val="100000"/>
              </a:lnSpc>
              <a:buNone/>
            </a:pPr>
            <a:r>
              <a:rPr b="0" lang="en-US" sz="1200" strike="noStrike" u="none">
                <a:solidFill>
                  <a:schemeClr val="dk1">
                    <a:tint val="82000"/>
                  </a:schemeClr>
                </a:solidFill>
                <a:effectLst/>
                <a:uFillTx/>
                <a:latin typeface="Aptos"/>
              </a:rPr>
              <a:t>&lt;日付/時刻&gt;</a:t>
            </a:r>
            <a:endParaRPr b="0" lang="en-US" sz="1200" strike="noStrike" u="none">
              <a:solidFill>
                <a:srgbClr val="000000"/>
              </a:solidFill>
              <a:effectLst/>
              <a:uFillTx/>
              <a:latin typeface="Noto Serif CJK JP"/>
            </a:endParaRPr>
          </a:p>
        </p:txBody>
      </p:sp>
      <p:sp>
        <p:nvSpPr>
          <p:cNvPr id="2" name="PlaceHolder 3"/>
          <p:cNvSpPr>
            <a:spLocks noGrp="1"/>
          </p:cNvSpPr>
          <p:nvPr>
            <p:ph type="ftr" idx="2"/>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Noto Serif CJK JP"/>
              </a:defRPr>
            </a:lvl1pPr>
          </a:lstStyle>
          <a:p>
            <a:pPr indent="0" algn="ctr">
              <a:buNone/>
            </a:pPr>
            <a:r>
              <a:rPr b="0" lang="en-US" sz="1400" strike="noStrike" u="none">
                <a:solidFill>
                  <a:srgbClr val="000000"/>
                </a:solidFill>
                <a:effectLst/>
                <a:uFillTx/>
                <a:latin typeface="Noto Serif CJK JP"/>
              </a:rPr>
              <a:t>&lt;フッター&gt;</a:t>
            </a:r>
            <a:endParaRPr b="0" lang="en-US" sz="1400" strike="noStrike" u="none">
              <a:solidFill>
                <a:srgbClr val="000000"/>
              </a:solidFill>
              <a:effectLst/>
              <a:uFillTx/>
              <a:latin typeface="Noto Serif CJK JP"/>
            </a:endParaRPr>
          </a:p>
        </p:txBody>
      </p:sp>
      <p:sp>
        <p:nvSpPr>
          <p:cNvPr id="3" name="PlaceHolder 4"/>
          <p:cNvSpPr>
            <a:spLocks noGrp="1"/>
          </p:cNvSpPr>
          <p:nvPr>
            <p:ph type="sldNum" idx="3"/>
          </p:nvPr>
        </p:nvSpPr>
        <p:spPr>
          <a:xfrm>
            <a:off x="8610480" y="63565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trike="noStrike" u="none">
                <a:solidFill>
                  <a:schemeClr val="dk1">
                    <a:tint val="82000"/>
                  </a:schemeClr>
                </a:solidFill>
                <a:effectLst/>
                <a:uFillTx/>
                <a:latin typeface="Aptos"/>
              </a:defRPr>
            </a:lvl1pPr>
          </a:lstStyle>
          <a:p>
            <a:pPr indent="0" algn="r" defTabSz="457200">
              <a:lnSpc>
                <a:spcPct val="100000"/>
              </a:lnSpc>
              <a:buNone/>
            </a:pPr>
            <a:fld id="{1A47E786-46A6-4DBD-B012-E9B48CD45CE1}" type="slidenum">
              <a:rPr b="0" lang="en-US" sz="1200" strike="noStrike" u="none">
                <a:solidFill>
                  <a:schemeClr val="dk1">
                    <a:tint val="82000"/>
                  </a:schemeClr>
                </a:solidFill>
                <a:effectLst/>
                <a:uFillTx/>
                <a:latin typeface="Aptos"/>
              </a:rPr>
              <a:t>&lt;番号&gt;</a:t>
            </a:fld>
            <a:endParaRPr b="0" lang="en-US" sz="1200" strike="noStrike" u="none">
              <a:solidFill>
                <a:srgbClr val="000000"/>
              </a:solidFill>
              <a:effectLst/>
              <a:uFillTx/>
              <a:latin typeface="Noto Serif CJK JP"/>
            </a:endParaRP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ja-JP" sz="2800" strike="noStrike" u="none">
                <a:solidFill>
                  <a:schemeClr val="dk1"/>
                </a:solidFill>
                <a:effectLst/>
                <a:uFillTx/>
                <a:latin typeface="Aptos"/>
              </a:rPr>
              <a:t>クリックしてアウトラインのテキストを編集</a:t>
            </a:r>
            <a:endParaRPr b="0" lang="en-US" sz="2800" strike="noStrike" u="none">
              <a:solidFill>
                <a:schemeClr val="dk1"/>
              </a:solidFill>
              <a:effectLst/>
              <a:uFillTx/>
              <a:latin typeface="Aptos"/>
            </a:endParaRPr>
          </a:p>
          <a:p>
            <a:pPr lvl="1" marL="864000" indent="-324000">
              <a:lnSpc>
                <a:spcPct val="90000"/>
              </a:lnSpc>
              <a:spcBef>
                <a:spcPts val="1134"/>
              </a:spcBef>
              <a:buClr>
                <a:srgbClr val="000000"/>
              </a:buClr>
              <a:buSzPct val="75000"/>
              <a:buFont typeface="Symbol" charset="2"/>
              <a:buChar char=""/>
            </a:pPr>
            <a:r>
              <a:rPr b="0" lang="ja-JP" sz="2000" strike="noStrike" u="none">
                <a:solidFill>
                  <a:schemeClr val="dk1"/>
                </a:solidFill>
                <a:effectLst/>
                <a:uFillTx/>
                <a:latin typeface="Aptos"/>
              </a:rPr>
              <a:t>第</a:t>
            </a:r>
            <a:r>
              <a:rPr b="0" lang="en-US" sz="2000" strike="noStrike" u="none">
                <a:solidFill>
                  <a:schemeClr val="dk1"/>
                </a:solidFill>
                <a:effectLst/>
                <a:uFillTx/>
                <a:latin typeface="Aptos"/>
              </a:rPr>
              <a:t>2</a:t>
            </a:r>
            <a:r>
              <a:rPr b="0" lang="ja-JP" sz="2000" strike="noStrike" u="none">
                <a:solidFill>
                  <a:schemeClr val="dk1"/>
                </a:solidFill>
                <a:effectLst/>
                <a:uFillTx/>
                <a:latin typeface="Aptos"/>
              </a:rPr>
              <a:t>レベル アウトライン</a:t>
            </a:r>
            <a:endParaRPr b="0" lang="en-US" sz="2000" strike="noStrike" u="none">
              <a:solidFill>
                <a:schemeClr val="dk1"/>
              </a:solidFill>
              <a:effectLst/>
              <a:uFillTx/>
              <a:latin typeface="Aptos"/>
            </a:endParaRPr>
          </a:p>
          <a:p>
            <a:pPr lvl="2" marL="1296000" indent="-288000">
              <a:lnSpc>
                <a:spcPct val="90000"/>
              </a:lnSpc>
              <a:spcBef>
                <a:spcPts val="850"/>
              </a:spcBef>
              <a:buClr>
                <a:srgbClr val="000000"/>
              </a:buClr>
              <a:buSzPct val="45000"/>
              <a:buFont typeface="Wingdings" charset="2"/>
              <a:buChar char=""/>
            </a:pPr>
            <a:r>
              <a:rPr b="0" lang="ja-JP" sz="1800" strike="noStrike" u="none">
                <a:solidFill>
                  <a:schemeClr val="dk1"/>
                </a:solidFill>
                <a:effectLst/>
                <a:uFillTx/>
                <a:latin typeface="Aptos"/>
              </a:rPr>
              <a:t>第</a:t>
            </a:r>
            <a:r>
              <a:rPr b="0" lang="en-US" sz="1800" strike="noStrike" u="none">
                <a:solidFill>
                  <a:schemeClr val="dk1"/>
                </a:solidFill>
                <a:effectLst/>
                <a:uFillTx/>
                <a:latin typeface="Aptos"/>
              </a:rPr>
              <a:t>3</a:t>
            </a:r>
            <a:r>
              <a:rPr b="0" lang="ja-JP" sz="1800" strike="noStrike" u="none">
                <a:solidFill>
                  <a:schemeClr val="dk1"/>
                </a:solidFill>
                <a:effectLst/>
                <a:uFillTx/>
                <a:latin typeface="Aptos"/>
              </a:rPr>
              <a:t>レベル アウトライン</a:t>
            </a:r>
            <a:endParaRPr b="0" lang="en-US" sz="1800" strike="noStrike" u="none">
              <a:solidFill>
                <a:schemeClr val="dk1"/>
              </a:solidFill>
              <a:effectLst/>
              <a:uFillTx/>
              <a:latin typeface="Aptos"/>
            </a:endParaRPr>
          </a:p>
          <a:p>
            <a:pPr lvl="3" marL="1728000" indent="-216000">
              <a:lnSpc>
                <a:spcPct val="90000"/>
              </a:lnSpc>
              <a:spcBef>
                <a:spcPts val="567"/>
              </a:spcBef>
              <a:buClr>
                <a:srgbClr val="000000"/>
              </a:buClr>
              <a:buSzPct val="75000"/>
              <a:buFont typeface="Symbol" charset="2"/>
              <a:buChar char=""/>
            </a:pPr>
            <a:r>
              <a:rPr b="0" lang="ja-JP" sz="1800" strike="noStrike" u="none">
                <a:solidFill>
                  <a:schemeClr val="dk1"/>
                </a:solidFill>
                <a:effectLst/>
                <a:uFillTx/>
                <a:latin typeface="Aptos"/>
              </a:rPr>
              <a:t>第</a:t>
            </a:r>
            <a:r>
              <a:rPr b="0" lang="en-US" sz="1800" strike="noStrike" u="none">
                <a:solidFill>
                  <a:schemeClr val="dk1"/>
                </a:solidFill>
                <a:effectLst/>
                <a:uFillTx/>
                <a:latin typeface="Aptos"/>
              </a:rPr>
              <a:t>4</a:t>
            </a:r>
            <a:r>
              <a:rPr b="0" lang="ja-JP" sz="1800" strike="noStrike" u="none">
                <a:solidFill>
                  <a:schemeClr val="dk1"/>
                </a:solidFill>
                <a:effectLst/>
                <a:uFillTx/>
                <a:latin typeface="Aptos"/>
              </a:rPr>
              <a:t>レベル アウトライン</a:t>
            </a:r>
            <a:endParaRPr b="0" lang="en-US" sz="1800" strike="noStrike" u="none">
              <a:solidFill>
                <a:schemeClr val="dk1"/>
              </a:solidFill>
              <a:effectLst/>
              <a:uFillTx/>
              <a:latin typeface="Aptos"/>
            </a:endParaRPr>
          </a:p>
          <a:p>
            <a:pPr lvl="4" marL="2160000" indent="-216000">
              <a:lnSpc>
                <a:spcPct val="90000"/>
              </a:lnSpc>
              <a:spcBef>
                <a:spcPts val="283"/>
              </a:spcBef>
              <a:buClr>
                <a:srgbClr val="000000"/>
              </a:buClr>
              <a:buSzPct val="45000"/>
              <a:buFont typeface="Wingdings" charset="2"/>
              <a:buChar char=""/>
            </a:pPr>
            <a:r>
              <a:rPr b="0" lang="ja-JP" sz="2000" strike="noStrike" u="none">
                <a:solidFill>
                  <a:schemeClr val="dk1"/>
                </a:solidFill>
                <a:effectLst/>
                <a:uFillTx/>
                <a:latin typeface="Aptos"/>
              </a:rPr>
              <a:t>第</a:t>
            </a:r>
            <a:r>
              <a:rPr b="0" lang="en-US" sz="2000" strike="noStrike" u="none">
                <a:solidFill>
                  <a:schemeClr val="dk1"/>
                </a:solidFill>
                <a:effectLst/>
                <a:uFillTx/>
                <a:latin typeface="Aptos"/>
              </a:rPr>
              <a:t>5</a:t>
            </a:r>
            <a:r>
              <a:rPr b="0" lang="ja-JP" sz="2000" strike="noStrike" u="none">
                <a:solidFill>
                  <a:schemeClr val="dk1"/>
                </a:solidFill>
                <a:effectLst/>
                <a:uFillTx/>
                <a:latin typeface="Aptos"/>
              </a:rPr>
              <a:t>レベル アウトライン</a:t>
            </a:r>
            <a:endParaRPr b="0" lang="en-US" sz="2000" strike="noStrike" u="none">
              <a:solidFill>
                <a:schemeClr val="dk1"/>
              </a:solidFill>
              <a:effectLst/>
              <a:uFillTx/>
              <a:latin typeface="Aptos"/>
            </a:endParaRPr>
          </a:p>
          <a:p>
            <a:pPr lvl="5" marL="2592000" indent="-216000">
              <a:lnSpc>
                <a:spcPct val="90000"/>
              </a:lnSpc>
              <a:spcBef>
                <a:spcPts val="283"/>
              </a:spcBef>
              <a:buClr>
                <a:srgbClr val="000000"/>
              </a:buClr>
              <a:buSzPct val="45000"/>
              <a:buFont typeface="Wingdings" charset="2"/>
              <a:buChar char=""/>
            </a:pPr>
            <a:r>
              <a:rPr b="0" lang="ja-JP" sz="2000" strike="noStrike" u="none">
                <a:solidFill>
                  <a:schemeClr val="dk1"/>
                </a:solidFill>
                <a:effectLst/>
                <a:uFillTx/>
                <a:latin typeface="Aptos"/>
              </a:rPr>
              <a:t>第</a:t>
            </a:r>
            <a:r>
              <a:rPr b="0" lang="en-US" sz="2000" strike="noStrike" u="none">
                <a:solidFill>
                  <a:schemeClr val="dk1"/>
                </a:solidFill>
                <a:effectLst/>
                <a:uFillTx/>
                <a:latin typeface="Aptos"/>
              </a:rPr>
              <a:t>6</a:t>
            </a:r>
            <a:r>
              <a:rPr b="0" lang="ja-JP" sz="2000" strike="noStrike" u="none">
                <a:solidFill>
                  <a:schemeClr val="dk1"/>
                </a:solidFill>
                <a:effectLst/>
                <a:uFillTx/>
                <a:latin typeface="Aptos"/>
              </a:rPr>
              <a:t>レベル アウトライン</a:t>
            </a:r>
            <a:endParaRPr b="0" lang="en-US" sz="2000" strike="noStrike" u="none">
              <a:solidFill>
                <a:schemeClr val="dk1"/>
              </a:solidFill>
              <a:effectLst/>
              <a:uFillTx/>
              <a:latin typeface="Aptos"/>
            </a:endParaRPr>
          </a:p>
          <a:p>
            <a:pPr lvl="6" marL="3024000" indent="-216000">
              <a:lnSpc>
                <a:spcPct val="90000"/>
              </a:lnSpc>
              <a:spcBef>
                <a:spcPts val="283"/>
              </a:spcBef>
              <a:buClr>
                <a:srgbClr val="000000"/>
              </a:buClr>
              <a:buSzPct val="45000"/>
              <a:buFont typeface="Wingdings" charset="2"/>
              <a:buChar char=""/>
            </a:pPr>
            <a:r>
              <a:rPr b="0" lang="ja-JP" sz="2000" strike="noStrike" u="none">
                <a:solidFill>
                  <a:schemeClr val="dk1"/>
                </a:solidFill>
                <a:effectLst/>
                <a:uFillTx/>
                <a:latin typeface="Aptos"/>
              </a:rPr>
              <a:t>第</a:t>
            </a:r>
            <a:r>
              <a:rPr b="0" lang="en-US" sz="2000" strike="noStrike" u="none">
                <a:solidFill>
                  <a:schemeClr val="dk1"/>
                </a:solidFill>
                <a:effectLst/>
                <a:uFillTx/>
                <a:latin typeface="Aptos"/>
              </a:rPr>
              <a:t>7</a:t>
            </a:r>
            <a:r>
              <a:rPr b="0" lang="ja-JP" sz="2000" strike="noStrike" u="none">
                <a:solidFill>
                  <a:schemeClr val="dk1"/>
                </a:solidFill>
                <a:effectLst/>
                <a:uFillTx/>
                <a:latin typeface="Aptos"/>
              </a:rPr>
              <a:t>レベル アウトライン</a:t>
            </a:r>
            <a:endParaRPr b="0" lang="en-US" sz="2000" strike="noStrike" u="none">
              <a:solidFill>
                <a:schemeClr val="dk1"/>
              </a:solidFill>
              <a:effectLst/>
              <a:uFillTx/>
              <a:latin typeface="Aptos"/>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タイトルと縦書きテキスト">
    <p:bg>
      <p:bgPr>
        <a:solidFill>
          <a:srgbClr val="ffffff"/>
        </a:solidFill>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ja-JP" sz="4400" strike="noStrike" u="none">
                <a:solidFill>
                  <a:schemeClr val="dk1"/>
                </a:solidFill>
                <a:effectLst/>
                <a:uFillTx/>
                <a:latin typeface="Aptos Display"/>
              </a:rPr>
              <a:t>マスター タイトルの書式設定</a:t>
            </a:r>
            <a:endParaRPr b="0" lang="en-US" sz="4400" strike="noStrike" u="none">
              <a:solidFill>
                <a:schemeClr val="dk1"/>
              </a:solidFill>
              <a:effectLst/>
              <a:uFillTx/>
              <a:latin typeface="Aptos"/>
            </a:endParaRPr>
          </a:p>
        </p:txBody>
      </p:sp>
      <p:sp>
        <p:nvSpPr>
          <p:cNvPr id="6" name="PlaceHolder 2"/>
          <p:cNvSpPr>
            <a:spLocks noGrp="1"/>
          </p:cNvSpPr>
          <p:nvPr>
            <p:ph type="body"/>
          </p:nvPr>
        </p:nvSpPr>
        <p:spPr>
          <a:xfrm>
            <a:off x="838080" y="1825560"/>
            <a:ext cx="10515240" cy="435096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b="0" lang="ja-JP" sz="2800" strike="noStrike" u="none">
                <a:solidFill>
                  <a:schemeClr val="dk1"/>
                </a:solidFill>
                <a:effectLst/>
                <a:uFillTx/>
                <a:latin typeface="Aptos"/>
              </a:rPr>
              <a:t>マスター テキストの書式設定</a:t>
            </a:r>
            <a:endParaRPr b="0" lang="en-US" sz="2800" strike="noStrike" u="none">
              <a:solidFill>
                <a:schemeClr val="dk1"/>
              </a:solidFill>
              <a:effectLst/>
              <a:uFillTx/>
              <a:latin typeface="Aptos"/>
            </a:endParaRPr>
          </a:p>
          <a:p>
            <a:pPr lvl="1" marL="685800" indent="-228600" defTabSz="914400">
              <a:lnSpc>
                <a:spcPct val="90000"/>
              </a:lnSpc>
              <a:spcBef>
                <a:spcPts val="499"/>
              </a:spcBef>
              <a:buClr>
                <a:srgbClr val="000000"/>
              </a:buClr>
              <a:buFont typeface="Arial"/>
              <a:buChar char="•"/>
            </a:pPr>
            <a:r>
              <a:rPr b="0" lang="ja-JP" sz="2400" strike="noStrike" u="none">
                <a:solidFill>
                  <a:schemeClr val="dk1"/>
                </a:solidFill>
                <a:effectLst/>
                <a:uFillTx/>
                <a:latin typeface="Aptos"/>
              </a:rPr>
              <a:t>第 </a:t>
            </a:r>
            <a:r>
              <a:rPr b="0" lang="en-US" sz="2400" strike="noStrike" u="none">
                <a:solidFill>
                  <a:schemeClr val="dk1"/>
                </a:solidFill>
                <a:effectLst/>
                <a:uFillTx/>
                <a:latin typeface="Aptos"/>
              </a:rPr>
              <a:t>2 </a:t>
            </a:r>
            <a:r>
              <a:rPr b="0" lang="ja-JP" sz="2400" strike="noStrike" u="none">
                <a:solidFill>
                  <a:schemeClr val="dk1"/>
                </a:solidFill>
                <a:effectLst/>
                <a:uFillTx/>
                <a:latin typeface="Aptos"/>
              </a:rPr>
              <a:t>レベル</a:t>
            </a:r>
            <a:endParaRPr b="0" lang="en-US" sz="2400" strike="noStrike" u="none">
              <a:solidFill>
                <a:schemeClr val="dk1"/>
              </a:solidFill>
              <a:effectLst/>
              <a:uFillTx/>
              <a:latin typeface="Aptos"/>
            </a:endParaRPr>
          </a:p>
          <a:p>
            <a:pPr lvl="2" marL="1143000" indent="-228600" defTabSz="914400">
              <a:lnSpc>
                <a:spcPct val="90000"/>
              </a:lnSpc>
              <a:spcBef>
                <a:spcPts val="499"/>
              </a:spcBef>
              <a:buClr>
                <a:srgbClr val="000000"/>
              </a:buClr>
              <a:buFont typeface="Arial"/>
              <a:buChar char="•"/>
            </a:pPr>
            <a:r>
              <a:rPr b="0" lang="ja-JP" sz="2000" strike="noStrike" u="none">
                <a:solidFill>
                  <a:schemeClr val="dk1"/>
                </a:solidFill>
                <a:effectLst/>
                <a:uFillTx/>
                <a:latin typeface="Aptos"/>
              </a:rPr>
              <a:t>第 </a:t>
            </a:r>
            <a:r>
              <a:rPr b="0" lang="en-US" sz="2000" strike="noStrike" u="none">
                <a:solidFill>
                  <a:schemeClr val="dk1"/>
                </a:solidFill>
                <a:effectLst/>
                <a:uFillTx/>
                <a:latin typeface="Aptos"/>
              </a:rPr>
              <a:t>3 </a:t>
            </a:r>
            <a:r>
              <a:rPr b="0" lang="ja-JP" sz="2000" strike="noStrike" u="none">
                <a:solidFill>
                  <a:schemeClr val="dk1"/>
                </a:solidFill>
                <a:effectLst/>
                <a:uFillTx/>
                <a:latin typeface="Aptos"/>
              </a:rPr>
              <a:t>レベル</a:t>
            </a:r>
            <a:endParaRPr b="0" lang="en-US" sz="2000" strike="noStrike" u="none">
              <a:solidFill>
                <a:schemeClr val="dk1"/>
              </a:solidFill>
              <a:effectLst/>
              <a:uFillTx/>
              <a:latin typeface="Aptos"/>
            </a:endParaRPr>
          </a:p>
          <a:p>
            <a:pPr lvl="3" marL="1600200" indent="-228600" defTabSz="914400">
              <a:lnSpc>
                <a:spcPct val="90000"/>
              </a:lnSpc>
              <a:spcBef>
                <a:spcPts val="499"/>
              </a:spcBef>
              <a:buClr>
                <a:srgbClr val="000000"/>
              </a:buClr>
              <a:buFont typeface="Arial"/>
              <a:buChar char="•"/>
            </a:pPr>
            <a:r>
              <a:rPr b="0" lang="ja-JP" sz="1800" strike="noStrike" u="none">
                <a:solidFill>
                  <a:schemeClr val="dk1"/>
                </a:solidFill>
                <a:effectLst/>
                <a:uFillTx/>
                <a:latin typeface="Aptos"/>
              </a:rPr>
              <a:t>第 </a:t>
            </a:r>
            <a:r>
              <a:rPr b="0" lang="en-US" sz="1800" strike="noStrike" u="none">
                <a:solidFill>
                  <a:schemeClr val="dk1"/>
                </a:solidFill>
                <a:effectLst/>
                <a:uFillTx/>
                <a:latin typeface="Aptos"/>
              </a:rPr>
              <a:t>4 </a:t>
            </a:r>
            <a:r>
              <a:rPr b="0" lang="ja-JP" sz="1800" strike="noStrike" u="none">
                <a:solidFill>
                  <a:schemeClr val="dk1"/>
                </a:solidFill>
                <a:effectLst/>
                <a:uFillTx/>
                <a:latin typeface="Aptos"/>
              </a:rPr>
              <a:t>レベル</a:t>
            </a:r>
            <a:endParaRPr b="0" lang="en-US" sz="1800" strike="noStrike" u="none">
              <a:solidFill>
                <a:schemeClr val="dk1"/>
              </a:solidFill>
              <a:effectLst/>
              <a:uFillTx/>
              <a:latin typeface="Aptos"/>
            </a:endParaRPr>
          </a:p>
          <a:p>
            <a:pPr lvl="4" marL="2057400" indent="-228600" defTabSz="914400">
              <a:lnSpc>
                <a:spcPct val="90000"/>
              </a:lnSpc>
              <a:spcBef>
                <a:spcPts val="499"/>
              </a:spcBef>
              <a:buClr>
                <a:srgbClr val="000000"/>
              </a:buClr>
              <a:buFont typeface="Arial"/>
              <a:buChar char="•"/>
            </a:pPr>
            <a:r>
              <a:rPr b="0" lang="ja-JP" sz="1800" strike="noStrike" u="none">
                <a:solidFill>
                  <a:schemeClr val="dk1"/>
                </a:solidFill>
                <a:effectLst/>
                <a:uFillTx/>
                <a:latin typeface="Aptos"/>
              </a:rPr>
              <a:t>第 </a:t>
            </a:r>
            <a:r>
              <a:rPr b="0" lang="en-US" sz="1800" strike="noStrike" u="none">
                <a:solidFill>
                  <a:schemeClr val="dk1"/>
                </a:solidFill>
                <a:effectLst/>
                <a:uFillTx/>
                <a:latin typeface="Aptos"/>
              </a:rPr>
              <a:t>5 </a:t>
            </a:r>
            <a:r>
              <a:rPr b="0" lang="ja-JP" sz="1800" strike="noStrike" u="none">
                <a:solidFill>
                  <a:schemeClr val="dk1"/>
                </a:solidFill>
                <a:effectLst/>
                <a:uFillTx/>
                <a:latin typeface="Aptos"/>
              </a:rPr>
              <a:t>レベル</a:t>
            </a:r>
            <a:endParaRPr b="0" lang="en-US" sz="1800" strike="noStrike" u="none">
              <a:solidFill>
                <a:schemeClr val="dk1"/>
              </a:solidFill>
              <a:effectLst/>
              <a:uFillTx/>
              <a:latin typeface="Aptos"/>
            </a:endParaRPr>
          </a:p>
        </p:txBody>
      </p:sp>
      <p:sp>
        <p:nvSpPr>
          <p:cNvPr id="7" name="PlaceHolder 3"/>
          <p:cNvSpPr>
            <a:spLocks noGrp="1"/>
          </p:cNvSpPr>
          <p:nvPr>
            <p:ph type="dt" idx="4"/>
          </p:nvPr>
        </p:nvSpPr>
        <p:spPr>
          <a:xfrm>
            <a:off x="838080" y="6356520"/>
            <a:ext cx="274284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trike="noStrike" u="none">
                <a:solidFill>
                  <a:schemeClr val="dk1">
                    <a:tint val="82000"/>
                  </a:schemeClr>
                </a:solidFill>
                <a:effectLst/>
                <a:uFillTx/>
                <a:latin typeface="Aptos"/>
              </a:defRPr>
            </a:lvl1pPr>
          </a:lstStyle>
          <a:p>
            <a:pPr indent="0" defTabSz="457200">
              <a:lnSpc>
                <a:spcPct val="100000"/>
              </a:lnSpc>
              <a:buNone/>
            </a:pPr>
            <a:r>
              <a:rPr b="0" lang="en-US" sz="1200" strike="noStrike" u="none">
                <a:solidFill>
                  <a:schemeClr val="dk1">
                    <a:tint val="82000"/>
                  </a:schemeClr>
                </a:solidFill>
                <a:effectLst/>
                <a:uFillTx/>
                <a:latin typeface="Aptos"/>
              </a:rPr>
              <a:t>&lt;日付/時刻&gt;</a:t>
            </a:r>
            <a:endParaRPr b="0" lang="en-US" sz="1200" strike="noStrike" u="none">
              <a:solidFill>
                <a:srgbClr val="000000"/>
              </a:solidFill>
              <a:effectLst/>
              <a:uFillTx/>
              <a:latin typeface="Noto Serif CJK JP"/>
            </a:endParaRPr>
          </a:p>
        </p:txBody>
      </p:sp>
      <p:sp>
        <p:nvSpPr>
          <p:cNvPr id="8" name="PlaceHolder 4"/>
          <p:cNvSpPr>
            <a:spLocks noGrp="1"/>
          </p:cNvSpPr>
          <p:nvPr>
            <p:ph type="ftr" idx="5"/>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Noto Serif CJK JP"/>
              </a:defRPr>
            </a:lvl1pPr>
          </a:lstStyle>
          <a:p>
            <a:pPr indent="0" algn="ctr">
              <a:buNone/>
            </a:pPr>
            <a:r>
              <a:rPr b="0" lang="en-US" sz="1400" strike="noStrike" u="none">
                <a:solidFill>
                  <a:srgbClr val="000000"/>
                </a:solidFill>
                <a:effectLst/>
                <a:uFillTx/>
                <a:latin typeface="Noto Serif CJK JP"/>
              </a:rPr>
              <a:t>&lt;フッター&gt;</a:t>
            </a:r>
            <a:endParaRPr b="0" lang="en-US" sz="1400" strike="noStrike" u="none">
              <a:solidFill>
                <a:srgbClr val="000000"/>
              </a:solidFill>
              <a:effectLst/>
              <a:uFillTx/>
              <a:latin typeface="Noto Serif CJK JP"/>
            </a:endParaRPr>
          </a:p>
        </p:txBody>
      </p:sp>
      <p:sp>
        <p:nvSpPr>
          <p:cNvPr id="9" name="PlaceHolder 5"/>
          <p:cNvSpPr>
            <a:spLocks noGrp="1"/>
          </p:cNvSpPr>
          <p:nvPr>
            <p:ph type="sldNum" idx="6"/>
          </p:nvPr>
        </p:nvSpPr>
        <p:spPr>
          <a:xfrm>
            <a:off x="8610480" y="63565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trike="noStrike" u="none">
                <a:solidFill>
                  <a:schemeClr val="dk1">
                    <a:tint val="82000"/>
                  </a:schemeClr>
                </a:solidFill>
                <a:effectLst/>
                <a:uFillTx/>
                <a:latin typeface="Aptos"/>
              </a:defRPr>
            </a:lvl1pPr>
          </a:lstStyle>
          <a:p>
            <a:pPr indent="0" algn="r" defTabSz="457200">
              <a:lnSpc>
                <a:spcPct val="100000"/>
              </a:lnSpc>
              <a:buNone/>
            </a:pPr>
            <a:fld id="{B112C75E-1F42-4F59-A391-C5FB9060F2C1}" type="slidenum">
              <a:rPr b="0" lang="en-US" sz="1200" strike="noStrike" u="none">
                <a:solidFill>
                  <a:schemeClr val="dk1">
                    <a:tint val="82000"/>
                  </a:schemeClr>
                </a:solidFill>
                <a:effectLst/>
                <a:uFillTx/>
                <a:latin typeface="Aptos"/>
              </a:rPr>
              <a:t>&lt;番号&gt;</a:t>
            </a:fld>
            <a:endParaRPr b="0" lang="en-US" sz="1200" strike="noStrike" u="none">
              <a:solidFill>
                <a:srgbClr val="000000"/>
              </a:solidFill>
              <a:effectLst/>
              <a:uFillTx/>
              <a:latin typeface="Noto Serif CJK JP"/>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縦書きタイトルと&#10;縦書きテキスト">
    <p:bg>
      <p:bgPr>
        <a:solidFill>
          <a:srgbClr val="ffffff"/>
        </a:solidFill>
      </p:bgPr>
    </p:bg>
    <p:spTree>
      <p:nvGrpSpPr>
        <p:cNvPr id="1" name=""/>
        <p:cNvGrpSpPr/>
        <p:nvPr/>
      </p:nvGrpSpPr>
      <p:grpSpPr>
        <a:xfrm>
          <a:off x="0" y="0"/>
          <a:ext cx="0" cy="0"/>
          <a:chOff x="0" y="0"/>
          <a:chExt cx="0" cy="0"/>
        </a:xfrm>
      </p:grpSpPr>
      <p:sp>
        <p:nvSpPr>
          <p:cNvPr id="10" name="PlaceHolder 1"/>
          <p:cNvSpPr>
            <a:spLocks noGrp="1"/>
          </p:cNvSpPr>
          <p:nvPr>
            <p:ph type="title"/>
          </p:nvPr>
        </p:nvSpPr>
        <p:spPr>
          <a:xfrm>
            <a:off x="8724960" y="365040"/>
            <a:ext cx="2628720" cy="5811480"/>
          </a:xfrm>
          <a:prstGeom prst="rect">
            <a:avLst/>
          </a:prstGeom>
          <a:noFill/>
          <a:ln w="0">
            <a:noFill/>
          </a:ln>
        </p:spPr>
        <p:txBody>
          <a:bodyPr lIns="91440" rIns="91440" tIns="45720" bIns="45720" anchor="ctr" vert="eaVert">
            <a:noAutofit/>
          </a:bodyPr>
          <a:p>
            <a:pPr indent="0" defTabSz="914400">
              <a:lnSpc>
                <a:spcPct val="90000"/>
              </a:lnSpc>
              <a:buNone/>
            </a:pPr>
            <a:r>
              <a:rPr b="0" lang="ja-JP" sz="4400" strike="noStrike" u="none">
                <a:solidFill>
                  <a:schemeClr val="dk1"/>
                </a:solidFill>
                <a:effectLst/>
                <a:uFillTx/>
                <a:latin typeface="Aptos Display"/>
              </a:rPr>
              <a:t>マスター タイトルの書式設定</a:t>
            </a:r>
            <a:endParaRPr b="0" lang="en-US" sz="4400" strike="noStrike" u="none">
              <a:solidFill>
                <a:schemeClr val="dk1"/>
              </a:solidFill>
              <a:effectLst/>
              <a:uFillTx/>
              <a:latin typeface="Aptos"/>
            </a:endParaRPr>
          </a:p>
        </p:txBody>
      </p:sp>
      <p:sp>
        <p:nvSpPr>
          <p:cNvPr id="11" name="PlaceHolder 2"/>
          <p:cNvSpPr>
            <a:spLocks noGrp="1"/>
          </p:cNvSpPr>
          <p:nvPr>
            <p:ph type="body"/>
          </p:nvPr>
        </p:nvSpPr>
        <p:spPr>
          <a:xfrm>
            <a:off x="838080" y="365040"/>
            <a:ext cx="7733880" cy="581148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b="0" lang="ja-JP" sz="2800" strike="noStrike" u="none">
                <a:solidFill>
                  <a:schemeClr val="dk1"/>
                </a:solidFill>
                <a:effectLst/>
                <a:uFillTx/>
                <a:latin typeface="Aptos"/>
              </a:rPr>
              <a:t>マスター テキストの書式設定</a:t>
            </a:r>
            <a:endParaRPr b="0" lang="en-US" sz="2800" strike="noStrike" u="none">
              <a:solidFill>
                <a:schemeClr val="dk1"/>
              </a:solidFill>
              <a:effectLst/>
              <a:uFillTx/>
              <a:latin typeface="Aptos"/>
            </a:endParaRPr>
          </a:p>
          <a:p>
            <a:pPr lvl="1" marL="685800" indent="-228600" defTabSz="914400">
              <a:lnSpc>
                <a:spcPct val="90000"/>
              </a:lnSpc>
              <a:spcBef>
                <a:spcPts val="499"/>
              </a:spcBef>
              <a:buClr>
                <a:srgbClr val="000000"/>
              </a:buClr>
              <a:buFont typeface="Arial"/>
              <a:buChar char="•"/>
            </a:pPr>
            <a:r>
              <a:rPr b="0" lang="ja-JP" sz="2400" strike="noStrike" u="none">
                <a:solidFill>
                  <a:schemeClr val="dk1"/>
                </a:solidFill>
                <a:effectLst/>
                <a:uFillTx/>
                <a:latin typeface="Aptos"/>
              </a:rPr>
              <a:t>第 </a:t>
            </a:r>
            <a:r>
              <a:rPr b="0" lang="en-US" sz="2400" strike="noStrike" u="none">
                <a:solidFill>
                  <a:schemeClr val="dk1"/>
                </a:solidFill>
                <a:effectLst/>
                <a:uFillTx/>
                <a:latin typeface="Aptos"/>
              </a:rPr>
              <a:t>2 </a:t>
            </a:r>
            <a:r>
              <a:rPr b="0" lang="ja-JP" sz="2400" strike="noStrike" u="none">
                <a:solidFill>
                  <a:schemeClr val="dk1"/>
                </a:solidFill>
                <a:effectLst/>
                <a:uFillTx/>
                <a:latin typeface="Aptos"/>
              </a:rPr>
              <a:t>レベル</a:t>
            </a:r>
            <a:endParaRPr b="0" lang="en-US" sz="2400" strike="noStrike" u="none">
              <a:solidFill>
                <a:schemeClr val="dk1"/>
              </a:solidFill>
              <a:effectLst/>
              <a:uFillTx/>
              <a:latin typeface="Aptos"/>
            </a:endParaRPr>
          </a:p>
          <a:p>
            <a:pPr lvl="2" marL="1143000" indent="-228600" defTabSz="914400">
              <a:lnSpc>
                <a:spcPct val="90000"/>
              </a:lnSpc>
              <a:spcBef>
                <a:spcPts val="499"/>
              </a:spcBef>
              <a:buClr>
                <a:srgbClr val="000000"/>
              </a:buClr>
              <a:buFont typeface="Arial"/>
              <a:buChar char="•"/>
            </a:pPr>
            <a:r>
              <a:rPr b="0" lang="ja-JP" sz="2000" strike="noStrike" u="none">
                <a:solidFill>
                  <a:schemeClr val="dk1"/>
                </a:solidFill>
                <a:effectLst/>
                <a:uFillTx/>
                <a:latin typeface="Aptos"/>
              </a:rPr>
              <a:t>第 </a:t>
            </a:r>
            <a:r>
              <a:rPr b="0" lang="en-US" sz="2000" strike="noStrike" u="none">
                <a:solidFill>
                  <a:schemeClr val="dk1"/>
                </a:solidFill>
                <a:effectLst/>
                <a:uFillTx/>
                <a:latin typeface="Aptos"/>
              </a:rPr>
              <a:t>3 </a:t>
            </a:r>
            <a:r>
              <a:rPr b="0" lang="ja-JP" sz="2000" strike="noStrike" u="none">
                <a:solidFill>
                  <a:schemeClr val="dk1"/>
                </a:solidFill>
                <a:effectLst/>
                <a:uFillTx/>
                <a:latin typeface="Aptos"/>
              </a:rPr>
              <a:t>レベル</a:t>
            </a:r>
            <a:endParaRPr b="0" lang="en-US" sz="2000" strike="noStrike" u="none">
              <a:solidFill>
                <a:schemeClr val="dk1"/>
              </a:solidFill>
              <a:effectLst/>
              <a:uFillTx/>
              <a:latin typeface="Aptos"/>
            </a:endParaRPr>
          </a:p>
          <a:p>
            <a:pPr lvl="3" marL="1600200" indent="-228600" defTabSz="914400">
              <a:lnSpc>
                <a:spcPct val="90000"/>
              </a:lnSpc>
              <a:spcBef>
                <a:spcPts val="499"/>
              </a:spcBef>
              <a:buClr>
                <a:srgbClr val="000000"/>
              </a:buClr>
              <a:buFont typeface="Arial"/>
              <a:buChar char="•"/>
            </a:pPr>
            <a:r>
              <a:rPr b="0" lang="ja-JP" sz="1800" strike="noStrike" u="none">
                <a:solidFill>
                  <a:schemeClr val="dk1"/>
                </a:solidFill>
                <a:effectLst/>
                <a:uFillTx/>
                <a:latin typeface="Aptos"/>
              </a:rPr>
              <a:t>第 </a:t>
            </a:r>
            <a:r>
              <a:rPr b="0" lang="en-US" sz="1800" strike="noStrike" u="none">
                <a:solidFill>
                  <a:schemeClr val="dk1"/>
                </a:solidFill>
                <a:effectLst/>
                <a:uFillTx/>
                <a:latin typeface="Aptos"/>
              </a:rPr>
              <a:t>4 </a:t>
            </a:r>
            <a:r>
              <a:rPr b="0" lang="ja-JP" sz="1800" strike="noStrike" u="none">
                <a:solidFill>
                  <a:schemeClr val="dk1"/>
                </a:solidFill>
                <a:effectLst/>
                <a:uFillTx/>
                <a:latin typeface="Aptos"/>
              </a:rPr>
              <a:t>レベル</a:t>
            </a:r>
            <a:endParaRPr b="0" lang="en-US" sz="1800" strike="noStrike" u="none">
              <a:solidFill>
                <a:schemeClr val="dk1"/>
              </a:solidFill>
              <a:effectLst/>
              <a:uFillTx/>
              <a:latin typeface="Aptos"/>
            </a:endParaRPr>
          </a:p>
          <a:p>
            <a:pPr lvl="4" marL="2057400" indent="-228600" defTabSz="914400">
              <a:lnSpc>
                <a:spcPct val="90000"/>
              </a:lnSpc>
              <a:spcBef>
                <a:spcPts val="499"/>
              </a:spcBef>
              <a:buClr>
                <a:srgbClr val="000000"/>
              </a:buClr>
              <a:buFont typeface="Arial"/>
              <a:buChar char="•"/>
            </a:pPr>
            <a:r>
              <a:rPr b="0" lang="ja-JP" sz="1800" strike="noStrike" u="none">
                <a:solidFill>
                  <a:schemeClr val="dk1"/>
                </a:solidFill>
                <a:effectLst/>
                <a:uFillTx/>
                <a:latin typeface="Aptos"/>
              </a:rPr>
              <a:t>第 </a:t>
            </a:r>
            <a:r>
              <a:rPr b="0" lang="en-US" sz="1800" strike="noStrike" u="none">
                <a:solidFill>
                  <a:schemeClr val="dk1"/>
                </a:solidFill>
                <a:effectLst/>
                <a:uFillTx/>
                <a:latin typeface="Aptos"/>
              </a:rPr>
              <a:t>5 </a:t>
            </a:r>
            <a:r>
              <a:rPr b="0" lang="ja-JP" sz="1800" strike="noStrike" u="none">
                <a:solidFill>
                  <a:schemeClr val="dk1"/>
                </a:solidFill>
                <a:effectLst/>
                <a:uFillTx/>
                <a:latin typeface="Aptos"/>
              </a:rPr>
              <a:t>レベル</a:t>
            </a:r>
            <a:endParaRPr b="0" lang="en-US" sz="1800" strike="noStrike" u="none">
              <a:solidFill>
                <a:schemeClr val="dk1"/>
              </a:solidFill>
              <a:effectLst/>
              <a:uFillTx/>
              <a:latin typeface="Aptos"/>
            </a:endParaRPr>
          </a:p>
        </p:txBody>
      </p:sp>
      <p:sp>
        <p:nvSpPr>
          <p:cNvPr id="12" name="PlaceHolder 3"/>
          <p:cNvSpPr>
            <a:spLocks noGrp="1"/>
          </p:cNvSpPr>
          <p:nvPr>
            <p:ph type="dt" idx="7"/>
          </p:nvPr>
        </p:nvSpPr>
        <p:spPr>
          <a:xfrm>
            <a:off x="838080" y="6356520"/>
            <a:ext cx="274284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trike="noStrike" u="none">
                <a:solidFill>
                  <a:schemeClr val="dk1">
                    <a:tint val="82000"/>
                  </a:schemeClr>
                </a:solidFill>
                <a:effectLst/>
                <a:uFillTx/>
                <a:latin typeface="Aptos"/>
              </a:defRPr>
            </a:lvl1pPr>
          </a:lstStyle>
          <a:p>
            <a:pPr indent="0" defTabSz="457200">
              <a:lnSpc>
                <a:spcPct val="100000"/>
              </a:lnSpc>
              <a:buNone/>
            </a:pPr>
            <a:r>
              <a:rPr b="0" lang="en-US" sz="1200" strike="noStrike" u="none">
                <a:solidFill>
                  <a:schemeClr val="dk1">
                    <a:tint val="82000"/>
                  </a:schemeClr>
                </a:solidFill>
                <a:effectLst/>
                <a:uFillTx/>
                <a:latin typeface="Aptos"/>
              </a:rPr>
              <a:t>&lt;日付/時刻&gt;</a:t>
            </a:r>
            <a:endParaRPr b="0" lang="en-US" sz="1200" strike="noStrike" u="none">
              <a:solidFill>
                <a:srgbClr val="000000"/>
              </a:solidFill>
              <a:effectLst/>
              <a:uFillTx/>
              <a:latin typeface="Noto Serif CJK JP"/>
            </a:endParaRPr>
          </a:p>
        </p:txBody>
      </p:sp>
      <p:sp>
        <p:nvSpPr>
          <p:cNvPr id="13" name="PlaceHolder 4"/>
          <p:cNvSpPr>
            <a:spLocks noGrp="1"/>
          </p:cNvSpPr>
          <p:nvPr>
            <p:ph type="ftr" idx="8"/>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Noto Serif CJK JP"/>
              </a:defRPr>
            </a:lvl1pPr>
          </a:lstStyle>
          <a:p>
            <a:pPr indent="0" algn="ctr">
              <a:buNone/>
            </a:pPr>
            <a:r>
              <a:rPr b="0" lang="en-US" sz="1400" strike="noStrike" u="none">
                <a:solidFill>
                  <a:srgbClr val="000000"/>
                </a:solidFill>
                <a:effectLst/>
                <a:uFillTx/>
                <a:latin typeface="Noto Serif CJK JP"/>
              </a:rPr>
              <a:t>&lt;フッター&gt;</a:t>
            </a:r>
            <a:endParaRPr b="0" lang="en-US" sz="1400" strike="noStrike" u="none">
              <a:solidFill>
                <a:srgbClr val="000000"/>
              </a:solidFill>
              <a:effectLst/>
              <a:uFillTx/>
              <a:latin typeface="Noto Serif CJK JP"/>
            </a:endParaRPr>
          </a:p>
        </p:txBody>
      </p:sp>
      <p:sp>
        <p:nvSpPr>
          <p:cNvPr id="14" name="PlaceHolder 5"/>
          <p:cNvSpPr>
            <a:spLocks noGrp="1"/>
          </p:cNvSpPr>
          <p:nvPr>
            <p:ph type="sldNum" idx="9"/>
          </p:nvPr>
        </p:nvSpPr>
        <p:spPr>
          <a:xfrm>
            <a:off x="8610480" y="63565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trike="noStrike" u="none">
                <a:solidFill>
                  <a:schemeClr val="dk1">
                    <a:tint val="82000"/>
                  </a:schemeClr>
                </a:solidFill>
                <a:effectLst/>
                <a:uFillTx/>
                <a:latin typeface="Aptos"/>
              </a:defRPr>
            </a:lvl1pPr>
          </a:lstStyle>
          <a:p>
            <a:pPr indent="0" algn="r" defTabSz="457200">
              <a:lnSpc>
                <a:spcPct val="100000"/>
              </a:lnSpc>
              <a:buNone/>
            </a:pPr>
            <a:fld id="{5F1F0445-4F7F-47E0-A222-0CBFB4D23B31}" type="slidenum">
              <a:rPr b="0" lang="en-US" sz="1200" strike="noStrike" u="none">
                <a:solidFill>
                  <a:schemeClr val="dk1">
                    <a:tint val="82000"/>
                  </a:schemeClr>
                </a:solidFill>
                <a:effectLst/>
                <a:uFillTx/>
                <a:latin typeface="Aptos"/>
              </a:rPr>
              <a:t>&lt;番号&gt;</a:t>
            </a:fld>
            <a:endParaRPr b="0" lang="en-US" sz="1200" strike="noStrike" u="none">
              <a:solidFill>
                <a:srgbClr val="000000"/>
              </a:solidFill>
              <a:effectLst/>
              <a:uFillTx/>
              <a:latin typeface="Noto Serif CJK JP"/>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タイトルとコンテンツ">
    <p:bg>
      <p:bgPr>
        <a:solidFill>
          <a:srgbClr val="ffffff"/>
        </a:solidFill>
      </p:bgPr>
    </p:bg>
    <p:spTree>
      <p:nvGrpSpPr>
        <p:cNvPr id="1" name=""/>
        <p:cNvGrpSpPr/>
        <p:nvPr/>
      </p:nvGrpSpPr>
      <p:grpSpPr>
        <a:xfrm>
          <a:off x="0" y="0"/>
          <a:ext cx="0" cy="0"/>
          <a:chOff x="0" y="0"/>
          <a:chExt cx="0" cy="0"/>
        </a:xfrm>
      </p:grpSpPr>
      <p:sp>
        <p:nvSpPr>
          <p:cNvPr id="15"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ja-JP" sz="4400" strike="noStrike" u="none">
                <a:solidFill>
                  <a:schemeClr val="dk1"/>
                </a:solidFill>
                <a:effectLst/>
                <a:uFillTx/>
                <a:latin typeface="ＭＳ Ｐゴシック"/>
                <a:ea typeface="ＭＳ Ｐゴシック"/>
              </a:rPr>
              <a:t>マスター タイトルの書式設定</a:t>
            </a:r>
            <a:endParaRPr b="0" lang="en-US" sz="4400" strike="noStrike" u="none">
              <a:solidFill>
                <a:schemeClr val="dk1"/>
              </a:solidFill>
              <a:effectLst/>
              <a:uFillTx/>
              <a:latin typeface="Aptos"/>
            </a:endParaRPr>
          </a:p>
        </p:txBody>
      </p:sp>
      <p:sp>
        <p:nvSpPr>
          <p:cNvPr id="16" name="PlaceHolder 2"/>
          <p:cNvSpPr>
            <a:spLocks noGrp="1"/>
          </p:cNvSpPr>
          <p:nvPr>
            <p:ph type="body"/>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ja-JP" sz="2800" strike="noStrike" u="none">
                <a:solidFill>
                  <a:schemeClr val="dk1"/>
                </a:solidFill>
                <a:effectLst/>
                <a:uFillTx/>
                <a:latin typeface="ＭＳ Ｐゴシック"/>
                <a:ea typeface="ＭＳ Ｐゴシック"/>
              </a:rPr>
              <a:t>マスター テキストの書式設定</a:t>
            </a:r>
            <a:endParaRPr b="0" lang="en-US" sz="2800" strike="noStrike" u="none">
              <a:solidFill>
                <a:schemeClr val="dk1"/>
              </a:solidFill>
              <a:effectLst/>
              <a:uFillTx/>
              <a:latin typeface="Aptos"/>
            </a:endParaRPr>
          </a:p>
          <a:p>
            <a:pPr lvl="1" marL="685800" indent="-228600" defTabSz="914400">
              <a:lnSpc>
                <a:spcPct val="90000"/>
              </a:lnSpc>
              <a:spcBef>
                <a:spcPts val="499"/>
              </a:spcBef>
              <a:buClr>
                <a:srgbClr val="000000"/>
              </a:buClr>
              <a:buFont typeface="Arial"/>
              <a:buChar char="•"/>
            </a:pPr>
            <a:r>
              <a:rPr b="0" lang="ja-JP" sz="2400" strike="noStrike" u="none">
                <a:solidFill>
                  <a:schemeClr val="dk1"/>
                </a:solidFill>
                <a:effectLst/>
                <a:uFillTx/>
                <a:latin typeface="ＭＳ Ｐゴシック"/>
                <a:ea typeface="ＭＳ Ｐゴシック"/>
              </a:rPr>
              <a:t>第 </a:t>
            </a:r>
            <a:r>
              <a:rPr b="0" lang="en-US" sz="2400" strike="noStrike" u="none">
                <a:solidFill>
                  <a:schemeClr val="dk1"/>
                </a:solidFill>
                <a:effectLst/>
                <a:uFillTx/>
                <a:latin typeface="ＭＳ Ｐゴシック"/>
                <a:ea typeface="ＭＳ Ｐゴシック"/>
              </a:rPr>
              <a:t>2 </a:t>
            </a:r>
            <a:r>
              <a:rPr b="0" lang="ja-JP" sz="2400" strike="noStrike" u="none">
                <a:solidFill>
                  <a:schemeClr val="dk1"/>
                </a:solidFill>
                <a:effectLst/>
                <a:uFillTx/>
                <a:latin typeface="ＭＳ Ｐゴシック"/>
                <a:ea typeface="ＭＳ Ｐゴシック"/>
              </a:rPr>
              <a:t>レベル</a:t>
            </a:r>
            <a:endParaRPr b="0" lang="en-US" sz="2400" strike="noStrike" u="none">
              <a:solidFill>
                <a:schemeClr val="dk1"/>
              </a:solidFill>
              <a:effectLst/>
              <a:uFillTx/>
              <a:latin typeface="Aptos"/>
            </a:endParaRPr>
          </a:p>
          <a:p>
            <a:pPr lvl="2" marL="1143000" indent="-228600" defTabSz="914400">
              <a:lnSpc>
                <a:spcPct val="90000"/>
              </a:lnSpc>
              <a:spcBef>
                <a:spcPts val="499"/>
              </a:spcBef>
              <a:buClr>
                <a:srgbClr val="000000"/>
              </a:buClr>
              <a:buFont typeface="Arial"/>
              <a:buChar char="•"/>
            </a:pPr>
            <a:r>
              <a:rPr b="0" lang="ja-JP" sz="2000" strike="noStrike" u="none">
                <a:solidFill>
                  <a:schemeClr val="dk1"/>
                </a:solidFill>
                <a:effectLst/>
                <a:uFillTx/>
                <a:latin typeface="ＭＳ Ｐゴシック"/>
                <a:ea typeface="ＭＳ Ｐゴシック"/>
              </a:rPr>
              <a:t>第 </a:t>
            </a:r>
            <a:r>
              <a:rPr b="0" lang="en-US" sz="2000" strike="noStrike" u="none">
                <a:solidFill>
                  <a:schemeClr val="dk1"/>
                </a:solidFill>
                <a:effectLst/>
                <a:uFillTx/>
                <a:latin typeface="ＭＳ Ｐゴシック"/>
                <a:ea typeface="ＭＳ Ｐゴシック"/>
              </a:rPr>
              <a:t>3 </a:t>
            </a:r>
            <a:r>
              <a:rPr b="0" lang="ja-JP" sz="2000" strike="noStrike" u="none">
                <a:solidFill>
                  <a:schemeClr val="dk1"/>
                </a:solidFill>
                <a:effectLst/>
                <a:uFillTx/>
                <a:latin typeface="ＭＳ Ｐゴシック"/>
                <a:ea typeface="ＭＳ Ｐゴシック"/>
              </a:rPr>
              <a:t>レベル</a:t>
            </a:r>
            <a:endParaRPr b="0" lang="en-US" sz="2000" strike="noStrike" u="none">
              <a:solidFill>
                <a:schemeClr val="dk1"/>
              </a:solidFill>
              <a:effectLst/>
              <a:uFillTx/>
              <a:latin typeface="Aptos"/>
            </a:endParaRPr>
          </a:p>
          <a:p>
            <a:pPr lvl="3" marL="1600200" indent="-228600" defTabSz="914400">
              <a:lnSpc>
                <a:spcPct val="90000"/>
              </a:lnSpc>
              <a:spcBef>
                <a:spcPts val="499"/>
              </a:spcBef>
              <a:buClr>
                <a:srgbClr val="000000"/>
              </a:buClr>
              <a:buFont typeface="Arial"/>
              <a:buChar char="•"/>
            </a:pPr>
            <a:r>
              <a:rPr b="0" lang="ja-JP" sz="1800" strike="noStrike" u="none">
                <a:solidFill>
                  <a:schemeClr val="dk1"/>
                </a:solidFill>
                <a:effectLst/>
                <a:uFillTx/>
                <a:latin typeface="ＭＳ Ｐゴシック"/>
                <a:ea typeface="ＭＳ Ｐゴシック"/>
              </a:rPr>
              <a:t>第 </a:t>
            </a:r>
            <a:r>
              <a:rPr b="0" lang="en-US" sz="1800" strike="noStrike" u="none">
                <a:solidFill>
                  <a:schemeClr val="dk1"/>
                </a:solidFill>
                <a:effectLst/>
                <a:uFillTx/>
                <a:latin typeface="ＭＳ Ｐゴシック"/>
                <a:ea typeface="ＭＳ Ｐゴシック"/>
              </a:rPr>
              <a:t>4 </a:t>
            </a:r>
            <a:r>
              <a:rPr b="0" lang="ja-JP" sz="1800" strike="noStrike" u="none">
                <a:solidFill>
                  <a:schemeClr val="dk1"/>
                </a:solidFill>
                <a:effectLst/>
                <a:uFillTx/>
                <a:latin typeface="ＭＳ Ｐゴシック"/>
                <a:ea typeface="ＭＳ Ｐゴシック"/>
              </a:rPr>
              <a:t>レベル</a:t>
            </a:r>
            <a:endParaRPr b="0" lang="en-US" sz="1800" strike="noStrike" u="none">
              <a:solidFill>
                <a:schemeClr val="dk1"/>
              </a:solidFill>
              <a:effectLst/>
              <a:uFillTx/>
              <a:latin typeface="Aptos"/>
            </a:endParaRPr>
          </a:p>
          <a:p>
            <a:pPr lvl="4" marL="2057400" indent="-228600" defTabSz="914400">
              <a:lnSpc>
                <a:spcPct val="90000"/>
              </a:lnSpc>
              <a:spcBef>
                <a:spcPts val="499"/>
              </a:spcBef>
              <a:buClr>
                <a:srgbClr val="000000"/>
              </a:buClr>
              <a:buFont typeface="Arial"/>
              <a:buChar char="•"/>
            </a:pPr>
            <a:r>
              <a:rPr b="0" lang="ja-JP" sz="1800" strike="noStrike" u="none">
                <a:solidFill>
                  <a:schemeClr val="dk1"/>
                </a:solidFill>
                <a:effectLst/>
                <a:uFillTx/>
                <a:latin typeface="ＭＳ Ｐゴシック"/>
                <a:ea typeface="ＭＳ Ｐゴシック"/>
              </a:rPr>
              <a:t>第 </a:t>
            </a:r>
            <a:r>
              <a:rPr b="0" lang="en-US" sz="1800" strike="noStrike" u="none">
                <a:solidFill>
                  <a:schemeClr val="dk1"/>
                </a:solidFill>
                <a:effectLst/>
                <a:uFillTx/>
                <a:latin typeface="ＭＳ Ｐゴシック"/>
                <a:ea typeface="ＭＳ Ｐゴシック"/>
              </a:rPr>
              <a:t>5 </a:t>
            </a:r>
            <a:r>
              <a:rPr b="0" lang="ja-JP" sz="1800" strike="noStrike" u="none">
                <a:solidFill>
                  <a:schemeClr val="dk1"/>
                </a:solidFill>
                <a:effectLst/>
                <a:uFillTx/>
                <a:latin typeface="ＭＳ Ｐゴシック"/>
                <a:ea typeface="ＭＳ Ｐゴシック"/>
              </a:rPr>
              <a:t>レベル</a:t>
            </a:r>
            <a:endParaRPr b="0" lang="en-US" sz="1800" strike="noStrike" u="none">
              <a:solidFill>
                <a:schemeClr val="dk1"/>
              </a:solidFill>
              <a:effectLst/>
              <a:uFillTx/>
              <a:latin typeface="Aptos"/>
            </a:endParaRPr>
          </a:p>
        </p:txBody>
      </p:sp>
      <p:sp>
        <p:nvSpPr>
          <p:cNvPr id="17" name="PlaceHolder 3"/>
          <p:cNvSpPr>
            <a:spLocks noGrp="1"/>
          </p:cNvSpPr>
          <p:nvPr>
            <p:ph type="dt" idx="10"/>
          </p:nvPr>
        </p:nvSpPr>
        <p:spPr>
          <a:xfrm>
            <a:off x="838080" y="6356520"/>
            <a:ext cx="274284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trike="noStrike" u="none">
                <a:solidFill>
                  <a:schemeClr val="dk1">
                    <a:tint val="82000"/>
                  </a:schemeClr>
                </a:solidFill>
                <a:effectLst/>
                <a:uFillTx/>
                <a:latin typeface="Aptos"/>
              </a:defRPr>
            </a:lvl1pPr>
          </a:lstStyle>
          <a:p>
            <a:pPr indent="0" defTabSz="457200">
              <a:lnSpc>
                <a:spcPct val="100000"/>
              </a:lnSpc>
              <a:buNone/>
            </a:pPr>
            <a:r>
              <a:rPr b="0" lang="en-US" sz="1200" strike="noStrike" u="none">
                <a:solidFill>
                  <a:schemeClr val="dk1">
                    <a:tint val="82000"/>
                  </a:schemeClr>
                </a:solidFill>
                <a:effectLst/>
                <a:uFillTx/>
                <a:latin typeface="Aptos"/>
              </a:rPr>
              <a:t>&lt;日付/時刻&gt;</a:t>
            </a:r>
            <a:endParaRPr b="0" lang="en-US" sz="1200" strike="noStrike" u="none">
              <a:solidFill>
                <a:srgbClr val="000000"/>
              </a:solidFill>
              <a:effectLst/>
              <a:uFillTx/>
              <a:latin typeface="Noto Serif CJK JP"/>
            </a:endParaRPr>
          </a:p>
        </p:txBody>
      </p:sp>
      <p:sp>
        <p:nvSpPr>
          <p:cNvPr id="18" name="PlaceHolder 4"/>
          <p:cNvSpPr>
            <a:spLocks noGrp="1"/>
          </p:cNvSpPr>
          <p:nvPr>
            <p:ph type="ftr" idx="11"/>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Noto Serif CJK JP"/>
              </a:defRPr>
            </a:lvl1pPr>
          </a:lstStyle>
          <a:p>
            <a:pPr indent="0" algn="ctr">
              <a:buNone/>
            </a:pPr>
            <a:r>
              <a:rPr b="0" lang="en-US" sz="1400" strike="noStrike" u="none">
                <a:solidFill>
                  <a:srgbClr val="000000"/>
                </a:solidFill>
                <a:effectLst/>
                <a:uFillTx/>
                <a:latin typeface="Noto Serif CJK JP"/>
              </a:rPr>
              <a:t>&lt;フッター&gt;</a:t>
            </a:r>
            <a:endParaRPr b="0" lang="en-US" sz="1400" strike="noStrike" u="none">
              <a:solidFill>
                <a:srgbClr val="000000"/>
              </a:solidFill>
              <a:effectLst/>
              <a:uFillTx/>
              <a:latin typeface="Noto Serif CJK JP"/>
            </a:endParaRPr>
          </a:p>
        </p:txBody>
      </p:sp>
      <p:sp>
        <p:nvSpPr>
          <p:cNvPr id="19" name="PlaceHolder 5"/>
          <p:cNvSpPr>
            <a:spLocks noGrp="1"/>
          </p:cNvSpPr>
          <p:nvPr>
            <p:ph type="sldNum" idx="12"/>
          </p:nvPr>
        </p:nvSpPr>
        <p:spPr>
          <a:xfrm>
            <a:off x="8610480" y="63565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trike="noStrike" u="none">
                <a:solidFill>
                  <a:schemeClr val="dk1">
                    <a:tint val="82000"/>
                  </a:schemeClr>
                </a:solidFill>
                <a:effectLst/>
                <a:uFillTx/>
                <a:latin typeface="Aptos"/>
              </a:defRPr>
            </a:lvl1pPr>
          </a:lstStyle>
          <a:p>
            <a:pPr indent="0" algn="r" defTabSz="457200">
              <a:lnSpc>
                <a:spcPct val="100000"/>
              </a:lnSpc>
              <a:buNone/>
            </a:pPr>
            <a:fld id="{D40274F1-344F-4FD3-9A16-3A76CDBCDEA6}" type="slidenum">
              <a:rPr b="0" lang="en-US" sz="1200" strike="noStrike" u="none">
                <a:solidFill>
                  <a:schemeClr val="dk1">
                    <a:tint val="82000"/>
                  </a:schemeClr>
                </a:solidFill>
                <a:effectLst/>
                <a:uFillTx/>
                <a:latin typeface="Aptos"/>
              </a:rPr>
              <a:t>&lt;番号&gt;</a:t>
            </a:fld>
            <a:endParaRPr b="0" lang="en-US" sz="1200" strike="noStrike" u="none">
              <a:solidFill>
                <a:srgbClr val="000000"/>
              </a:solidFill>
              <a:effectLst/>
              <a:uFillTx/>
              <a:latin typeface="Noto Serif CJK JP"/>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セクション見出し">
    <p:bg>
      <p:bgPr>
        <a:solidFill>
          <a:srgbClr val="ffffff"/>
        </a:solidFill>
      </p:bgPr>
    </p:bg>
    <p:spTree>
      <p:nvGrpSpPr>
        <p:cNvPr id="1" name=""/>
        <p:cNvGrpSpPr/>
        <p:nvPr/>
      </p:nvGrpSpPr>
      <p:grpSpPr>
        <a:xfrm>
          <a:off x="0" y="0"/>
          <a:ext cx="0" cy="0"/>
          <a:chOff x="0" y="0"/>
          <a:chExt cx="0" cy="0"/>
        </a:xfrm>
      </p:grpSpPr>
      <p:sp>
        <p:nvSpPr>
          <p:cNvPr id="20" name="PlaceHolder 1"/>
          <p:cNvSpPr>
            <a:spLocks noGrp="1"/>
          </p:cNvSpPr>
          <p:nvPr>
            <p:ph type="title"/>
          </p:nvPr>
        </p:nvSpPr>
        <p:spPr>
          <a:xfrm>
            <a:off x="831960" y="1709640"/>
            <a:ext cx="10515240" cy="2852280"/>
          </a:xfrm>
          <a:prstGeom prst="rect">
            <a:avLst/>
          </a:prstGeom>
          <a:noFill/>
          <a:ln w="0">
            <a:noFill/>
          </a:ln>
        </p:spPr>
        <p:txBody>
          <a:bodyPr lIns="91440" rIns="91440" tIns="45720" bIns="45720" anchor="b">
            <a:noAutofit/>
          </a:bodyPr>
          <a:p>
            <a:pPr indent="0" defTabSz="914400">
              <a:lnSpc>
                <a:spcPct val="90000"/>
              </a:lnSpc>
              <a:buNone/>
            </a:pPr>
            <a:r>
              <a:rPr b="0" lang="ja-JP" sz="6000" strike="noStrike" u="none">
                <a:solidFill>
                  <a:schemeClr val="dk1"/>
                </a:solidFill>
                <a:effectLst/>
                <a:uFillTx/>
                <a:latin typeface="Aptos Display"/>
              </a:rPr>
              <a:t>マスター タイトルの書式設定</a:t>
            </a:r>
            <a:endParaRPr b="0" lang="en-US" sz="6000" strike="noStrike" u="none">
              <a:solidFill>
                <a:schemeClr val="dk1"/>
              </a:solidFill>
              <a:effectLst/>
              <a:uFillTx/>
              <a:latin typeface="Aptos"/>
            </a:endParaRPr>
          </a:p>
        </p:txBody>
      </p:sp>
      <p:sp>
        <p:nvSpPr>
          <p:cNvPr id="21" name="PlaceHolder 2"/>
          <p:cNvSpPr>
            <a:spLocks noGrp="1"/>
          </p:cNvSpPr>
          <p:nvPr>
            <p:ph type="body"/>
          </p:nvPr>
        </p:nvSpPr>
        <p:spPr>
          <a:xfrm>
            <a:off x="831960" y="4589640"/>
            <a:ext cx="10515240" cy="149976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ja-JP" sz="2400" strike="noStrike" u="none">
                <a:solidFill>
                  <a:schemeClr val="dk1">
                    <a:tint val="82000"/>
                  </a:schemeClr>
                </a:solidFill>
                <a:effectLst/>
                <a:uFillTx/>
                <a:latin typeface="Aptos"/>
              </a:rPr>
              <a:t>マスター テキストの書式設定</a:t>
            </a:r>
            <a:endParaRPr b="0" lang="en-US" sz="2400" strike="noStrike" u="none">
              <a:solidFill>
                <a:schemeClr val="dk1"/>
              </a:solidFill>
              <a:effectLst/>
              <a:uFillTx/>
              <a:latin typeface="Aptos"/>
            </a:endParaRPr>
          </a:p>
        </p:txBody>
      </p:sp>
      <p:sp>
        <p:nvSpPr>
          <p:cNvPr id="22" name="PlaceHolder 3"/>
          <p:cNvSpPr>
            <a:spLocks noGrp="1"/>
          </p:cNvSpPr>
          <p:nvPr>
            <p:ph type="dt" idx="13"/>
          </p:nvPr>
        </p:nvSpPr>
        <p:spPr>
          <a:xfrm>
            <a:off x="838080" y="6356520"/>
            <a:ext cx="274284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trike="noStrike" u="none">
                <a:solidFill>
                  <a:schemeClr val="dk1">
                    <a:tint val="82000"/>
                  </a:schemeClr>
                </a:solidFill>
                <a:effectLst/>
                <a:uFillTx/>
                <a:latin typeface="Aptos"/>
              </a:defRPr>
            </a:lvl1pPr>
          </a:lstStyle>
          <a:p>
            <a:pPr indent="0" defTabSz="457200">
              <a:lnSpc>
                <a:spcPct val="100000"/>
              </a:lnSpc>
              <a:buNone/>
            </a:pPr>
            <a:r>
              <a:rPr b="0" lang="en-US" sz="1200" strike="noStrike" u="none">
                <a:solidFill>
                  <a:schemeClr val="dk1">
                    <a:tint val="82000"/>
                  </a:schemeClr>
                </a:solidFill>
                <a:effectLst/>
                <a:uFillTx/>
                <a:latin typeface="Aptos"/>
              </a:rPr>
              <a:t>&lt;日付/時刻&gt;</a:t>
            </a:r>
            <a:endParaRPr b="0" lang="en-US" sz="1200" strike="noStrike" u="none">
              <a:solidFill>
                <a:srgbClr val="000000"/>
              </a:solidFill>
              <a:effectLst/>
              <a:uFillTx/>
              <a:latin typeface="Noto Serif CJK JP"/>
            </a:endParaRPr>
          </a:p>
        </p:txBody>
      </p:sp>
      <p:sp>
        <p:nvSpPr>
          <p:cNvPr id="23" name="PlaceHolder 4"/>
          <p:cNvSpPr>
            <a:spLocks noGrp="1"/>
          </p:cNvSpPr>
          <p:nvPr>
            <p:ph type="ftr" idx="14"/>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Noto Serif CJK JP"/>
              </a:defRPr>
            </a:lvl1pPr>
          </a:lstStyle>
          <a:p>
            <a:pPr indent="0" algn="ctr">
              <a:buNone/>
            </a:pPr>
            <a:r>
              <a:rPr b="0" lang="en-US" sz="1400" strike="noStrike" u="none">
                <a:solidFill>
                  <a:srgbClr val="000000"/>
                </a:solidFill>
                <a:effectLst/>
                <a:uFillTx/>
                <a:latin typeface="Noto Serif CJK JP"/>
              </a:rPr>
              <a:t>&lt;フッター&gt;</a:t>
            </a:r>
            <a:endParaRPr b="0" lang="en-US" sz="1400" strike="noStrike" u="none">
              <a:solidFill>
                <a:srgbClr val="000000"/>
              </a:solidFill>
              <a:effectLst/>
              <a:uFillTx/>
              <a:latin typeface="Noto Serif CJK JP"/>
            </a:endParaRPr>
          </a:p>
        </p:txBody>
      </p:sp>
      <p:sp>
        <p:nvSpPr>
          <p:cNvPr id="24" name="PlaceHolder 5"/>
          <p:cNvSpPr>
            <a:spLocks noGrp="1"/>
          </p:cNvSpPr>
          <p:nvPr>
            <p:ph type="sldNum" idx="15"/>
          </p:nvPr>
        </p:nvSpPr>
        <p:spPr>
          <a:xfrm>
            <a:off x="8610480" y="63565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trike="noStrike" u="none">
                <a:solidFill>
                  <a:schemeClr val="dk1">
                    <a:tint val="82000"/>
                  </a:schemeClr>
                </a:solidFill>
                <a:effectLst/>
                <a:uFillTx/>
                <a:latin typeface="Aptos"/>
              </a:defRPr>
            </a:lvl1pPr>
          </a:lstStyle>
          <a:p>
            <a:pPr indent="0" algn="r" defTabSz="457200">
              <a:lnSpc>
                <a:spcPct val="100000"/>
              </a:lnSpc>
              <a:buNone/>
            </a:pPr>
            <a:fld id="{06B9E2A5-1535-44B2-80E0-3C1E3839CD4F}" type="slidenum">
              <a:rPr b="0" lang="en-US" sz="1200" strike="noStrike" u="none">
                <a:solidFill>
                  <a:schemeClr val="dk1">
                    <a:tint val="82000"/>
                  </a:schemeClr>
                </a:solidFill>
                <a:effectLst/>
                <a:uFillTx/>
                <a:latin typeface="Aptos"/>
              </a:rPr>
              <a:t>&lt;番号&gt;</a:t>
            </a:fld>
            <a:endParaRPr b="0" lang="en-US" sz="1200" strike="noStrike" u="none">
              <a:solidFill>
                <a:srgbClr val="000000"/>
              </a:solidFill>
              <a:effectLst/>
              <a:uFillTx/>
              <a:latin typeface="Noto Serif CJK JP"/>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2 つのコンテンツ">
    <p:bg>
      <p:bgPr>
        <a:solidFill>
          <a:srgbClr val="ffffff"/>
        </a:solidFill>
      </p:bgPr>
    </p:bg>
    <p:spTree>
      <p:nvGrpSpPr>
        <p:cNvPr id="1" name=""/>
        <p:cNvGrpSpPr/>
        <p:nvPr/>
      </p:nvGrpSpPr>
      <p:grpSpPr>
        <a:xfrm>
          <a:off x="0" y="0"/>
          <a:ext cx="0" cy="0"/>
          <a:chOff x="0" y="0"/>
          <a:chExt cx="0" cy="0"/>
        </a:xfrm>
      </p:grpSpPr>
      <p:sp>
        <p:nvSpPr>
          <p:cNvPr id="25"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ja-JP" sz="4400" strike="noStrike" u="none">
                <a:solidFill>
                  <a:schemeClr val="dk1"/>
                </a:solidFill>
                <a:effectLst/>
                <a:uFillTx/>
                <a:latin typeface="Aptos Display"/>
              </a:rPr>
              <a:t>マスター タイトルの書式設定</a:t>
            </a:r>
            <a:endParaRPr b="0" lang="en-US" sz="4400" strike="noStrike" u="none">
              <a:solidFill>
                <a:schemeClr val="dk1"/>
              </a:solidFill>
              <a:effectLst/>
              <a:uFillTx/>
              <a:latin typeface="Aptos"/>
            </a:endParaRPr>
          </a:p>
        </p:txBody>
      </p:sp>
      <p:sp>
        <p:nvSpPr>
          <p:cNvPr id="26" name="PlaceHolder 2"/>
          <p:cNvSpPr>
            <a:spLocks noGrp="1"/>
          </p:cNvSpPr>
          <p:nvPr>
            <p:ph type="body"/>
          </p:nvPr>
        </p:nvSpPr>
        <p:spPr>
          <a:xfrm>
            <a:off x="838080" y="1825560"/>
            <a:ext cx="518112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ja-JP" sz="2800" strike="noStrike" u="none">
                <a:solidFill>
                  <a:schemeClr val="dk1"/>
                </a:solidFill>
                <a:effectLst/>
                <a:uFillTx/>
                <a:latin typeface="Aptos"/>
              </a:rPr>
              <a:t>マスター テキストの書式設定</a:t>
            </a:r>
            <a:endParaRPr b="0" lang="en-US" sz="2800" strike="noStrike" u="none">
              <a:solidFill>
                <a:schemeClr val="dk1"/>
              </a:solidFill>
              <a:effectLst/>
              <a:uFillTx/>
              <a:latin typeface="Aptos"/>
            </a:endParaRPr>
          </a:p>
          <a:p>
            <a:pPr lvl="1" marL="685800" indent="-228600" defTabSz="914400">
              <a:lnSpc>
                <a:spcPct val="90000"/>
              </a:lnSpc>
              <a:spcBef>
                <a:spcPts val="499"/>
              </a:spcBef>
              <a:buClr>
                <a:srgbClr val="000000"/>
              </a:buClr>
              <a:buFont typeface="Arial"/>
              <a:buChar char="•"/>
            </a:pPr>
            <a:r>
              <a:rPr b="0" lang="ja-JP" sz="2400" strike="noStrike" u="none">
                <a:solidFill>
                  <a:schemeClr val="dk1"/>
                </a:solidFill>
                <a:effectLst/>
                <a:uFillTx/>
                <a:latin typeface="Aptos"/>
              </a:rPr>
              <a:t>第 </a:t>
            </a:r>
            <a:r>
              <a:rPr b="0" lang="en-US" sz="2400" strike="noStrike" u="none">
                <a:solidFill>
                  <a:schemeClr val="dk1"/>
                </a:solidFill>
                <a:effectLst/>
                <a:uFillTx/>
                <a:latin typeface="Aptos"/>
              </a:rPr>
              <a:t>2 </a:t>
            </a:r>
            <a:r>
              <a:rPr b="0" lang="ja-JP" sz="2400" strike="noStrike" u="none">
                <a:solidFill>
                  <a:schemeClr val="dk1"/>
                </a:solidFill>
                <a:effectLst/>
                <a:uFillTx/>
                <a:latin typeface="Aptos"/>
              </a:rPr>
              <a:t>レベル</a:t>
            </a:r>
            <a:endParaRPr b="0" lang="en-US" sz="2400" strike="noStrike" u="none">
              <a:solidFill>
                <a:schemeClr val="dk1"/>
              </a:solidFill>
              <a:effectLst/>
              <a:uFillTx/>
              <a:latin typeface="Aptos"/>
            </a:endParaRPr>
          </a:p>
          <a:p>
            <a:pPr lvl="2" marL="1143000" indent="-228600" defTabSz="914400">
              <a:lnSpc>
                <a:spcPct val="90000"/>
              </a:lnSpc>
              <a:spcBef>
                <a:spcPts val="499"/>
              </a:spcBef>
              <a:buClr>
                <a:srgbClr val="000000"/>
              </a:buClr>
              <a:buFont typeface="Arial"/>
              <a:buChar char="•"/>
            </a:pPr>
            <a:r>
              <a:rPr b="0" lang="ja-JP" sz="2000" strike="noStrike" u="none">
                <a:solidFill>
                  <a:schemeClr val="dk1"/>
                </a:solidFill>
                <a:effectLst/>
                <a:uFillTx/>
                <a:latin typeface="Aptos"/>
              </a:rPr>
              <a:t>第 </a:t>
            </a:r>
            <a:r>
              <a:rPr b="0" lang="en-US" sz="2000" strike="noStrike" u="none">
                <a:solidFill>
                  <a:schemeClr val="dk1"/>
                </a:solidFill>
                <a:effectLst/>
                <a:uFillTx/>
                <a:latin typeface="Aptos"/>
              </a:rPr>
              <a:t>3 </a:t>
            </a:r>
            <a:r>
              <a:rPr b="0" lang="ja-JP" sz="2000" strike="noStrike" u="none">
                <a:solidFill>
                  <a:schemeClr val="dk1"/>
                </a:solidFill>
                <a:effectLst/>
                <a:uFillTx/>
                <a:latin typeface="Aptos"/>
              </a:rPr>
              <a:t>レベル</a:t>
            </a:r>
            <a:endParaRPr b="0" lang="en-US" sz="2000" strike="noStrike" u="none">
              <a:solidFill>
                <a:schemeClr val="dk1"/>
              </a:solidFill>
              <a:effectLst/>
              <a:uFillTx/>
              <a:latin typeface="Aptos"/>
            </a:endParaRPr>
          </a:p>
          <a:p>
            <a:pPr lvl="3" marL="1600200" indent="-228600" defTabSz="914400">
              <a:lnSpc>
                <a:spcPct val="90000"/>
              </a:lnSpc>
              <a:spcBef>
                <a:spcPts val="499"/>
              </a:spcBef>
              <a:buClr>
                <a:srgbClr val="000000"/>
              </a:buClr>
              <a:buFont typeface="Arial"/>
              <a:buChar char="•"/>
            </a:pPr>
            <a:r>
              <a:rPr b="0" lang="ja-JP" sz="1800" strike="noStrike" u="none">
                <a:solidFill>
                  <a:schemeClr val="dk1"/>
                </a:solidFill>
                <a:effectLst/>
                <a:uFillTx/>
                <a:latin typeface="Aptos"/>
              </a:rPr>
              <a:t>第 </a:t>
            </a:r>
            <a:r>
              <a:rPr b="0" lang="en-US" sz="1800" strike="noStrike" u="none">
                <a:solidFill>
                  <a:schemeClr val="dk1"/>
                </a:solidFill>
                <a:effectLst/>
                <a:uFillTx/>
                <a:latin typeface="Aptos"/>
              </a:rPr>
              <a:t>4 </a:t>
            </a:r>
            <a:r>
              <a:rPr b="0" lang="ja-JP" sz="1800" strike="noStrike" u="none">
                <a:solidFill>
                  <a:schemeClr val="dk1"/>
                </a:solidFill>
                <a:effectLst/>
                <a:uFillTx/>
                <a:latin typeface="Aptos"/>
              </a:rPr>
              <a:t>レベル</a:t>
            </a:r>
            <a:endParaRPr b="0" lang="en-US" sz="1800" strike="noStrike" u="none">
              <a:solidFill>
                <a:schemeClr val="dk1"/>
              </a:solidFill>
              <a:effectLst/>
              <a:uFillTx/>
              <a:latin typeface="Aptos"/>
            </a:endParaRPr>
          </a:p>
          <a:p>
            <a:pPr lvl="4" marL="2057400" indent="-228600" defTabSz="914400">
              <a:lnSpc>
                <a:spcPct val="90000"/>
              </a:lnSpc>
              <a:spcBef>
                <a:spcPts val="499"/>
              </a:spcBef>
              <a:buClr>
                <a:srgbClr val="000000"/>
              </a:buClr>
              <a:buFont typeface="Arial"/>
              <a:buChar char="•"/>
            </a:pPr>
            <a:r>
              <a:rPr b="0" lang="ja-JP" sz="1800" strike="noStrike" u="none">
                <a:solidFill>
                  <a:schemeClr val="dk1"/>
                </a:solidFill>
                <a:effectLst/>
                <a:uFillTx/>
                <a:latin typeface="Aptos"/>
              </a:rPr>
              <a:t>第 </a:t>
            </a:r>
            <a:r>
              <a:rPr b="0" lang="en-US" sz="1800" strike="noStrike" u="none">
                <a:solidFill>
                  <a:schemeClr val="dk1"/>
                </a:solidFill>
                <a:effectLst/>
                <a:uFillTx/>
                <a:latin typeface="Aptos"/>
              </a:rPr>
              <a:t>5 </a:t>
            </a:r>
            <a:r>
              <a:rPr b="0" lang="ja-JP" sz="1800" strike="noStrike" u="none">
                <a:solidFill>
                  <a:schemeClr val="dk1"/>
                </a:solidFill>
                <a:effectLst/>
                <a:uFillTx/>
                <a:latin typeface="Aptos"/>
              </a:rPr>
              <a:t>レベル</a:t>
            </a:r>
            <a:endParaRPr b="0" lang="en-US" sz="1800" strike="noStrike" u="none">
              <a:solidFill>
                <a:schemeClr val="dk1"/>
              </a:solidFill>
              <a:effectLst/>
              <a:uFillTx/>
              <a:latin typeface="Aptos"/>
            </a:endParaRPr>
          </a:p>
        </p:txBody>
      </p:sp>
      <p:sp>
        <p:nvSpPr>
          <p:cNvPr id="27" name="PlaceHolder 3"/>
          <p:cNvSpPr>
            <a:spLocks noGrp="1"/>
          </p:cNvSpPr>
          <p:nvPr>
            <p:ph type="body"/>
          </p:nvPr>
        </p:nvSpPr>
        <p:spPr>
          <a:xfrm>
            <a:off x="6172200" y="1825560"/>
            <a:ext cx="518112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ja-JP" sz="2800" strike="noStrike" u="none">
                <a:solidFill>
                  <a:schemeClr val="dk1"/>
                </a:solidFill>
                <a:effectLst/>
                <a:uFillTx/>
                <a:latin typeface="Aptos"/>
              </a:rPr>
              <a:t>マスター テキストの書式設定</a:t>
            </a:r>
            <a:endParaRPr b="0" lang="en-US" sz="2800" strike="noStrike" u="none">
              <a:solidFill>
                <a:schemeClr val="dk1"/>
              </a:solidFill>
              <a:effectLst/>
              <a:uFillTx/>
              <a:latin typeface="Aptos"/>
            </a:endParaRPr>
          </a:p>
          <a:p>
            <a:pPr lvl="1" marL="685800" indent="-228600" defTabSz="914400">
              <a:lnSpc>
                <a:spcPct val="90000"/>
              </a:lnSpc>
              <a:spcBef>
                <a:spcPts val="499"/>
              </a:spcBef>
              <a:buClr>
                <a:srgbClr val="000000"/>
              </a:buClr>
              <a:buFont typeface="Arial"/>
              <a:buChar char="•"/>
            </a:pPr>
            <a:r>
              <a:rPr b="0" lang="ja-JP" sz="2400" strike="noStrike" u="none">
                <a:solidFill>
                  <a:schemeClr val="dk1"/>
                </a:solidFill>
                <a:effectLst/>
                <a:uFillTx/>
                <a:latin typeface="Aptos"/>
              </a:rPr>
              <a:t>第 </a:t>
            </a:r>
            <a:r>
              <a:rPr b="0" lang="en-US" sz="2400" strike="noStrike" u="none">
                <a:solidFill>
                  <a:schemeClr val="dk1"/>
                </a:solidFill>
                <a:effectLst/>
                <a:uFillTx/>
                <a:latin typeface="Aptos"/>
              </a:rPr>
              <a:t>2 </a:t>
            </a:r>
            <a:r>
              <a:rPr b="0" lang="ja-JP" sz="2400" strike="noStrike" u="none">
                <a:solidFill>
                  <a:schemeClr val="dk1"/>
                </a:solidFill>
                <a:effectLst/>
                <a:uFillTx/>
                <a:latin typeface="Aptos"/>
              </a:rPr>
              <a:t>レベル</a:t>
            </a:r>
            <a:endParaRPr b="0" lang="en-US" sz="2400" strike="noStrike" u="none">
              <a:solidFill>
                <a:schemeClr val="dk1"/>
              </a:solidFill>
              <a:effectLst/>
              <a:uFillTx/>
              <a:latin typeface="Aptos"/>
            </a:endParaRPr>
          </a:p>
          <a:p>
            <a:pPr lvl="2" marL="1143000" indent="-228600" defTabSz="914400">
              <a:lnSpc>
                <a:spcPct val="90000"/>
              </a:lnSpc>
              <a:spcBef>
                <a:spcPts val="499"/>
              </a:spcBef>
              <a:buClr>
                <a:srgbClr val="000000"/>
              </a:buClr>
              <a:buFont typeface="Arial"/>
              <a:buChar char="•"/>
            </a:pPr>
            <a:r>
              <a:rPr b="0" lang="ja-JP" sz="2000" strike="noStrike" u="none">
                <a:solidFill>
                  <a:schemeClr val="dk1"/>
                </a:solidFill>
                <a:effectLst/>
                <a:uFillTx/>
                <a:latin typeface="Aptos"/>
              </a:rPr>
              <a:t>第 </a:t>
            </a:r>
            <a:r>
              <a:rPr b="0" lang="en-US" sz="2000" strike="noStrike" u="none">
                <a:solidFill>
                  <a:schemeClr val="dk1"/>
                </a:solidFill>
                <a:effectLst/>
                <a:uFillTx/>
                <a:latin typeface="Aptos"/>
              </a:rPr>
              <a:t>3 </a:t>
            </a:r>
            <a:r>
              <a:rPr b="0" lang="ja-JP" sz="2000" strike="noStrike" u="none">
                <a:solidFill>
                  <a:schemeClr val="dk1"/>
                </a:solidFill>
                <a:effectLst/>
                <a:uFillTx/>
                <a:latin typeface="Aptos"/>
              </a:rPr>
              <a:t>レベル</a:t>
            </a:r>
            <a:endParaRPr b="0" lang="en-US" sz="2000" strike="noStrike" u="none">
              <a:solidFill>
                <a:schemeClr val="dk1"/>
              </a:solidFill>
              <a:effectLst/>
              <a:uFillTx/>
              <a:latin typeface="Aptos"/>
            </a:endParaRPr>
          </a:p>
          <a:p>
            <a:pPr lvl="3" marL="1600200" indent="-228600" defTabSz="914400">
              <a:lnSpc>
                <a:spcPct val="90000"/>
              </a:lnSpc>
              <a:spcBef>
                <a:spcPts val="499"/>
              </a:spcBef>
              <a:buClr>
                <a:srgbClr val="000000"/>
              </a:buClr>
              <a:buFont typeface="Arial"/>
              <a:buChar char="•"/>
            </a:pPr>
            <a:r>
              <a:rPr b="0" lang="ja-JP" sz="1800" strike="noStrike" u="none">
                <a:solidFill>
                  <a:schemeClr val="dk1"/>
                </a:solidFill>
                <a:effectLst/>
                <a:uFillTx/>
                <a:latin typeface="Aptos"/>
              </a:rPr>
              <a:t>第 </a:t>
            </a:r>
            <a:r>
              <a:rPr b="0" lang="en-US" sz="1800" strike="noStrike" u="none">
                <a:solidFill>
                  <a:schemeClr val="dk1"/>
                </a:solidFill>
                <a:effectLst/>
                <a:uFillTx/>
                <a:latin typeface="Aptos"/>
              </a:rPr>
              <a:t>4 </a:t>
            </a:r>
            <a:r>
              <a:rPr b="0" lang="ja-JP" sz="1800" strike="noStrike" u="none">
                <a:solidFill>
                  <a:schemeClr val="dk1"/>
                </a:solidFill>
                <a:effectLst/>
                <a:uFillTx/>
                <a:latin typeface="Aptos"/>
              </a:rPr>
              <a:t>レベル</a:t>
            </a:r>
            <a:endParaRPr b="0" lang="en-US" sz="1800" strike="noStrike" u="none">
              <a:solidFill>
                <a:schemeClr val="dk1"/>
              </a:solidFill>
              <a:effectLst/>
              <a:uFillTx/>
              <a:latin typeface="Aptos"/>
            </a:endParaRPr>
          </a:p>
          <a:p>
            <a:pPr lvl="4" marL="2057400" indent="-228600" defTabSz="914400">
              <a:lnSpc>
                <a:spcPct val="90000"/>
              </a:lnSpc>
              <a:spcBef>
                <a:spcPts val="499"/>
              </a:spcBef>
              <a:buClr>
                <a:srgbClr val="000000"/>
              </a:buClr>
              <a:buFont typeface="Arial"/>
              <a:buChar char="•"/>
            </a:pPr>
            <a:r>
              <a:rPr b="0" lang="ja-JP" sz="1800" strike="noStrike" u="none">
                <a:solidFill>
                  <a:schemeClr val="dk1"/>
                </a:solidFill>
                <a:effectLst/>
                <a:uFillTx/>
                <a:latin typeface="Aptos"/>
              </a:rPr>
              <a:t>第 </a:t>
            </a:r>
            <a:r>
              <a:rPr b="0" lang="en-US" sz="1800" strike="noStrike" u="none">
                <a:solidFill>
                  <a:schemeClr val="dk1"/>
                </a:solidFill>
                <a:effectLst/>
                <a:uFillTx/>
                <a:latin typeface="Aptos"/>
              </a:rPr>
              <a:t>5 </a:t>
            </a:r>
            <a:r>
              <a:rPr b="0" lang="ja-JP" sz="1800" strike="noStrike" u="none">
                <a:solidFill>
                  <a:schemeClr val="dk1"/>
                </a:solidFill>
                <a:effectLst/>
                <a:uFillTx/>
                <a:latin typeface="Aptos"/>
              </a:rPr>
              <a:t>レベル</a:t>
            </a:r>
            <a:endParaRPr b="0" lang="en-US" sz="1800" strike="noStrike" u="none">
              <a:solidFill>
                <a:schemeClr val="dk1"/>
              </a:solidFill>
              <a:effectLst/>
              <a:uFillTx/>
              <a:latin typeface="Aptos"/>
            </a:endParaRPr>
          </a:p>
        </p:txBody>
      </p:sp>
      <p:sp>
        <p:nvSpPr>
          <p:cNvPr id="28" name="PlaceHolder 4"/>
          <p:cNvSpPr>
            <a:spLocks noGrp="1"/>
          </p:cNvSpPr>
          <p:nvPr>
            <p:ph type="dt" idx="16"/>
          </p:nvPr>
        </p:nvSpPr>
        <p:spPr>
          <a:xfrm>
            <a:off x="838080" y="6356520"/>
            <a:ext cx="274284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trike="noStrike" u="none">
                <a:solidFill>
                  <a:schemeClr val="dk1">
                    <a:tint val="82000"/>
                  </a:schemeClr>
                </a:solidFill>
                <a:effectLst/>
                <a:uFillTx/>
                <a:latin typeface="Aptos"/>
              </a:defRPr>
            </a:lvl1pPr>
          </a:lstStyle>
          <a:p>
            <a:pPr indent="0" defTabSz="457200">
              <a:lnSpc>
                <a:spcPct val="100000"/>
              </a:lnSpc>
              <a:buNone/>
            </a:pPr>
            <a:r>
              <a:rPr b="0" lang="en-US" sz="1200" strike="noStrike" u="none">
                <a:solidFill>
                  <a:schemeClr val="dk1">
                    <a:tint val="82000"/>
                  </a:schemeClr>
                </a:solidFill>
                <a:effectLst/>
                <a:uFillTx/>
                <a:latin typeface="Aptos"/>
              </a:rPr>
              <a:t>&lt;日付/時刻&gt;</a:t>
            </a:r>
            <a:endParaRPr b="0" lang="en-US" sz="1200" strike="noStrike" u="none">
              <a:solidFill>
                <a:srgbClr val="000000"/>
              </a:solidFill>
              <a:effectLst/>
              <a:uFillTx/>
              <a:latin typeface="Noto Serif CJK JP"/>
            </a:endParaRPr>
          </a:p>
        </p:txBody>
      </p:sp>
      <p:sp>
        <p:nvSpPr>
          <p:cNvPr id="29" name="PlaceHolder 5"/>
          <p:cNvSpPr>
            <a:spLocks noGrp="1"/>
          </p:cNvSpPr>
          <p:nvPr>
            <p:ph type="ftr" idx="17"/>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Noto Serif CJK JP"/>
              </a:defRPr>
            </a:lvl1pPr>
          </a:lstStyle>
          <a:p>
            <a:pPr indent="0" algn="ctr">
              <a:buNone/>
            </a:pPr>
            <a:r>
              <a:rPr b="0" lang="en-US" sz="1400" strike="noStrike" u="none">
                <a:solidFill>
                  <a:srgbClr val="000000"/>
                </a:solidFill>
                <a:effectLst/>
                <a:uFillTx/>
                <a:latin typeface="Noto Serif CJK JP"/>
              </a:rPr>
              <a:t>&lt;フッター&gt;</a:t>
            </a:r>
            <a:endParaRPr b="0" lang="en-US" sz="1400" strike="noStrike" u="none">
              <a:solidFill>
                <a:srgbClr val="000000"/>
              </a:solidFill>
              <a:effectLst/>
              <a:uFillTx/>
              <a:latin typeface="Noto Serif CJK JP"/>
            </a:endParaRPr>
          </a:p>
        </p:txBody>
      </p:sp>
      <p:sp>
        <p:nvSpPr>
          <p:cNvPr id="30" name="PlaceHolder 6"/>
          <p:cNvSpPr>
            <a:spLocks noGrp="1"/>
          </p:cNvSpPr>
          <p:nvPr>
            <p:ph type="sldNum" idx="18"/>
          </p:nvPr>
        </p:nvSpPr>
        <p:spPr>
          <a:xfrm>
            <a:off x="8610480" y="63565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trike="noStrike" u="none">
                <a:solidFill>
                  <a:schemeClr val="dk1">
                    <a:tint val="82000"/>
                  </a:schemeClr>
                </a:solidFill>
                <a:effectLst/>
                <a:uFillTx/>
                <a:latin typeface="Aptos"/>
              </a:defRPr>
            </a:lvl1pPr>
          </a:lstStyle>
          <a:p>
            <a:pPr indent="0" algn="r" defTabSz="457200">
              <a:lnSpc>
                <a:spcPct val="100000"/>
              </a:lnSpc>
              <a:buNone/>
            </a:pPr>
            <a:fld id="{2C354DEB-DAD7-44E2-A895-E40DF27F2D2E}" type="slidenum">
              <a:rPr b="0" lang="en-US" sz="1200" strike="noStrike" u="none">
                <a:solidFill>
                  <a:schemeClr val="dk1">
                    <a:tint val="82000"/>
                  </a:schemeClr>
                </a:solidFill>
                <a:effectLst/>
                <a:uFillTx/>
                <a:latin typeface="Aptos"/>
              </a:rPr>
              <a:t>&lt;番号&gt;</a:t>
            </a:fld>
            <a:endParaRPr b="0" lang="en-US" sz="1200" strike="noStrike" u="none">
              <a:solidFill>
                <a:srgbClr val="000000"/>
              </a:solidFill>
              <a:effectLst/>
              <a:uFillTx/>
              <a:latin typeface="Noto Serif CJK JP"/>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比較">
    <p:bg>
      <p:bgPr>
        <a:solidFill>
          <a:srgbClr val="ffffff"/>
        </a:solidFill>
      </p:bgPr>
    </p:bg>
    <p:spTree>
      <p:nvGrpSpPr>
        <p:cNvPr id="1" name=""/>
        <p:cNvGrpSpPr/>
        <p:nvPr/>
      </p:nvGrpSpPr>
      <p:grpSpPr>
        <a:xfrm>
          <a:off x="0" y="0"/>
          <a:ext cx="0" cy="0"/>
          <a:chOff x="0" y="0"/>
          <a:chExt cx="0" cy="0"/>
        </a:xfrm>
      </p:grpSpPr>
      <p:sp>
        <p:nvSpPr>
          <p:cNvPr id="31" name="PlaceHolder 1"/>
          <p:cNvSpPr>
            <a:spLocks noGrp="1"/>
          </p:cNvSpPr>
          <p:nvPr>
            <p:ph type="title"/>
          </p:nvPr>
        </p:nvSpPr>
        <p:spPr>
          <a:xfrm>
            <a:off x="8398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ja-JP" sz="4400" strike="noStrike" u="none">
                <a:solidFill>
                  <a:schemeClr val="dk1"/>
                </a:solidFill>
                <a:effectLst/>
                <a:uFillTx/>
                <a:latin typeface="Aptos Display"/>
              </a:rPr>
              <a:t>マスター タイトルの書式設定</a:t>
            </a:r>
            <a:endParaRPr b="0" lang="en-US" sz="4400" strike="noStrike" u="none">
              <a:solidFill>
                <a:schemeClr val="dk1"/>
              </a:solidFill>
              <a:effectLst/>
              <a:uFillTx/>
              <a:latin typeface="Aptos"/>
            </a:endParaRPr>
          </a:p>
        </p:txBody>
      </p:sp>
      <p:sp>
        <p:nvSpPr>
          <p:cNvPr id="32" name="PlaceHolder 2"/>
          <p:cNvSpPr>
            <a:spLocks noGrp="1"/>
          </p:cNvSpPr>
          <p:nvPr>
            <p:ph type="body"/>
          </p:nvPr>
        </p:nvSpPr>
        <p:spPr>
          <a:xfrm>
            <a:off x="839880" y="1681200"/>
            <a:ext cx="5157360" cy="82368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1" lang="ja-JP" sz="2400" strike="noStrike" u="none">
                <a:solidFill>
                  <a:schemeClr val="dk1"/>
                </a:solidFill>
                <a:effectLst/>
                <a:uFillTx/>
                <a:latin typeface="Aptos"/>
              </a:rPr>
              <a:t>マスター テキストの書式設定</a:t>
            </a:r>
            <a:endParaRPr b="0" lang="en-US" sz="2400" strike="noStrike" u="none">
              <a:solidFill>
                <a:schemeClr val="dk1"/>
              </a:solidFill>
              <a:effectLst/>
              <a:uFillTx/>
              <a:latin typeface="Aptos"/>
            </a:endParaRPr>
          </a:p>
        </p:txBody>
      </p:sp>
      <p:sp>
        <p:nvSpPr>
          <p:cNvPr id="33" name="PlaceHolder 3"/>
          <p:cNvSpPr>
            <a:spLocks noGrp="1"/>
          </p:cNvSpPr>
          <p:nvPr>
            <p:ph type="body"/>
          </p:nvPr>
        </p:nvSpPr>
        <p:spPr>
          <a:xfrm>
            <a:off x="839880" y="2505240"/>
            <a:ext cx="5157360" cy="3684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ja-JP" sz="2800" strike="noStrike" u="none">
                <a:solidFill>
                  <a:schemeClr val="dk1"/>
                </a:solidFill>
                <a:effectLst/>
                <a:uFillTx/>
                <a:latin typeface="Aptos"/>
              </a:rPr>
              <a:t>マスター テキストの書式設定</a:t>
            </a:r>
            <a:endParaRPr b="0" lang="en-US" sz="2800" strike="noStrike" u="none">
              <a:solidFill>
                <a:schemeClr val="dk1"/>
              </a:solidFill>
              <a:effectLst/>
              <a:uFillTx/>
              <a:latin typeface="Aptos"/>
            </a:endParaRPr>
          </a:p>
          <a:p>
            <a:pPr lvl="1" marL="685800" indent="-228600" defTabSz="914400">
              <a:lnSpc>
                <a:spcPct val="90000"/>
              </a:lnSpc>
              <a:spcBef>
                <a:spcPts val="499"/>
              </a:spcBef>
              <a:buClr>
                <a:srgbClr val="000000"/>
              </a:buClr>
              <a:buFont typeface="Arial"/>
              <a:buChar char="•"/>
            </a:pPr>
            <a:r>
              <a:rPr b="0" lang="ja-JP" sz="2400" strike="noStrike" u="none">
                <a:solidFill>
                  <a:schemeClr val="dk1"/>
                </a:solidFill>
                <a:effectLst/>
                <a:uFillTx/>
                <a:latin typeface="Aptos"/>
              </a:rPr>
              <a:t>第 </a:t>
            </a:r>
            <a:r>
              <a:rPr b="0" lang="en-US" sz="2400" strike="noStrike" u="none">
                <a:solidFill>
                  <a:schemeClr val="dk1"/>
                </a:solidFill>
                <a:effectLst/>
                <a:uFillTx/>
                <a:latin typeface="Aptos"/>
              </a:rPr>
              <a:t>2 </a:t>
            </a:r>
            <a:r>
              <a:rPr b="0" lang="ja-JP" sz="2400" strike="noStrike" u="none">
                <a:solidFill>
                  <a:schemeClr val="dk1"/>
                </a:solidFill>
                <a:effectLst/>
                <a:uFillTx/>
                <a:latin typeface="Aptos"/>
              </a:rPr>
              <a:t>レベル</a:t>
            </a:r>
            <a:endParaRPr b="0" lang="en-US" sz="2400" strike="noStrike" u="none">
              <a:solidFill>
                <a:schemeClr val="dk1"/>
              </a:solidFill>
              <a:effectLst/>
              <a:uFillTx/>
              <a:latin typeface="Aptos"/>
            </a:endParaRPr>
          </a:p>
          <a:p>
            <a:pPr lvl="2" marL="1143000" indent="-228600" defTabSz="914400">
              <a:lnSpc>
                <a:spcPct val="90000"/>
              </a:lnSpc>
              <a:spcBef>
                <a:spcPts val="499"/>
              </a:spcBef>
              <a:buClr>
                <a:srgbClr val="000000"/>
              </a:buClr>
              <a:buFont typeface="Arial"/>
              <a:buChar char="•"/>
            </a:pPr>
            <a:r>
              <a:rPr b="0" lang="ja-JP" sz="2000" strike="noStrike" u="none">
                <a:solidFill>
                  <a:schemeClr val="dk1"/>
                </a:solidFill>
                <a:effectLst/>
                <a:uFillTx/>
                <a:latin typeface="Aptos"/>
              </a:rPr>
              <a:t>第 </a:t>
            </a:r>
            <a:r>
              <a:rPr b="0" lang="en-US" sz="2000" strike="noStrike" u="none">
                <a:solidFill>
                  <a:schemeClr val="dk1"/>
                </a:solidFill>
                <a:effectLst/>
                <a:uFillTx/>
                <a:latin typeface="Aptos"/>
              </a:rPr>
              <a:t>3 </a:t>
            </a:r>
            <a:r>
              <a:rPr b="0" lang="ja-JP" sz="2000" strike="noStrike" u="none">
                <a:solidFill>
                  <a:schemeClr val="dk1"/>
                </a:solidFill>
                <a:effectLst/>
                <a:uFillTx/>
                <a:latin typeface="Aptos"/>
              </a:rPr>
              <a:t>レベル</a:t>
            </a:r>
            <a:endParaRPr b="0" lang="en-US" sz="2000" strike="noStrike" u="none">
              <a:solidFill>
                <a:schemeClr val="dk1"/>
              </a:solidFill>
              <a:effectLst/>
              <a:uFillTx/>
              <a:latin typeface="Aptos"/>
            </a:endParaRPr>
          </a:p>
          <a:p>
            <a:pPr lvl="3" marL="1600200" indent="-228600" defTabSz="914400">
              <a:lnSpc>
                <a:spcPct val="90000"/>
              </a:lnSpc>
              <a:spcBef>
                <a:spcPts val="499"/>
              </a:spcBef>
              <a:buClr>
                <a:srgbClr val="000000"/>
              </a:buClr>
              <a:buFont typeface="Arial"/>
              <a:buChar char="•"/>
            </a:pPr>
            <a:r>
              <a:rPr b="0" lang="ja-JP" sz="1800" strike="noStrike" u="none">
                <a:solidFill>
                  <a:schemeClr val="dk1"/>
                </a:solidFill>
                <a:effectLst/>
                <a:uFillTx/>
                <a:latin typeface="Aptos"/>
              </a:rPr>
              <a:t>第 </a:t>
            </a:r>
            <a:r>
              <a:rPr b="0" lang="en-US" sz="1800" strike="noStrike" u="none">
                <a:solidFill>
                  <a:schemeClr val="dk1"/>
                </a:solidFill>
                <a:effectLst/>
                <a:uFillTx/>
                <a:latin typeface="Aptos"/>
              </a:rPr>
              <a:t>4 </a:t>
            </a:r>
            <a:r>
              <a:rPr b="0" lang="ja-JP" sz="1800" strike="noStrike" u="none">
                <a:solidFill>
                  <a:schemeClr val="dk1"/>
                </a:solidFill>
                <a:effectLst/>
                <a:uFillTx/>
                <a:latin typeface="Aptos"/>
              </a:rPr>
              <a:t>レベル</a:t>
            </a:r>
            <a:endParaRPr b="0" lang="en-US" sz="1800" strike="noStrike" u="none">
              <a:solidFill>
                <a:schemeClr val="dk1"/>
              </a:solidFill>
              <a:effectLst/>
              <a:uFillTx/>
              <a:latin typeface="Aptos"/>
            </a:endParaRPr>
          </a:p>
          <a:p>
            <a:pPr lvl="4" marL="2057400" indent="-228600" defTabSz="914400">
              <a:lnSpc>
                <a:spcPct val="90000"/>
              </a:lnSpc>
              <a:spcBef>
                <a:spcPts val="499"/>
              </a:spcBef>
              <a:buClr>
                <a:srgbClr val="000000"/>
              </a:buClr>
              <a:buFont typeface="Arial"/>
              <a:buChar char="•"/>
            </a:pPr>
            <a:r>
              <a:rPr b="0" lang="ja-JP" sz="1800" strike="noStrike" u="none">
                <a:solidFill>
                  <a:schemeClr val="dk1"/>
                </a:solidFill>
                <a:effectLst/>
                <a:uFillTx/>
                <a:latin typeface="Aptos"/>
              </a:rPr>
              <a:t>第 </a:t>
            </a:r>
            <a:r>
              <a:rPr b="0" lang="en-US" sz="1800" strike="noStrike" u="none">
                <a:solidFill>
                  <a:schemeClr val="dk1"/>
                </a:solidFill>
                <a:effectLst/>
                <a:uFillTx/>
                <a:latin typeface="Aptos"/>
              </a:rPr>
              <a:t>5 </a:t>
            </a:r>
            <a:r>
              <a:rPr b="0" lang="ja-JP" sz="1800" strike="noStrike" u="none">
                <a:solidFill>
                  <a:schemeClr val="dk1"/>
                </a:solidFill>
                <a:effectLst/>
                <a:uFillTx/>
                <a:latin typeface="Aptos"/>
              </a:rPr>
              <a:t>レベル</a:t>
            </a:r>
            <a:endParaRPr b="0" lang="en-US" sz="1800" strike="noStrike" u="none">
              <a:solidFill>
                <a:schemeClr val="dk1"/>
              </a:solidFill>
              <a:effectLst/>
              <a:uFillTx/>
              <a:latin typeface="Aptos"/>
            </a:endParaRPr>
          </a:p>
        </p:txBody>
      </p:sp>
      <p:sp>
        <p:nvSpPr>
          <p:cNvPr id="34" name="PlaceHolder 4"/>
          <p:cNvSpPr>
            <a:spLocks noGrp="1"/>
          </p:cNvSpPr>
          <p:nvPr>
            <p:ph type="body"/>
          </p:nvPr>
        </p:nvSpPr>
        <p:spPr>
          <a:xfrm>
            <a:off x="6172200" y="1681200"/>
            <a:ext cx="5182920" cy="82368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1" lang="ja-JP" sz="2400" strike="noStrike" u="none">
                <a:solidFill>
                  <a:schemeClr val="dk1"/>
                </a:solidFill>
                <a:effectLst/>
                <a:uFillTx/>
                <a:latin typeface="Aptos"/>
              </a:rPr>
              <a:t>マスター テキストの書式設定</a:t>
            </a:r>
            <a:endParaRPr b="0" lang="en-US" sz="2400" strike="noStrike" u="none">
              <a:solidFill>
                <a:schemeClr val="dk1"/>
              </a:solidFill>
              <a:effectLst/>
              <a:uFillTx/>
              <a:latin typeface="Aptos"/>
            </a:endParaRPr>
          </a:p>
        </p:txBody>
      </p:sp>
      <p:sp>
        <p:nvSpPr>
          <p:cNvPr id="35" name="PlaceHolder 5"/>
          <p:cNvSpPr>
            <a:spLocks noGrp="1"/>
          </p:cNvSpPr>
          <p:nvPr>
            <p:ph type="body"/>
          </p:nvPr>
        </p:nvSpPr>
        <p:spPr>
          <a:xfrm>
            <a:off x="6172200" y="2505240"/>
            <a:ext cx="5182920" cy="3684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ja-JP" sz="2800" strike="noStrike" u="none">
                <a:solidFill>
                  <a:schemeClr val="dk1"/>
                </a:solidFill>
                <a:effectLst/>
                <a:uFillTx/>
                <a:latin typeface="Aptos"/>
              </a:rPr>
              <a:t>マスター テキストの書式設定</a:t>
            </a:r>
            <a:endParaRPr b="0" lang="en-US" sz="2800" strike="noStrike" u="none">
              <a:solidFill>
                <a:schemeClr val="dk1"/>
              </a:solidFill>
              <a:effectLst/>
              <a:uFillTx/>
              <a:latin typeface="Aptos"/>
            </a:endParaRPr>
          </a:p>
          <a:p>
            <a:pPr lvl="1" marL="685800" indent="-228600" defTabSz="914400">
              <a:lnSpc>
                <a:spcPct val="90000"/>
              </a:lnSpc>
              <a:spcBef>
                <a:spcPts val="499"/>
              </a:spcBef>
              <a:buClr>
                <a:srgbClr val="000000"/>
              </a:buClr>
              <a:buFont typeface="Arial"/>
              <a:buChar char="•"/>
            </a:pPr>
            <a:r>
              <a:rPr b="0" lang="ja-JP" sz="2400" strike="noStrike" u="none">
                <a:solidFill>
                  <a:schemeClr val="dk1"/>
                </a:solidFill>
                <a:effectLst/>
                <a:uFillTx/>
                <a:latin typeface="Aptos"/>
              </a:rPr>
              <a:t>第 </a:t>
            </a:r>
            <a:r>
              <a:rPr b="0" lang="en-US" sz="2400" strike="noStrike" u="none">
                <a:solidFill>
                  <a:schemeClr val="dk1"/>
                </a:solidFill>
                <a:effectLst/>
                <a:uFillTx/>
                <a:latin typeface="Aptos"/>
              </a:rPr>
              <a:t>2 </a:t>
            </a:r>
            <a:r>
              <a:rPr b="0" lang="ja-JP" sz="2400" strike="noStrike" u="none">
                <a:solidFill>
                  <a:schemeClr val="dk1"/>
                </a:solidFill>
                <a:effectLst/>
                <a:uFillTx/>
                <a:latin typeface="Aptos"/>
              </a:rPr>
              <a:t>レベル</a:t>
            </a:r>
            <a:endParaRPr b="0" lang="en-US" sz="2400" strike="noStrike" u="none">
              <a:solidFill>
                <a:schemeClr val="dk1"/>
              </a:solidFill>
              <a:effectLst/>
              <a:uFillTx/>
              <a:latin typeface="Aptos"/>
            </a:endParaRPr>
          </a:p>
          <a:p>
            <a:pPr lvl="2" marL="1143000" indent="-228600" defTabSz="914400">
              <a:lnSpc>
                <a:spcPct val="90000"/>
              </a:lnSpc>
              <a:spcBef>
                <a:spcPts val="499"/>
              </a:spcBef>
              <a:buClr>
                <a:srgbClr val="000000"/>
              </a:buClr>
              <a:buFont typeface="Arial"/>
              <a:buChar char="•"/>
            </a:pPr>
            <a:r>
              <a:rPr b="0" lang="ja-JP" sz="2000" strike="noStrike" u="none">
                <a:solidFill>
                  <a:schemeClr val="dk1"/>
                </a:solidFill>
                <a:effectLst/>
                <a:uFillTx/>
                <a:latin typeface="Aptos"/>
              </a:rPr>
              <a:t>第 </a:t>
            </a:r>
            <a:r>
              <a:rPr b="0" lang="en-US" sz="2000" strike="noStrike" u="none">
                <a:solidFill>
                  <a:schemeClr val="dk1"/>
                </a:solidFill>
                <a:effectLst/>
                <a:uFillTx/>
                <a:latin typeface="Aptos"/>
              </a:rPr>
              <a:t>3 </a:t>
            </a:r>
            <a:r>
              <a:rPr b="0" lang="ja-JP" sz="2000" strike="noStrike" u="none">
                <a:solidFill>
                  <a:schemeClr val="dk1"/>
                </a:solidFill>
                <a:effectLst/>
                <a:uFillTx/>
                <a:latin typeface="Aptos"/>
              </a:rPr>
              <a:t>レベル</a:t>
            </a:r>
            <a:endParaRPr b="0" lang="en-US" sz="2000" strike="noStrike" u="none">
              <a:solidFill>
                <a:schemeClr val="dk1"/>
              </a:solidFill>
              <a:effectLst/>
              <a:uFillTx/>
              <a:latin typeface="Aptos"/>
            </a:endParaRPr>
          </a:p>
          <a:p>
            <a:pPr lvl="3" marL="1600200" indent="-228600" defTabSz="914400">
              <a:lnSpc>
                <a:spcPct val="90000"/>
              </a:lnSpc>
              <a:spcBef>
                <a:spcPts val="499"/>
              </a:spcBef>
              <a:buClr>
                <a:srgbClr val="000000"/>
              </a:buClr>
              <a:buFont typeface="Arial"/>
              <a:buChar char="•"/>
            </a:pPr>
            <a:r>
              <a:rPr b="0" lang="ja-JP" sz="1800" strike="noStrike" u="none">
                <a:solidFill>
                  <a:schemeClr val="dk1"/>
                </a:solidFill>
                <a:effectLst/>
                <a:uFillTx/>
                <a:latin typeface="Aptos"/>
              </a:rPr>
              <a:t>第 </a:t>
            </a:r>
            <a:r>
              <a:rPr b="0" lang="en-US" sz="1800" strike="noStrike" u="none">
                <a:solidFill>
                  <a:schemeClr val="dk1"/>
                </a:solidFill>
                <a:effectLst/>
                <a:uFillTx/>
                <a:latin typeface="Aptos"/>
              </a:rPr>
              <a:t>4 </a:t>
            </a:r>
            <a:r>
              <a:rPr b="0" lang="ja-JP" sz="1800" strike="noStrike" u="none">
                <a:solidFill>
                  <a:schemeClr val="dk1"/>
                </a:solidFill>
                <a:effectLst/>
                <a:uFillTx/>
                <a:latin typeface="Aptos"/>
              </a:rPr>
              <a:t>レベル</a:t>
            </a:r>
            <a:endParaRPr b="0" lang="en-US" sz="1800" strike="noStrike" u="none">
              <a:solidFill>
                <a:schemeClr val="dk1"/>
              </a:solidFill>
              <a:effectLst/>
              <a:uFillTx/>
              <a:latin typeface="Aptos"/>
            </a:endParaRPr>
          </a:p>
          <a:p>
            <a:pPr lvl="4" marL="2057400" indent="-228600" defTabSz="914400">
              <a:lnSpc>
                <a:spcPct val="90000"/>
              </a:lnSpc>
              <a:spcBef>
                <a:spcPts val="499"/>
              </a:spcBef>
              <a:buClr>
                <a:srgbClr val="000000"/>
              </a:buClr>
              <a:buFont typeface="Arial"/>
              <a:buChar char="•"/>
            </a:pPr>
            <a:r>
              <a:rPr b="0" lang="ja-JP" sz="1800" strike="noStrike" u="none">
                <a:solidFill>
                  <a:schemeClr val="dk1"/>
                </a:solidFill>
                <a:effectLst/>
                <a:uFillTx/>
                <a:latin typeface="Aptos"/>
              </a:rPr>
              <a:t>第 </a:t>
            </a:r>
            <a:r>
              <a:rPr b="0" lang="en-US" sz="1800" strike="noStrike" u="none">
                <a:solidFill>
                  <a:schemeClr val="dk1"/>
                </a:solidFill>
                <a:effectLst/>
                <a:uFillTx/>
                <a:latin typeface="Aptos"/>
              </a:rPr>
              <a:t>5 </a:t>
            </a:r>
            <a:r>
              <a:rPr b="0" lang="ja-JP" sz="1800" strike="noStrike" u="none">
                <a:solidFill>
                  <a:schemeClr val="dk1"/>
                </a:solidFill>
                <a:effectLst/>
                <a:uFillTx/>
                <a:latin typeface="Aptos"/>
              </a:rPr>
              <a:t>レベル</a:t>
            </a:r>
            <a:endParaRPr b="0" lang="en-US" sz="1800" strike="noStrike" u="none">
              <a:solidFill>
                <a:schemeClr val="dk1"/>
              </a:solidFill>
              <a:effectLst/>
              <a:uFillTx/>
              <a:latin typeface="Aptos"/>
            </a:endParaRPr>
          </a:p>
        </p:txBody>
      </p:sp>
      <p:sp>
        <p:nvSpPr>
          <p:cNvPr id="36" name="PlaceHolder 6"/>
          <p:cNvSpPr>
            <a:spLocks noGrp="1"/>
          </p:cNvSpPr>
          <p:nvPr>
            <p:ph type="dt" idx="19"/>
          </p:nvPr>
        </p:nvSpPr>
        <p:spPr>
          <a:xfrm>
            <a:off x="838080" y="6356520"/>
            <a:ext cx="274284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trike="noStrike" u="none">
                <a:solidFill>
                  <a:schemeClr val="dk1">
                    <a:tint val="82000"/>
                  </a:schemeClr>
                </a:solidFill>
                <a:effectLst/>
                <a:uFillTx/>
                <a:latin typeface="Aptos"/>
              </a:defRPr>
            </a:lvl1pPr>
          </a:lstStyle>
          <a:p>
            <a:pPr indent="0" defTabSz="457200">
              <a:lnSpc>
                <a:spcPct val="100000"/>
              </a:lnSpc>
              <a:buNone/>
            </a:pPr>
            <a:r>
              <a:rPr b="0" lang="en-US" sz="1200" strike="noStrike" u="none">
                <a:solidFill>
                  <a:schemeClr val="dk1">
                    <a:tint val="82000"/>
                  </a:schemeClr>
                </a:solidFill>
                <a:effectLst/>
                <a:uFillTx/>
                <a:latin typeface="Aptos"/>
              </a:rPr>
              <a:t>&lt;日付/時刻&gt;</a:t>
            </a:r>
            <a:endParaRPr b="0" lang="en-US" sz="1200" strike="noStrike" u="none">
              <a:solidFill>
                <a:srgbClr val="000000"/>
              </a:solidFill>
              <a:effectLst/>
              <a:uFillTx/>
              <a:latin typeface="Noto Serif CJK JP"/>
            </a:endParaRPr>
          </a:p>
        </p:txBody>
      </p:sp>
      <p:sp>
        <p:nvSpPr>
          <p:cNvPr id="37" name="PlaceHolder 7"/>
          <p:cNvSpPr>
            <a:spLocks noGrp="1"/>
          </p:cNvSpPr>
          <p:nvPr>
            <p:ph type="ftr" idx="20"/>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Noto Serif CJK JP"/>
              </a:defRPr>
            </a:lvl1pPr>
          </a:lstStyle>
          <a:p>
            <a:pPr indent="0" algn="ctr">
              <a:buNone/>
            </a:pPr>
            <a:r>
              <a:rPr b="0" lang="en-US" sz="1400" strike="noStrike" u="none">
                <a:solidFill>
                  <a:srgbClr val="000000"/>
                </a:solidFill>
                <a:effectLst/>
                <a:uFillTx/>
                <a:latin typeface="Noto Serif CJK JP"/>
              </a:rPr>
              <a:t>&lt;フッター&gt;</a:t>
            </a:r>
            <a:endParaRPr b="0" lang="en-US" sz="1400" strike="noStrike" u="none">
              <a:solidFill>
                <a:srgbClr val="000000"/>
              </a:solidFill>
              <a:effectLst/>
              <a:uFillTx/>
              <a:latin typeface="Noto Serif CJK JP"/>
            </a:endParaRPr>
          </a:p>
        </p:txBody>
      </p:sp>
      <p:sp>
        <p:nvSpPr>
          <p:cNvPr id="38" name="PlaceHolder 8"/>
          <p:cNvSpPr>
            <a:spLocks noGrp="1"/>
          </p:cNvSpPr>
          <p:nvPr>
            <p:ph type="sldNum" idx="21"/>
          </p:nvPr>
        </p:nvSpPr>
        <p:spPr>
          <a:xfrm>
            <a:off x="8610480" y="63565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trike="noStrike" u="none">
                <a:solidFill>
                  <a:schemeClr val="dk1">
                    <a:tint val="82000"/>
                  </a:schemeClr>
                </a:solidFill>
                <a:effectLst/>
                <a:uFillTx/>
                <a:latin typeface="Aptos"/>
              </a:defRPr>
            </a:lvl1pPr>
          </a:lstStyle>
          <a:p>
            <a:pPr indent="0" algn="r" defTabSz="457200">
              <a:lnSpc>
                <a:spcPct val="100000"/>
              </a:lnSpc>
              <a:buNone/>
            </a:pPr>
            <a:fld id="{FC782A2D-3346-46B5-8AD4-11B8D7B55424}" type="slidenum">
              <a:rPr b="0" lang="en-US" sz="1200" strike="noStrike" u="none">
                <a:solidFill>
                  <a:schemeClr val="dk1">
                    <a:tint val="82000"/>
                  </a:schemeClr>
                </a:solidFill>
                <a:effectLst/>
                <a:uFillTx/>
                <a:latin typeface="Aptos"/>
              </a:rPr>
              <a:t>&lt;番号&gt;</a:t>
            </a:fld>
            <a:endParaRPr b="0" lang="en-US" sz="1200" strike="noStrike" u="none">
              <a:solidFill>
                <a:srgbClr val="000000"/>
              </a:solidFill>
              <a:effectLst/>
              <a:uFillTx/>
              <a:latin typeface="Noto Serif CJK JP"/>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タイトルのみ">
    <p:bg>
      <p:bgPr>
        <a:solidFill>
          <a:srgbClr val="ffffff"/>
        </a:solidFill>
      </p:bgPr>
    </p:bg>
    <p:spTree>
      <p:nvGrpSpPr>
        <p:cNvPr id="1" name=""/>
        <p:cNvGrpSpPr/>
        <p:nvPr/>
      </p:nvGrpSpPr>
      <p:grpSpPr>
        <a:xfrm>
          <a:off x="0" y="0"/>
          <a:ext cx="0" cy="0"/>
          <a:chOff x="0" y="0"/>
          <a:chExt cx="0" cy="0"/>
        </a:xfrm>
      </p:grpSpPr>
      <p:sp>
        <p:nvSpPr>
          <p:cNvPr id="39"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ja-JP" sz="4400" strike="noStrike" u="none">
                <a:solidFill>
                  <a:schemeClr val="dk1"/>
                </a:solidFill>
                <a:effectLst/>
                <a:uFillTx/>
                <a:latin typeface="Aptos Display"/>
              </a:rPr>
              <a:t>マスター タイトルの書式設定</a:t>
            </a:r>
            <a:endParaRPr b="0" lang="en-US" sz="4400" strike="noStrike" u="none">
              <a:solidFill>
                <a:schemeClr val="dk1"/>
              </a:solidFill>
              <a:effectLst/>
              <a:uFillTx/>
              <a:latin typeface="Aptos"/>
            </a:endParaRPr>
          </a:p>
        </p:txBody>
      </p:sp>
      <p:sp>
        <p:nvSpPr>
          <p:cNvPr id="40" name="PlaceHolder 2"/>
          <p:cNvSpPr>
            <a:spLocks noGrp="1"/>
          </p:cNvSpPr>
          <p:nvPr>
            <p:ph type="dt" idx="22"/>
          </p:nvPr>
        </p:nvSpPr>
        <p:spPr>
          <a:xfrm>
            <a:off x="838080" y="6356520"/>
            <a:ext cx="274284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trike="noStrike" u="none">
                <a:solidFill>
                  <a:schemeClr val="dk1">
                    <a:tint val="82000"/>
                  </a:schemeClr>
                </a:solidFill>
                <a:effectLst/>
                <a:uFillTx/>
                <a:latin typeface="Aptos"/>
              </a:defRPr>
            </a:lvl1pPr>
          </a:lstStyle>
          <a:p>
            <a:pPr indent="0" defTabSz="457200">
              <a:lnSpc>
                <a:spcPct val="100000"/>
              </a:lnSpc>
              <a:buNone/>
            </a:pPr>
            <a:r>
              <a:rPr b="0" lang="en-US" sz="1200" strike="noStrike" u="none">
                <a:solidFill>
                  <a:schemeClr val="dk1">
                    <a:tint val="82000"/>
                  </a:schemeClr>
                </a:solidFill>
                <a:effectLst/>
                <a:uFillTx/>
                <a:latin typeface="Aptos"/>
              </a:rPr>
              <a:t>&lt;日付/時刻&gt;</a:t>
            </a:r>
            <a:endParaRPr b="0" lang="en-US" sz="1200" strike="noStrike" u="none">
              <a:solidFill>
                <a:srgbClr val="000000"/>
              </a:solidFill>
              <a:effectLst/>
              <a:uFillTx/>
              <a:latin typeface="Noto Serif CJK JP"/>
            </a:endParaRPr>
          </a:p>
        </p:txBody>
      </p:sp>
      <p:sp>
        <p:nvSpPr>
          <p:cNvPr id="41" name="PlaceHolder 3"/>
          <p:cNvSpPr>
            <a:spLocks noGrp="1"/>
          </p:cNvSpPr>
          <p:nvPr>
            <p:ph type="ftr" idx="23"/>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Noto Serif CJK JP"/>
              </a:defRPr>
            </a:lvl1pPr>
          </a:lstStyle>
          <a:p>
            <a:pPr indent="0" algn="ctr">
              <a:buNone/>
            </a:pPr>
            <a:r>
              <a:rPr b="0" lang="en-US" sz="1400" strike="noStrike" u="none">
                <a:solidFill>
                  <a:srgbClr val="000000"/>
                </a:solidFill>
                <a:effectLst/>
                <a:uFillTx/>
                <a:latin typeface="Noto Serif CJK JP"/>
              </a:rPr>
              <a:t>&lt;フッター&gt;</a:t>
            </a:r>
            <a:endParaRPr b="0" lang="en-US" sz="1400" strike="noStrike" u="none">
              <a:solidFill>
                <a:srgbClr val="000000"/>
              </a:solidFill>
              <a:effectLst/>
              <a:uFillTx/>
              <a:latin typeface="Noto Serif CJK JP"/>
            </a:endParaRPr>
          </a:p>
        </p:txBody>
      </p:sp>
      <p:sp>
        <p:nvSpPr>
          <p:cNvPr id="42" name="PlaceHolder 4"/>
          <p:cNvSpPr>
            <a:spLocks noGrp="1"/>
          </p:cNvSpPr>
          <p:nvPr>
            <p:ph type="sldNum" idx="24"/>
          </p:nvPr>
        </p:nvSpPr>
        <p:spPr>
          <a:xfrm>
            <a:off x="8610480" y="63565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trike="noStrike" u="none">
                <a:solidFill>
                  <a:schemeClr val="dk1">
                    <a:tint val="82000"/>
                  </a:schemeClr>
                </a:solidFill>
                <a:effectLst/>
                <a:uFillTx/>
                <a:latin typeface="Aptos"/>
              </a:defRPr>
            </a:lvl1pPr>
          </a:lstStyle>
          <a:p>
            <a:pPr indent="0" algn="r" defTabSz="457200">
              <a:lnSpc>
                <a:spcPct val="100000"/>
              </a:lnSpc>
              <a:buNone/>
            </a:pPr>
            <a:fld id="{127EFBAA-EEEE-4D3A-B195-8CE7162A3B7B}" type="slidenum">
              <a:rPr b="0" lang="en-US" sz="1200" strike="noStrike" u="none">
                <a:solidFill>
                  <a:schemeClr val="dk1">
                    <a:tint val="82000"/>
                  </a:schemeClr>
                </a:solidFill>
                <a:effectLst/>
                <a:uFillTx/>
                <a:latin typeface="Aptos"/>
              </a:rPr>
              <a:t>&lt;番号&gt;</a:t>
            </a:fld>
            <a:endParaRPr b="0" lang="en-US" sz="1200" strike="noStrike" u="none">
              <a:solidFill>
                <a:srgbClr val="000000"/>
              </a:solidFill>
              <a:effectLst/>
              <a:uFillTx/>
              <a:latin typeface="Noto Serif CJK JP"/>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白紙">
    <p:bg>
      <p:bgPr>
        <a:solidFill>
          <a:srgbClr val="ffffff"/>
        </a:solidFill>
      </p:bgPr>
    </p:bg>
    <p:spTree>
      <p:nvGrpSpPr>
        <p:cNvPr id="1" name=""/>
        <p:cNvGrpSpPr/>
        <p:nvPr/>
      </p:nvGrpSpPr>
      <p:grpSpPr>
        <a:xfrm>
          <a:off x="0" y="0"/>
          <a:ext cx="0" cy="0"/>
          <a:chOff x="0" y="0"/>
          <a:chExt cx="0" cy="0"/>
        </a:xfrm>
      </p:grpSpPr>
      <p:sp>
        <p:nvSpPr>
          <p:cNvPr id="43" name="PlaceHolder 1"/>
          <p:cNvSpPr>
            <a:spLocks noGrp="1"/>
          </p:cNvSpPr>
          <p:nvPr>
            <p:ph type="dt" idx="25"/>
          </p:nvPr>
        </p:nvSpPr>
        <p:spPr>
          <a:xfrm>
            <a:off x="838080" y="6356520"/>
            <a:ext cx="274284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trike="noStrike" u="none">
                <a:solidFill>
                  <a:schemeClr val="dk1">
                    <a:tint val="82000"/>
                  </a:schemeClr>
                </a:solidFill>
                <a:effectLst/>
                <a:uFillTx/>
                <a:latin typeface="Aptos"/>
              </a:defRPr>
            </a:lvl1pPr>
          </a:lstStyle>
          <a:p>
            <a:pPr indent="0" defTabSz="457200">
              <a:lnSpc>
                <a:spcPct val="100000"/>
              </a:lnSpc>
              <a:buNone/>
            </a:pPr>
            <a:r>
              <a:rPr b="0" lang="en-US" sz="1200" strike="noStrike" u="none">
                <a:solidFill>
                  <a:schemeClr val="dk1">
                    <a:tint val="82000"/>
                  </a:schemeClr>
                </a:solidFill>
                <a:effectLst/>
                <a:uFillTx/>
                <a:latin typeface="Aptos"/>
              </a:rPr>
              <a:t>&lt;日付/時刻&gt;</a:t>
            </a:r>
            <a:endParaRPr b="0" lang="en-US" sz="1200" strike="noStrike" u="none">
              <a:solidFill>
                <a:srgbClr val="000000"/>
              </a:solidFill>
              <a:effectLst/>
              <a:uFillTx/>
              <a:latin typeface="Noto Serif CJK JP"/>
            </a:endParaRPr>
          </a:p>
        </p:txBody>
      </p:sp>
      <p:sp>
        <p:nvSpPr>
          <p:cNvPr id="44" name="PlaceHolder 2"/>
          <p:cNvSpPr>
            <a:spLocks noGrp="1"/>
          </p:cNvSpPr>
          <p:nvPr>
            <p:ph type="ftr" idx="26"/>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Noto Serif CJK JP"/>
              </a:defRPr>
            </a:lvl1pPr>
          </a:lstStyle>
          <a:p>
            <a:pPr indent="0" algn="ctr">
              <a:buNone/>
            </a:pPr>
            <a:r>
              <a:rPr b="0" lang="en-US" sz="1400" strike="noStrike" u="none">
                <a:solidFill>
                  <a:srgbClr val="000000"/>
                </a:solidFill>
                <a:effectLst/>
                <a:uFillTx/>
                <a:latin typeface="Noto Serif CJK JP"/>
              </a:rPr>
              <a:t>&lt;フッター&gt;</a:t>
            </a:r>
            <a:endParaRPr b="0" lang="en-US" sz="1400" strike="noStrike" u="none">
              <a:solidFill>
                <a:srgbClr val="000000"/>
              </a:solidFill>
              <a:effectLst/>
              <a:uFillTx/>
              <a:latin typeface="Noto Serif CJK JP"/>
            </a:endParaRPr>
          </a:p>
        </p:txBody>
      </p:sp>
      <p:sp>
        <p:nvSpPr>
          <p:cNvPr id="45" name="PlaceHolder 3"/>
          <p:cNvSpPr>
            <a:spLocks noGrp="1"/>
          </p:cNvSpPr>
          <p:nvPr>
            <p:ph type="sldNum" idx="27"/>
          </p:nvPr>
        </p:nvSpPr>
        <p:spPr>
          <a:xfrm>
            <a:off x="8610480" y="63565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trike="noStrike" u="none">
                <a:solidFill>
                  <a:schemeClr val="dk1">
                    <a:tint val="82000"/>
                  </a:schemeClr>
                </a:solidFill>
                <a:effectLst/>
                <a:uFillTx/>
                <a:latin typeface="Aptos"/>
              </a:defRPr>
            </a:lvl1pPr>
          </a:lstStyle>
          <a:p>
            <a:pPr indent="0" algn="r" defTabSz="457200">
              <a:lnSpc>
                <a:spcPct val="100000"/>
              </a:lnSpc>
              <a:buNone/>
            </a:pPr>
            <a:fld id="{6EA9DC2F-C18F-42B5-9D42-960128CD914A}" type="slidenum">
              <a:rPr b="0" lang="en-US" sz="1200" strike="noStrike" u="none">
                <a:solidFill>
                  <a:schemeClr val="dk1">
                    <a:tint val="82000"/>
                  </a:schemeClr>
                </a:solidFill>
                <a:effectLst/>
                <a:uFillTx/>
                <a:latin typeface="Aptos"/>
              </a:rPr>
              <a:t>&lt;番号&gt;</a:t>
            </a:fld>
            <a:endParaRPr b="0" lang="en-US" sz="1200" strike="noStrike" u="none">
              <a:solidFill>
                <a:srgbClr val="000000"/>
              </a:solidFill>
              <a:effectLst/>
              <a:uFillTx/>
              <a:latin typeface="Noto Serif CJK JP"/>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タイトル付きのコンテンツ">
    <p:bg>
      <p:bgPr>
        <a:solidFill>
          <a:srgbClr val="ffffff"/>
        </a:solidFill>
      </p:bgPr>
    </p:bg>
    <p:spTree>
      <p:nvGrpSpPr>
        <p:cNvPr id="1" name=""/>
        <p:cNvGrpSpPr/>
        <p:nvPr/>
      </p:nvGrpSpPr>
      <p:grpSpPr>
        <a:xfrm>
          <a:off x="0" y="0"/>
          <a:ext cx="0" cy="0"/>
          <a:chOff x="0" y="0"/>
          <a:chExt cx="0" cy="0"/>
        </a:xfrm>
      </p:grpSpPr>
      <p:sp>
        <p:nvSpPr>
          <p:cNvPr id="46"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Autofit/>
          </a:bodyPr>
          <a:p>
            <a:pPr indent="0" defTabSz="914400">
              <a:lnSpc>
                <a:spcPct val="90000"/>
              </a:lnSpc>
              <a:buNone/>
            </a:pPr>
            <a:r>
              <a:rPr b="0" lang="ja-JP" sz="3200" strike="noStrike" u="none">
                <a:solidFill>
                  <a:schemeClr val="dk1"/>
                </a:solidFill>
                <a:effectLst/>
                <a:uFillTx/>
                <a:latin typeface="Aptos Display"/>
              </a:rPr>
              <a:t>マスター タイトルの書式設定</a:t>
            </a:r>
            <a:endParaRPr b="0" lang="en-US" sz="3200" strike="noStrike" u="none">
              <a:solidFill>
                <a:schemeClr val="dk1"/>
              </a:solidFill>
              <a:effectLst/>
              <a:uFillTx/>
              <a:latin typeface="Aptos"/>
            </a:endParaRPr>
          </a:p>
        </p:txBody>
      </p:sp>
      <p:sp>
        <p:nvSpPr>
          <p:cNvPr id="47" name="PlaceHolder 2"/>
          <p:cNvSpPr>
            <a:spLocks noGrp="1"/>
          </p:cNvSpPr>
          <p:nvPr>
            <p:ph type="body"/>
          </p:nvPr>
        </p:nvSpPr>
        <p:spPr>
          <a:xfrm>
            <a:off x="5183280" y="987480"/>
            <a:ext cx="6171840" cy="487332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ja-JP" sz="3200" strike="noStrike" u="none">
                <a:solidFill>
                  <a:schemeClr val="dk1"/>
                </a:solidFill>
                <a:effectLst/>
                <a:uFillTx/>
                <a:latin typeface="Aptos"/>
              </a:rPr>
              <a:t>マスター テキストの書式設定</a:t>
            </a:r>
            <a:endParaRPr b="0" lang="en-US" sz="3200" strike="noStrike" u="none">
              <a:solidFill>
                <a:schemeClr val="dk1"/>
              </a:solidFill>
              <a:effectLst/>
              <a:uFillTx/>
              <a:latin typeface="Aptos"/>
            </a:endParaRPr>
          </a:p>
          <a:p>
            <a:pPr lvl="1" marL="685800" indent="-228600" defTabSz="914400">
              <a:lnSpc>
                <a:spcPct val="90000"/>
              </a:lnSpc>
              <a:spcBef>
                <a:spcPts val="499"/>
              </a:spcBef>
              <a:buClr>
                <a:srgbClr val="000000"/>
              </a:buClr>
              <a:buFont typeface="Arial"/>
              <a:buChar char="•"/>
            </a:pPr>
            <a:r>
              <a:rPr b="0" lang="ja-JP" sz="2800" strike="noStrike" u="none">
                <a:solidFill>
                  <a:schemeClr val="dk1"/>
                </a:solidFill>
                <a:effectLst/>
                <a:uFillTx/>
                <a:latin typeface="Aptos"/>
              </a:rPr>
              <a:t>第 </a:t>
            </a:r>
            <a:r>
              <a:rPr b="0" lang="en-US" sz="2800" strike="noStrike" u="none">
                <a:solidFill>
                  <a:schemeClr val="dk1"/>
                </a:solidFill>
                <a:effectLst/>
                <a:uFillTx/>
                <a:latin typeface="Aptos"/>
              </a:rPr>
              <a:t>2 </a:t>
            </a:r>
            <a:r>
              <a:rPr b="0" lang="ja-JP" sz="2800" strike="noStrike" u="none">
                <a:solidFill>
                  <a:schemeClr val="dk1"/>
                </a:solidFill>
                <a:effectLst/>
                <a:uFillTx/>
                <a:latin typeface="Aptos"/>
              </a:rPr>
              <a:t>レベル</a:t>
            </a:r>
            <a:endParaRPr b="0" lang="en-US" sz="2800" strike="noStrike" u="none">
              <a:solidFill>
                <a:schemeClr val="dk1"/>
              </a:solidFill>
              <a:effectLst/>
              <a:uFillTx/>
              <a:latin typeface="Aptos"/>
            </a:endParaRPr>
          </a:p>
          <a:p>
            <a:pPr lvl="2" marL="1143000" indent="-228600" defTabSz="914400">
              <a:lnSpc>
                <a:spcPct val="90000"/>
              </a:lnSpc>
              <a:spcBef>
                <a:spcPts val="499"/>
              </a:spcBef>
              <a:buClr>
                <a:srgbClr val="000000"/>
              </a:buClr>
              <a:buFont typeface="Arial"/>
              <a:buChar char="•"/>
            </a:pPr>
            <a:r>
              <a:rPr b="0" lang="ja-JP" sz="2400" strike="noStrike" u="none">
                <a:solidFill>
                  <a:schemeClr val="dk1"/>
                </a:solidFill>
                <a:effectLst/>
                <a:uFillTx/>
                <a:latin typeface="Aptos"/>
              </a:rPr>
              <a:t>第 </a:t>
            </a:r>
            <a:r>
              <a:rPr b="0" lang="en-US" sz="2400" strike="noStrike" u="none">
                <a:solidFill>
                  <a:schemeClr val="dk1"/>
                </a:solidFill>
                <a:effectLst/>
                <a:uFillTx/>
                <a:latin typeface="Aptos"/>
              </a:rPr>
              <a:t>3 </a:t>
            </a:r>
            <a:r>
              <a:rPr b="0" lang="ja-JP" sz="2400" strike="noStrike" u="none">
                <a:solidFill>
                  <a:schemeClr val="dk1"/>
                </a:solidFill>
                <a:effectLst/>
                <a:uFillTx/>
                <a:latin typeface="Aptos"/>
              </a:rPr>
              <a:t>レベル</a:t>
            </a:r>
            <a:endParaRPr b="0" lang="en-US" sz="2400" strike="noStrike" u="none">
              <a:solidFill>
                <a:schemeClr val="dk1"/>
              </a:solidFill>
              <a:effectLst/>
              <a:uFillTx/>
              <a:latin typeface="Aptos"/>
            </a:endParaRPr>
          </a:p>
          <a:p>
            <a:pPr lvl="3" marL="1600200" indent="-228600" defTabSz="914400">
              <a:lnSpc>
                <a:spcPct val="90000"/>
              </a:lnSpc>
              <a:spcBef>
                <a:spcPts val="499"/>
              </a:spcBef>
              <a:buClr>
                <a:srgbClr val="000000"/>
              </a:buClr>
              <a:buFont typeface="Arial"/>
              <a:buChar char="•"/>
            </a:pPr>
            <a:r>
              <a:rPr b="0" lang="ja-JP" sz="2000" strike="noStrike" u="none">
                <a:solidFill>
                  <a:schemeClr val="dk1"/>
                </a:solidFill>
                <a:effectLst/>
                <a:uFillTx/>
                <a:latin typeface="Aptos"/>
              </a:rPr>
              <a:t>第 </a:t>
            </a:r>
            <a:r>
              <a:rPr b="0" lang="en-US" sz="2000" strike="noStrike" u="none">
                <a:solidFill>
                  <a:schemeClr val="dk1"/>
                </a:solidFill>
                <a:effectLst/>
                <a:uFillTx/>
                <a:latin typeface="Aptos"/>
              </a:rPr>
              <a:t>4 </a:t>
            </a:r>
            <a:r>
              <a:rPr b="0" lang="ja-JP" sz="2000" strike="noStrike" u="none">
                <a:solidFill>
                  <a:schemeClr val="dk1"/>
                </a:solidFill>
                <a:effectLst/>
                <a:uFillTx/>
                <a:latin typeface="Aptos"/>
              </a:rPr>
              <a:t>レベル</a:t>
            </a:r>
            <a:endParaRPr b="0" lang="en-US" sz="2000" strike="noStrike" u="none">
              <a:solidFill>
                <a:schemeClr val="dk1"/>
              </a:solidFill>
              <a:effectLst/>
              <a:uFillTx/>
              <a:latin typeface="Aptos"/>
            </a:endParaRPr>
          </a:p>
          <a:p>
            <a:pPr lvl="4" marL="2057400" indent="-228600" defTabSz="914400">
              <a:lnSpc>
                <a:spcPct val="90000"/>
              </a:lnSpc>
              <a:spcBef>
                <a:spcPts val="499"/>
              </a:spcBef>
              <a:buClr>
                <a:srgbClr val="000000"/>
              </a:buClr>
              <a:buFont typeface="Arial"/>
              <a:buChar char="•"/>
            </a:pPr>
            <a:r>
              <a:rPr b="0" lang="ja-JP" sz="2000" strike="noStrike" u="none">
                <a:solidFill>
                  <a:schemeClr val="dk1"/>
                </a:solidFill>
                <a:effectLst/>
                <a:uFillTx/>
                <a:latin typeface="Aptos"/>
              </a:rPr>
              <a:t>第 </a:t>
            </a:r>
            <a:r>
              <a:rPr b="0" lang="en-US" sz="2000" strike="noStrike" u="none">
                <a:solidFill>
                  <a:schemeClr val="dk1"/>
                </a:solidFill>
                <a:effectLst/>
                <a:uFillTx/>
                <a:latin typeface="Aptos"/>
              </a:rPr>
              <a:t>5 </a:t>
            </a:r>
            <a:r>
              <a:rPr b="0" lang="ja-JP" sz="2000" strike="noStrike" u="none">
                <a:solidFill>
                  <a:schemeClr val="dk1"/>
                </a:solidFill>
                <a:effectLst/>
                <a:uFillTx/>
                <a:latin typeface="Aptos"/>
              </a:rPr>
              <a:t>レベル</a:t>
            </a:r>
            <a:endParaRPr b="0" lang="en-US" sz="2000" strike="noStrike" u="none">
              <a:solidFill>
                <a:schemeClr val="dk1"/>
              </a:solidFill>
              <a:effectLst/>
              <a:uFillTx/>
              <a:latin typeface="Aptos"/>
            </a:endParaRPr>
          </a:p>
        </p:txBody>
      </p:sp>
      <p:sp>
        <p:nvSpPr>
          <p:cNvPr id="48" name="PlaceHolder 3"/>
          <p:cNvSpPr>
            <a:spLocks noGrp="1"/>
          </p:cNvSpPr>
          <p:nvPr>
            <p:ph type="body"/>
          </p:nvPr>
        </p:nvSpPr>
        <p:spPr>
          <a:xfrm>
            <a:off x="839880" y="2057400"/>
            <a:ext cx="3931920" cy="38113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ja-JP" sz="1600" strike="noStrike" u="none">
                <a:solidFill>
                  <a:schemeClr val="dk1"/>
                </a:solidFill>
                <a:effectLst/>
                <a:uFillTx/>
                <a:latin typeface="Aptos"/>
              </a:rPr>
              <a:t>マスター テキストの書式設定</a:t>
            </a:r>
            <a:endParaRPr b="0" lang="en-US" sz="1600" strike="noStrike" u="none">
              <a:solidFill>
                <a:schemeClr val="dk1"/>
              </a:solidFill>
              <a:effectLst/>
              <a:uFillTx/>
              <a:latin typeface="Aptos"/>
            </a:endParaRPr>
          </a:p>
        </p:txBody>
      </p:sp>
      <p:sp>
        <p:nvSpPr>
          <p:cNvPr id="49" name="PlaceHolder 4"/>
          <p:cNvSpPr>
            <a:spLocks noGrp="1"/>
          </p:cNvSpPr>
          <p:nvPr>
            <p:ph type="dt" idx="28"/>
          </p:nvPr>
        </p:nvSpPr>
        <p:spPr>
          <a:xfrm>
            <a:off x="838080" y="6356520"/>
            <a:ext cx="274284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trike="noStrike" u="none">
                <a:solidFill>
                  <a:schemeClr val="dk1">
                    <a:tint val="82000"/>
                  </a:schemeClr>
                </a:solidFill>
                <a:effectLst/>
                <a:uFillTx/>
                <a:latin typeface="Aptos"/>
              </a:defRPr>
            </a:lvl1pPr>
          </a:lstStyle>
          <a:p>
            <a:pPr indent="0" defTabSz="457200">
              <a:lnSpc>
                <a:spcPct val="100000"/>
              </a:lnSpc>
              <a:buNone/>
            </a:pPr>
            <a:r>
              <a:rPr b="0" lang="en-US" sz="1200" strike="noStrike" u="none">
                <a:solidFill>
                  <a:schemeClr val="dk1">
                    <a:tint val="82000"/>
                  </a:schemeClr>
                </a:solidFill>
                <a:effectLst/>
                <a:uFillTx/>
                <a:latin typeface="Aptos"/>
              </a:rPr>
              <a:t>&lt;日付/時刻&gt;</a:t>
            </a:r>
            <a:endParaRPr b="0" lang="en-US" sz="1200" strike="noStrike" u="none">
              <a:solidFill>
                <a:srgbClr val="000000"/>
              </a:solidFill>
              <a:effectLst/>
              <a:uFillTx/>
              <a:latin typeface="Noto Serif CJK JP"/>
            </a:endParaRPr>
          </a:p>
        </p:txBody>
      </p:sp>
      <p:sp>
        <p:nvSpPr>
          <p:cNvPr id="50" name="PlaceHolder 5"/>
          <p:cNvSpPr>
            <a:spLocks noGrp="1"/>
          </p:cNvSpPr>
          <p:nvPr>
            <p:ph type="ftr" idx="29"/>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Noto Serif CJK JP"/>
              </a:defRPr>
            </a:lvl1pPr>
          </a:lstStyle>
          <a:p>
            <a:pPr indent="0" algn="ctr">
              <a:buNone/>
            </a:pPr>
            <a:r>
              <a:rPr b="0" lang="en-US" sz="1400" strike="noStrike" u="none">
                <a:solidFill>
                  <a:srgbClr val="000000"/>
                </a:solidFill>
                <a:effectLst/>
                <a:uFillTx/>
                <a:latin typeface="Noto Serif CJK JP"/>
              </a:rPr>
              <a:t>&lt;フッター&gt;</a:t>
            </a:r>
            <a:endParaRPr b="0" lang="en-US" sz="1400" strike="noStrike" u="none">
              <a:solidFill>
                <a:srgbClr val="000000"/>
              </a:solidFill>
              <a:effectLst/>
              <a:uFillTx/>
              <a:latin typeface="Noto Serif CJK JP"/>
            </a:endParaRPr>
          </a:p>
        </p:txBody>
      </p:sp>
      <p:sp>
        <p:nvSpPr>
          <p:cNvPr id="51" name="PlaceHolder 6"/>
          <p:cNvSpPr>
            <a:spLocks noGrp="1"/>
          </p:cNvSpPr>
          <p:nvPr>
            <p:ph type="sldNum" idx="30"/>
          </p:nvPr>
        </p:nvSpPr>
        <p:spPr>
          <a:xfrm>
            <a:off x="8610480" y="63565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trike="noStrike" u="none">
                <a:solidFill>
                  <a:schemeClr val="dk1">
                    <a:tint val="82000"/>
                  </a:schemeClr>
                </a:solidFill>
                <a:effectLst/>
                <a:uFillTx/>
                <a:latin typeface="Aptos"/>
              </a:defRPr>
            </a:lvl1pPr>
          </a:lstStyle>
          <a:p>
            <a:pPr indent="0" algn="r" defTabSz="457200">
              <a:lnSpc>
                <a:spcPct val="100000"/>
              </a:lnSpc>
              <a:buNone/>
            </a:pPr>
            <a:fld id="{89484F83-D162-4A4E-896B-BFF4A04EC6FC}" type="slidenum">
              <a:rPr b="0" lang="en-US" sz="1200" strike="noStrike" u="none">
                <a:solidFill>
                  <a:schemeClr val="dk1">
                    <a:tint val="82000"/>
                  </a:schemeClr>
                </a:solidFill>
                <a:effectLst/>
                <a:uFillTx/>
                <a:latin typeface="Aptos"/>
              </a:rPr>
              <a:t>&lt;番号&gt;</a:t>
            </a:fld>
            <a:endParaRPr b="0" lang="en-US" sz="1200" strike="noStrike" u="none">
              <a:solidFill>
                <a:srgbClr val="000000"/>
              </a:solidFill>
              <a:effectLst/>
              <a:uFillTx/>
              <a:latin typeface="Noto Serif CJK JP"/>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タイトル付きの図">
    <p:bg>
      <p:bgPr>
        <a:solidFill>
          <a:srgbClr val="ffffff"/>
        </a:solidFill>
      </p:bgPr>
    </p:bg>
    <p:spTree>
      <p:nvGrpSpPr>
        <p:cNvPr id="1" name=""/>
        <p:cNvGrpSpPr/>
        <p:nvPr/>
      </p:nvGrpSpPr>
      <p:grpSpPr>
        <a:xfrm>
          <a:off x="0" y="0"/>
          <a:ext cx="0" cy="0"/>
          <a:chOff x="0" y="0"/>
          <a:chExt cx="0" cy="0"/>
        </a:xfrm>
      </p:grpSpPr>
      <p:sp>
        <p:nvSpPr>
          <p:cNvPr id="52"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Autofit/>
          </a:bodyPr>
          <a:p>
            <a:pPr indent="0" defTabSz="914400">
              <a:lnSpc>
                <a:spcPct val="90000"/>
              </a:lnSpc>
              <a:buNone/>
            </a:pPr>
            <a:r>
              <a:rPr b="0" lang="ja-JP" sz="3200" strike="noStrike" u="none">
                <a:solidFill>
                  <a:schemeClr val="dk1"/>
                </a:solidFill>
                <a:effectLst/>
                <a:uFillTx/>
                <a:latin typeface="Aptos Display"/>
              </a:rPr>
              <a:t>マスター タイトルの書式設定</a:t>
            </a:r>
            <a:endParaRPr b="0" lang="en-US" sz="3200" strike="noStrike" u="none">
              <a:solidFill>
                <a:schemeClr val="dk1"/>
              </a:solidFill>
              <a:effectLst/>
              <a:uFillTx/>
              <a:latin typeface="Aptos"/>
            </a:endParaRPr>
          </a:p>
        </p:txBody>
      </p:sp>
      <p:sp>
        <p:nvSpPr>
          <p:cNvPr id="53" name="PlaceHolder 2"/>
          <p:cNvSpPr>
            <a:spLocks noGrp="1"/>
          </p:cNvSpPr>
          <p:nvPr>
            <p:ph type="body"/>
          </p:nvPr>
        </p:nvSpPr>
        <p:spPr>
          <a:xfrm>
            <a:off x="5183280" y="987480"/>
            <a:ext cx="6171840" cy="4873320"/>
          </a:xfrm>
          <a:prstGeom prst="rect">
            <a:avLst/>
          </a:prstGeom>
          <a:noFill/>
          <a:ln w="0">
            <a:noFill/>
          </a:ln>
        </p:spPr>
        <p:txBody>
          <a:bodyPr lIns="90000" rIns="90000" tIns="45000" bIns="45000" anchor="t">
            <a:noAutofit/>
          </a:bodyPr>
          <a:p>
            <a:pPr indent="0" defTabSz="457200">
              <a:lnSpc>
                <a:spcPct val="100000"/>
              </a:lnSpc>
              <a:buNone/>
              <a:tabLst>
                <a:tab algn="l" pos="0"/>
              </a:tabLst>
            </a:pPr>
            <a:r>
              <a:rPr b="0" lang="ja-JP" sz="3200" strike="noStrike" u="none">
                <a:solidFill>
                  <a:schemeClr val="dk1"/>
                </a:solidFill>
                <a:effectLst/>
                <a:uFillTx/>
                <a:latin typeface="Aptos"/>
              </a:rPr>
              <a:t>アイコンをクリックして図を追加</a:t>
            </a:r>
            <a:endParaRPr b="0" lang="en-US" sz="3200" strike="noStrike" u="none">
              <a:solidFill>
                <a:schemeClr val="dk1"/>
              </a:solidFill>
              <a:effectLst/>
              <a:uFillTx/>
              <a:latin typeface="Aptos"/>
            </a:endParaRPr>
          </a:p>
        </p:txBody>
      </p:sp>
      <p:sp>
        <p:nvSpPr>
          <p:cNvPr id="54" name="PlaceHolder 3"/>
          <p:cNvSpPr>
            <a:spLocks noGrp="1"/>
          </p:cNvSpPr>
          <p:nvPr>
            <p:ph type="body"/>
          </p:nvPr>
        </p:nvSpPr>
        <p:spPr>
          <a:xfrm>
            <a:off x="839880" y="2057400"/>
            <a:ext cx="3931920" cy="38113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ja-JP" sz="1600" strike="noStrike" u="none">
                <a:solidFill>
                  <a:schemeClr val="dk1"/>
                </a:solidFill>
                <a:effectLst/>
                <a:uFillTx/>
                <a:latin typeface="Aptos"/>
              </a:rPr>
              <a:t>マスター テキストの書式設定</a:t>
            </a:r>
            <a:endParaRPr b="0" lang="en-US" sz="1600" strike="noStrike" u="none">
              <a:solidFill>
                <a:schemeClr val="dk1"/>
              </a:solidFill>
              <a:effectLst/>
              <a:uFillTx/>
              <a:latin typeface="Aptos"/>
            </a:endParaRPr>
          </a:p>
        </p:txBody>
      </p:sp>
      <p:sp>
        <p:nvSpPr>
          <p:cNvPr id="55" name="PlaceHolder 4"/>
          <p:cNvSpPr>
            <a:spLocks noGrp="1"/>
          </p:cNvSpPr>
          <p:nvPr>
            <p:ph type="dt" idx="31"/>
          </p:nvPr>
        </p:nvSpPr>
        <p:spPr>
          <a:xfrm>
            <a:off x="838080" y="6356520"/>
            <a:ext cx="274284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trike="noStrike" u="none">
                <a:solidFill>
                  <a:schemeClr val="dk1">
                    <a:tint val="82000"/>
                  </a:schemeClr>
                </a:solidFill>
                <a:effectLst/>
                <a:uFillTx/>
                <a:latin typeface="Aptos"/>
              </a:defRPr>
            </a:lvl1pPr>
          </a:lstStyle>
          <a:p>
            <a:pPr indent="0" defTabSz="457200">
              <a:lnSpc>
                <a:spcPct val="100000"/>
              </a:lnSpc>
              <a:buNone/>
            </a:pPr>
            <a:r>
              <a:rPr b="0" lang="en-US" sz="1200" strike="noStrike" u="none">
                <a:solidFill>
                  <a:schemeClr val="dk1">
                    <a:tint val="82000"/>
                  </a:schemeClr>
                </a:solidFill>
                <a:effectLst/>
                <a:uFillTx/>
                <a:latin typeface="Aptos"/>
              </a:rPr>
              <a:t>&lt;日付/時刻&gt;</a:t>
            </a:r>
            <a:endParaRPr b="0" lang="en-US" sz="1200" strike="noStrike" u="none">
              <a:solidFill>
                <a:srgbClr val="000000"/>
              </a:solidFill>
              <a:effectLst/>
              <a:uFillTx/>
              <a:latin typeface="Noto Serif CJK JP"/>
            </a:endParaRPr>
          </a:p>
        </p:txBody>
      </p:sp>
      <p:sp>
        <p:nvSpPr>
          <p:cNvPr id="56" name="PlaceHolder 5"/>
          <p:cNvSpPr>
            <a:spLocks noGrp="1"/>
          </p:cNvSpPr>
          <p:nvPr>
            <p:ph type="ftr" idx="32"/>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Noto Serif CJK JP"/>
              </a:defRPr>
            </a:lvl1pPr>
          </a:lstStyle>
          <a:p>
            <a:pPr indent="0" algn="ctr">
              <a:buNone/>
            </a:pPr>
            <a:r>
              <a:rPr b="0" lang="en-US" sz="1400" strike="noStrike" u="none">
                <a:solidFill>
                  <a:srgbClr val="000000"/>
                </a:solidFill>
                <a:effectLst/>
                <a:uFillTx/>
                <a:latin typeface="Noto Serif CJK JP"/>
              </a:rPr>
              <a:t>&lt;フッター&gt;</a:t>
            </a:r>
            <a:endParaRPr b="0" lang="en-US" sz="1400" strike="noStrike" u="none">
              <a:solidFill>
                <a:srgbClr val="000000"/>
              </a:solidFill>
              <a:effectLst/>
              <a:uFillTx/>
              <a:latin typeface="Noto Serif CJK JP"/>
            </a:endParaRPr>
          </a:p>
        </p:txBody>
      </p:sp>
      <p:sp>
        <p:nvSpPr>
          <p:cNvPr id="57" name="PlaceHolder 6"/>
          <p:cNvSpPr>
            <a:spLocks noGrp="1"/>
          </p:cNvSpPr>
          <p:nvPr>
            <p:ph type="sldNum" idx="33"/>
          </p:nvPr>
        </p:nvSpPr>
        <p:spPr>
          <a:xfrm>
            <a:off x="8610480" y="63565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trike="noStrike" u="none">
                <a:solidFill>
                  <a:schemeClr val="dk1">
                    <a:tint val="82000"/>
                  </a:schemeClr>
                </a:solidFill>
                <a:effectLst/>
                <a:uFillTx/>
                <a:latin typeface="Aptos"/>
              </a:defRPr>
            </a:lvl1pPr>
          </a:lstStyle>
          <a:p>
            <a:pPr indent="0" algn="r" defTabSz="457200">
              <a:lnSpc>
                <a:spcPct val="100000"/>
              </a:lnSpc>
              <a:buNone/>
            </a:pPr>
            <a:fld id="{41EA018E-568F-4964-8A9E-5FF0B59DD033}" type="slidenum">
              <a:rPr b="0" lang="en-US" sz="1200" strike="noStrike" u="none">
                <a:solidFill>
                  <a:schemeClr val="dk1">
                    <a:tint val="82000"/>
                  </a:schemeClr>
                </a:solidFill>
                <a:effectLst/>
                <a:uFillTx/>
                <a:latin typeface="Aptos"/>
              </a:rPr>
              <a:t>&lt;番号&gt;</a:t>
            </a:fld>
            <a:endParaRPr b="0" lang="en-US" sz="1200" strike="noStrike" u="none">
              <a:solidFill>
                <a:srgbClr val="000000"/>
              </a:solidFill>
              <a:effectLst/>
              <a:uFillTx/>
              <a:latin typeface="Noto Serif CJK JP"/>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hyperlink" Target="https://ai.google.dev/edge/mediapipe/solutions/vision/hand_landmarker?hl=ja" TargetMode="External"/><Relationship Id="rId4" Type="http://schemas.openxmlformats.org/officeDocument/2006/relationships/hyperlink" Target="https://ai.google.dev/edge/mediapipe/solutions/vision/hand_landmarker?hl=ja" TargetMode="External"/><Relationship Id="rId5"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4.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6.xml.rels><?xml version="1.0" encoding="UTF-8"?>
<Relationships xmlns="http://schemas.openxmlformats.org/package/2006/relationships"><Relationship Id="rId1" Type="http://schemas.openxmlformats.org/officeDocument/2006/relationships/image" Target="../media/image5.emf"/><Relationship Id="rId2" Type="http://schemas.openxmlformats.org/officeDocument/2006/relationships/image" Target="../media/image6.emf"/><Relationship Id="rId3" Type="http://schemas.openxmlformats.org/officeDocument/2006/relationships/image" Target="../media/image7.emf"/><Relationship Id="rId4" Type="http://schemas.openxmlformats.org/officeDocument/2006/relationships/image" Target="../media/image8.emf"/><Relationship Id="rId5" Type="http://schemas.openxmlformats.org/officeDocument/2006/relationships/image" Target="../media/image9.emf"/><Relationship Id="rId6" Type="http://schemas.openxmlformats.org/officeDocument/2006/relationships/slideLayout" Target="../slideLayouts/slideLayout4.xml"/>
</Relationships>
</file>

<file path=ppt/slides/_rels/slide7.xml.rels><?xml version="1.0" encoding="UTF-8"?>
<Relationships xmlns="http://schemas.openxmlformats.org/package/2006/relationships"><Relationship Id="rId1" Type="http://schemas.openxmlformats.org/officeDocument/2006/relationships/image" Target="../media/image10.emf"/><Relationship Id="rId2" Type="http://schemas.openxmlformats.org/officeDocument/2006/relationships/image" Target="../media/image11.emf"/><Relationship Id="rId3" Type="http://schemas.openxmlformats.org/officeDocument/2006/relationships/image" Target="../media/image12.emf"/><Relationship Id="rId4" Type="http://schemas.openxmlformats.org/officeDocument/2006/relationships/image" Target="../media/image13.emf"/><Relationship Id="rId5" Type="http://schemas.openxmlformats.org/officeDocument/2006/relationships/slideLayout" Target="../slideLayouts/slideLayout4.xml"/>
</Relationships>
</file>

<file path=ppt/slides/_rels/slide8.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4.xml"/>
</Relationships>
</file>

<file path=ppt/slides/_rels/slide9.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png"/><Relationship Id="rId3" Type="http://schemas.openxmlformats.org/officeDocument/2006/relationships/slideLayout" Target="../slideLayouts/slideLayout4.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PlaceHolder 1"/>
          <p:cNvSpPr>
            <a:spLocks noGrp="1"/>
          </p:cNvSpPr>
          <p:nvPr>
            <p:ph type="title"/>
          </p:nvPr>
        </p:nvSpPr>
        <p:spPr>
          <a:xfrm>
            <a:off x="1523880" y="1392840"/>
            <a:ext cx="9143640" cy="2387160"/>
          </a:xfrm>
          <a:prstGeom prst="rect">
            <a:avLst/>
          </a:prstGeom>
          <a:noFill/>
          <a:ln w="0">
            <a:noFill/>
          </a:ln>
        </p:spPr>
        <p:txBody>
          <a:bodyPr lIns="91440" rIns="91440" tIns="45720" bIns="45720" anchor="b">
            <a:normAutofit/>
          </a:bodyPr>
          <a:p>
            <a:pPr indent="0" algn="ctr" defTabSz="914400">
              <a:lnSpc>
                <a:spcPct val="90000"/>
              </a:lnSpc>
              <a:buNone/>
            </a:pPr>
            <a:r>
              <a:rPr b="0" lang="ja-JP" sz="4800" strike="noStrike" u="none">
                <a:solidFill>
                  <a:schemeClr val="dk1"/>
                </a:solidFill>
                <a:effectLst/>
                <a:uFillTx/>
                <a:latin typeface="ＭＳ Ｐゴシック"/>
                <a:ea typeface="ＭＳ Ｐゴシック"/>
              </a:rPr>
              <a:t>両眼カメラによる</a:t>
            </a:r>
            <a:r>
              <a:rPr b="0" lang="en-US" sz="4800" strike="noStrike" u="none">
                <a:solidFill>
                  <a:schemeClr val="dk1"/>
                </a:solidFill>
                <a:effectLst/>
                <a:uFillTx/>
                <a:latin typeface="ＭＳ Ｐゴシック"/>
                <a:ea typeface="ＭＳ Ｐゴシック"/>
              </a:rPr>
              <a:t>MediaPipe Hand Landmarker</a:t>
            </a:r>
            <a:r>
              <a:rPr b="0" lang="ja-JP" sz="4800" strike="noStrike" u="none">
                <a:solidFill>
                  <a:schemeClr val="dk1"/>
                </a:solidFill>
                <a:effectLst/>
                <a:uFillTx/>
                <a:latin typeface="ＭＳ Ｐゴシック"/>
                <a:ea typeface="ＭＳ Ｐゴシック"/>
              </a:rPr>
              <a:t>タスクの精度向上</a:t>
            </a:r>
            <a:endParaRPr b="0" lang="en-US" sz="4800" strike="noStrike" u="none">
              <a:solidFill>
                <a:schemeClr val="dk1"/>
              </a:solidFill>
              <a:effectLst/>
              <a:uFillTx/>
              <a:latin typeface="Aptos"/>
            </a:endParaRPr>
          </a:p>
        </p:txBody>
      </p:sp>
      <p:sp>
        <p:nvSpPr>
          <p:cNvPr id="59" name="PlaceHolder 2"/>
          <p:cNvSpPr>
            <a:spLocks noGrp="1"/>
          </p:cNvSpPr>
          <p:nvPr>
            <p:ph type="subTitle"/>
          </p:nvPr>
        </p:nvSpPr>
        <p:spPr>
          <a:xfrm>
            <a:off x="1523880" y="4320000"/>
            <a:ext cx="9143640" cy="1655280"/>
          </a:xfrm>
          <a:prstGeom prst="rect">
            <a:avLst/>
          </a:prstGeom>
          <a:noFill/>
          <a:ln w="0">
            <a:noFill/>
          </a:ln>
        </p:spPr>
        <p:txBody>
          <a:bodyPr lIns="91440" rIns="91440" tIns="45720" bIns="45720" anchor="t">
            <a:normAutofit/>
          </a:bodyPr>
          <a:p>
            <a:pPr indent="0" algn="ctr" defTabSz="914400">
              <a:lnSpc>
                <a:spcPct val="90000"/>
              </a:lnSpc>
              <a:spcBef>
                <a:spcPts val="1001"/>
              </a:spcBef>
              <a:buNone/>
              <a:tabLst>
                <a:tab algn="l" pos="0"/>
              </a:tabLst>
            </a:pPr>
            <a:r>
              <a:rPr b="0" lang="ja-JP" sz="3200" strike="noStrike" u="none">
                <a:solidFill>
                  <a:schemeClr val="dk1"/>
                </a:solidFill>
                <a:effectLst/>
                <a:uFillTx/>
                <a:latin typeface="ＭＳ Ｐゴシック"/>
                <a:ea typeface="ＭＳ Ｐゴシック"/>
              </a:rPr>
              <a:t>箕浦研究室　</a:t>
            </a:r>
            <a:r>
              <a:rPr b="0" lang="en-US" sz="3200" strike="noStrike" u="none">
                <a:solidFill>
                  <a:schemeClr val="dk1"/>
                </a:solidFill>
                <a:effectLst/>
                <a:uFillTx/>
                <a:latin typeface="ＭＳ Ｐゴシック"/>
                <a:ea typeface="ＭＳ Ｐゴシック"/>
              </a:rPr>
              <a:t>5I25 </a:t>
            </a:r>
            <a:r>
              <a:rPr b="0" lang="ja-JP" sz="3200" strike="noStrike" u="none">
                <a:solidFill>
                  <a:schemeClr val="dk1"/>
                </a:solidFill>
                <a:effectLst/>
                <a:uFillTx/>
                <a:latin typeface="ＭＳ Ｐゴシック"/>
                <a:ea typeface="ＭＳ Ｐゴシック"/>
              </a:rPr>
              <a:t>萩 郁人</a:t>
            </a:r>
            <a:endParaRPr b="0" lang="en-US" sz="3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none">
                <a:solidFill>
                  <a:schemeClr val="dk1"/>
                </a:solidFill>
                <a:effectLst/>
                <a:uFillTx/>
                <a:latin typeface="ＭＳ Ｐゴシック"/>
                <a:ea typeface="ＭＳ Ｐゴシック"/>
              </a:rPr>
              <a:t> MediaPipe</a:t>
            </a:r>
            <a:r>
              <a:rPr b="0" lang="en-US" sz="4400" strike="noStrike" u="none">
                <a:solidFill>
                  <a:schemeClr val="dk1"/>
                </a:solidFill>
                <a:effectLst/>
                <a:uFillTx/>
                <a:latin typeface="ＭＳ Ｐゴシック"/>
                <a:ea typeface="ＭＳ Ｐゴシック"/>
              </a:rPr>
              <a:t> Hand Landmarker</a:t>
            </a:r>
            <a:r>
              <a:rPr b="0" lang="ja-JP" sz="4400" strike="noStrike" u="none">
                <a:solidFill>
                  <a:schemeClr val="dk1"/>
                </a:solidFill>
                <a:effectLst/>
                <a:uFillTx/>
                <a:latin typeface="ＭＳ Ｐゴシック"/>
                <a:ea typeface="ＭＳ Ｐゴシック"/>
              </a:rPr>
              <a:t>について</a:t>
            </a:r>
            <a:endParaRPr b="0" lang="en-US" sz="4400" strike="noStrike" u="none">
              <a:solidFill>
                <a:schemeClr val="dk1"/>
              </a:solidFill>
              <a:effectLst/>
              <a:uFillTx/>
              <a:latin typeface="Aptos"/>
            </a:endParaRPr>
          </a:p>
        </p:txBody>
      </p:sp>
      <p:sp>
        <p:nvSpPr>
          <p:cNvPr id="61" name="PlaceHolder 2"/>
          <p:cNvSpPr>
            <a:spLocks noGrp="1"/>
          </p:cNvSpPr>
          <p:nvPr>
            <p:ph/>
          </p:nvPr>
        </p:nvSpPr>
        <p:spPr>
          <a:xfrm>
            <a:off x="838080" y="1690200"/>
            <a:ext cx="10515240" cy="435096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0" lang="en-US" sz="3200" strike="noStrike" u="none">
                <a:solidFill>
                  <a:schemeClr val="dk1"/>
                </a:solidFill>
                <a:effectLst/>
                <a:uFillTx/>
                <a:latin typeface="ＭＳ Ｐゴシック"/>
                <a:ea typeface="ＭＳ Ｐゴシック"/>
              </a:rPr>
              <a:t>MediaPipe</a:t>
            </a:r>
            <a:r>
              <a:rPr b="0" lang="ja-JP" sz="3200" strike="noStrike" u="none">
                <a:solidFill>
                  <a:schemeClr val="dk1"/>
                </a:solidFill>
                <a:effectLst/>
                <a:uFillTx/>
                <a:latin typeface="ＭＳ Ｐゴシック"/>
                <a:ea typeface="ＭＳ Ｐゴシック"/>
              </a:rPr>
              <a:t>とは、</a:t>
            </a:r>
            <a:r>
              <a:rPr b="0" lang="en-US" sz="3200" strike="noStrike" u="none">
                <a:solidFill>
                  <a:schemeClr val="dk1"/>
                </a:solidFill>
                <a:effectLst/>
                <a:uFillTx/>
                <a:latin typeface="ＭＳ Ｐゴシック"/>
                <a:ea typeface="ＭＳ Ｐゴシック"/>
              </a:rPr>
              <a:t>Google</a:t>
            </a:r>
            <a:r>
              <a:rPr b="0" lang="ja-JP" sz="3200" strike="noStrike" u="none">
                <a:solidFill>
                  <a:schemeClr val="dk1"/>
                </a:solidFill>
                <a:effectLst/>
                <a:uFillTx/>
                <a:latin typeface="ＭＳ Ｐゴシック"/>
                <a:ea typeface="ＭＳ Ｐゴシック"/>
              </a:rPr>
              <a:t>社が提供するライブメディア処理のためのオープンソース機械学習ソリューション</a:t>
            </a:r>
            <a:endParaRPr b="0" lang="en-US" sz="3200" strike="noStrike" u="none">
              <a:solidFill>
                <a:schemeClr val="dk1"/>
              </a:solidFill>
              <a:effectLst/>
              <a:uFillTx/>
              <a:latin typeface="Aptos"/>
            </a:endParaRPr>
          </a:p>
          <a:p>
            <a:pPr marL="228600" indent="-228600" defTabSz="914400">
              <a:lnSpc>
                <a:spcPct val="90000"/>
              </a:lnSpc>
              <a:spcBef>
                <a:spcPts val="1001"/>
              </a:spcBef>
              <a:buClr>
                <a:srgbClr val="000000"/>
              </a:buClr>
              <a:buFont typeface="Arial"/>
              <a:buChar char="•"/>
            </a:pPr>
            <a:r>
              <a:rPr b="0" lang="en-US" sz="3200" strike="noStrike" u="none">
                <a:solidFill>
                  <a:schemeClr val="dk1"/>
                </a:solidFill>
                <a:effectLst/>
                <a:uFillTx/>
                <a:latin typeface="ＭＳ Ｐゴシック"/>
                <a:ea typeface="ＭＳ Ｐゴシック"/>
              </a:rPr>
              <a:t>Hand Landmarker</a:t>
            </a:r>
            <a:r>
              <a:rPr b="0" lang="ja-JP" sz="3200" strike="noStrike" u="none">
                <a:solidFill>
                  <a:schemeClr val="dk1"/>
                </a:solidFill>
                <a:effectLst/>
                <a:uFillTx/>
                <a:latin typeface="ＭＳ Ｐゴシック"/>
                <a:ea typeface="ＭＳ Ｐゴシック"/>
              </a:rPr>
              <a:t>は手の位置と</a:t>
            </a:r>
            <a:r>
              <a:rPr b="0" lang="en-US" sz="3200" strike="noStrike" u="none">
                <a:solidFill>
                  <a:schemeClr val="dk1"/>
                </a:solidFill>
                <a:effectLst/>
                <a:uFillTx/>
                <a:latin typeface="ＭＳ Ｐゴシック"/>
                <a:ea typeface="ＭＳ Ｐゴシック"/>
              </a:rPr>
              <a:t>21</a:t>
            </a:r>
            <a:r>
              <a:rPr b="0" lang="ja-JP" sz="3200" strike="noStrike" u="none">
                <a:solidFill>
                  <a:schemeClr val="dk1"/>
                </a:solidFill>
                <a:effectLst/>
                <a:uFillTx/>
                <a:latin typeface="ＭＳ Ｐゴシック"/>
                <a:ea typeface="ＭＳ Ｐゴシック"/>
              </a:rPr>
              <a:t>個のランドマーク</a:t>
            </a:r>
            <a:r>
              <a:rPr b="0" lang="en-US" sz="3200" strike="noStrike" u="none">
                <a:solidFill>
                  <a:schemeClr val="dk1"/>
                </a:solidFill>
                <a:effectLst/>
                <a:uFillTx/>
                <a:latin typeface="ＭＳ Ｐゴシック"/>
                <a:ea typeface="ＭＳ Ｐゴシック"/>
              </a:rPr>
              <a:t>(</a:t>
            </a:r>
            <a:r>
              <a:rPr b="0" lang="ja-JP" sz="3200" strike="noStrike" u="none">
                <a:solidFill>
                  <a:schemeClr val="dk1"/>
                </a:solidFill>
                <a:effectLst/>
                <a:uFillTx/>
                <a:latin typeface="ＭＳ Ｐゴシック"/>
                <a:ea typeface="ＭＳ Ｐゴシック"/>
              </a:rPr>
              <a:t>関節点</a:t>
            </a:r>
            <a:r>
              <a:rPr b="0" lang="en-US" sz="3200" strike="noStrike" u="none">
                <a:solidFill>
                  <a:schemeClr val="dk1"/>
                </a:solidFill>
                <a:effectLst/>
                <a:uFillTx/>
                <a:latin typeface="ＭＳ Ｐゴシック"/>
                <a:ea typeface="ＭＳ Ｐゴシック"/>
              </a:rPr>
              <a:t>)</a:t>
            </a:r>
            <a:r>
              <a:rPr b="0" lang="ja-JP" sz="3200" strike="noStrike" u="none">
                <a:solidFill>
                  <a:schemeClr val="dk1"/>
                </a:solidFill>
                <a:effectLst/>
                <a:uFillTx/>
                <a:latin typeface="ＭＳ Ｐゴシック"/>
                <a:ea typeface="ＭＳ Ｐゴシック"/>
              </a:rPr>
              <a:t>をリアルタイムに検出</a:t>
            </a:r>
            <a:endParaRPr b="0" lang="en-US" sz="3200" strike="noStrike" u="none">
              <a:solidFill>
                <a:schemeClr val="dk1"/>
              </a:solidFill>
              <a:effectLst/>
              <a:uFillTx/>
              <a:latin typeface="Aptos"/>
            </a:endParaRPr>
          </a:p>
        </p:txBody>
      </p:sp>
      <p:pic>
        <p:nvPicPr>
          <p:cNvPr id="62" name="図 8" descr="歯ブラシを持っている手&#10;&#10;AI 生成コンテンツは誤りを含む可能性があります。"/>
          <p:cNvPicPr/>
          <p:nvPr/>
        </p:nvPicPr>
        <p:blipFill>
          <a:blip r:embed="rId1"/>
          <a:stretch/>
        </p:blipFill>
        <p:spPr>
          <a:xfrm>
            <a:off x="6863040" y="3735000"/>
            <a:ext cx="3981600" cy="2231640"/>
          </a:xfrm>
          <a:prstGeom prst="rect">
            <a:avLst/>
          </a:prstGeom>
          <a:noFill/>
          <a:ln w="0">
            <a:noFill/>
          </a:ln>
        </p:spPr>
      </p:pic>
      <p:pic>
        <p:nvPicPr>
          <p:cNvPr id="63" name="図 10" descr="グラフ&#10;&#10;AI 生成コンテンツは誤りを含む可能性があります。"/>
          <p:cNvPicPr/>
          <p:nvPr/>
        </p:nvPicPr>
        <p:blipFill>
          <a:blip r:embed="rId2"/>
          <a:stretch/>
        </p:blipFill>
        <p:spPr>
          <a:xfrm>
            <a:off x="3444480" y="3713040"/>
            <a:ext cx="2651040" cy="2275560"/>
          </a:xfrm>
          <a:prstGeom prst="rect">
            <a:avLst/>
          </a:prstGeom>
          <a:noFill/>
          <a:ln w="0">
            <a:noFill/>
          </a:ln>
        </p:spPr>
      </p:pic>
      <p:sp>
        <p:nvSpPr>
          <p:cNvPr id="64" name="テキスト ボックス 11"/>
          <p:cNvSpPr/>
          <p:nvPr/>
        </p:nvSpPr>
        <p:spPr>
          <a:xfrm>
            <a:off x="1260000" y="6206040"/>
            <a:ext cx="8820000" cy="4093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ja-JP" sz="2100" strike="noStrike" u="none">
                <a:solidFill>
                  <a:schemeClr val="dk1"/>
                </a:solidFill>
                <a:effectLst/>
                <a:uFillTx/>
                <a:latin typeface="ＭＳ Ｐゴシック"/>
                <a:ea typeface="ＭＳ Ｐゴシック"/>
              </a:rPr>
              <a:t>画像出典：</a:t>
            </a:r>
            <a:r>
              <a:rPr b="0" lang="ja-JP" sz="2100" strike="noStrike" u="sng">
                <a:solidFill>
                  <a:schemeClr val="dk1"/>
                </a:solidFill>
                <a:effectLst/>
                <a:uFillTx/>
                <a:latin typeface="ＭＳ Ｐゴシック"/>
                <a:ea typeface="ＭＳ Ｐゴシック"/>
                <a:hlinkClick r:id="rId3"/>
              </a:rPr>
              <a:t>手のランドマーク検出ガイド </a:t>
            </a:r>
            <a:r>
              <a:rPr b="0" lang="en-US" sz="2100" strike="noStrike" u="sng">
                <a:solidFill>
                  <a:schemeClr val="dk1"/>
                </a:solidFill>
                <a:effectLst/>
                <a:uFillTx/>
                <a:latin typeface="ＭＳ Ｐゴシック"/>
                <a:ea typeface="ＭＳ Ｐゴシック"/>
                <a:hlinkClick r:id="rId4"/>
              </a:rPr>
              <a:t>| Google AI Edge</a:t>
            </a:r>
            <a:endParaRPr b="0" lang="en-US" sz="2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ja-JP" sz="4400" strike="noStrike" u="none">
                <a:solidFill>
                  <a:schemeClr val="dk1"/>
                </a:solidFill>
                <a:effectLst/>
                <a:uFillTx/>
                <a:latin typeface="ＭＳ Ｐゴシック"/>
                <a:ea typeface="ＭＳ Ｐゴシック"/>
              </a:rPr>
              <a:t>先行研究の課題</a:t>
            </a:r>
            <a:endParaRPr b="0" lang="en-US" sz="4400" strike="noStrike" u="none">
              <a:solidFill>
                <a:schemeClr val="dk1"/>
              </a:solidFill>
              <a:effectLst/>
              <a:uFillTx/>
              <a:latin typeface="Aptos"/>
            </a:endParaRPr>
          </a:p>
        </p:txBody>
      </p:sp>
      <p:sp>
        <p:nvSpPr>
          <p:cNvPr id="66" name="PlaceHolder 2"/>
          <p:cNvSpPr>
            <a:spLocks noGrp="1"/>
          </p:cNvSpPr>
          <p:nvPr>
            <p:ph/>
          </p:nvPr>
        </p:nvSpPr>
        <p:spPr>
          <a:xfrm>
            <a:off x="824760" y="1589040"/>
            <a:ext cx="10515240" cy="435096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ja-JP" sz="3200" strike="noStrike" u="none">
                <a:solidFill>
                  <a:schemeClr val="dk1"/>
                </a:solidFill>
                <a:effectLst/>
                <a:uFillTx/>
                <a:latin typeface="ＭＳ Ｐゴシック"/>
                <a:ea typeface="ＭＳ Ｐゴシック"/>
              </a:rPr>
              <a:t>・</a:t>
            </a:r>
            <a:r>
              <a:rPr b="0" lang="en-US" sz="3200" strike="noStrike" u="none">
                <a:solidFill>
                  <a:schemeClr val="dk1"/>
                </a:solidFill>
                <a:effectLst/>
                <a:uFillTx/>
                <a:latin typeface="ＭＳ Ｐゴシック"/>
                <a:ea typeface="ＭＳ Ｐゴシック"/>
              </a:rPr>
              <a:t>Media Pipe Hand Landmarker</a:t>
            </a:r>
            <a:r>
              <a:rPr b="0" lang="ja-JP" sz="3200" strike="noStrike" u="none">
                <a:solidFill>
                  <a:schemeClr val="dk1"/>
                </a:solidFill>
                <a:effectLst/>
                <a:uFillTx/>
                <a:latin typeface="ＭＳ Ｐゴシック"/>
                <a:ea typeface="ＭＳ Ｐゴシック"/>
              </a:rPr>
              <a:t>単体でも三次元座標の検出は可能</a:t>
            </a:r>
            <a:endParaRPr b="0" lang="en-US" sz="3200" strike="noStrike" u="none">
              <a:solidFill>
                <a:schemeClr val="dk1"/>
              </a:solidFill>
              <a:effectLst/>
              <a:uFillTx/>
              <a:latin typeface="Aptos"/>
            </a:endParaRPr>
          </a:p>
          <a:p>
            <a:pPr indent="0" defTabSz="914400">
              <a:lnSpc>
                <a:spcPct val="90000"/>
              </a:lnSpc>
              <a:spcBef>
                <a:spcPts val="1001"/>
              </a:spcBef>
              <a:buNone/>
              <a:tabLst>
                <a:tab algn="l" pos="0"/>
              </a:tabLst>
            </a:pPr>
            <a:endParaRPr b="0" lang="en-US" sz="3200" strike="noStrike" u="none">
              <a:solidFill>
                <a:schemeClr val="dk1"/>
              </a:solidFill>
              <a:effectLst/>
              <a:uFillTx/>
              <a:latin typeface="Aptos"/>
            </a:endParaRPr>
          </a:p>
          <a:p>
            <a:pPr indent="0" defTabSz="914400">
              <a:lnSpc>
                <a:spcPct val="90000"/>
              </a:lnSpc>
              <a:spcBef>
                <a:spcPts val="1001"/>
              </a:spcBef>
              <a:buNone/>
              <a:tabLst>
                <a:tab algn="l" pos="0"/>
              </a:tabLst>
            </a:pPr>
            <a:endParaRPr b="0" lang="en-US" sz="3200" strike="noStrike" u="none">
              <a:solidFill>
                <a:schemeClr val="dk1"/>
              </a:solidFill>
              <a:effectLst/>
              <a:uFillTx/>
              <a:latin typeface="Aptos"/>
            </a:endParaRPr>
          </a:p>
          <a:p>
            <a:pPr indent="0" defTabSz="914400">
              <a:lnSpc>
                <a:spcPct val="90000"/>
              </a:lnSpc>
              <a:spcBef>
                <a:spcPts val="1001"/>
              </a:spcBef>
              <a:buNone/>
              <a:tabLst>
                <a:tab algn="l" pos="0"/>
              </a:tabLst>
            </a:pPr>
            <a:endParaRPr b="0" lang="en-US" sz="3200" strike="noStrike" u="none">
              <a:solidFill>
                <a:schemeClr val="dk1"/>
              </a:solidFill>
              <a:effectLst/>
              <a:uFillTx/>
              <a:latin typeface="Aptos"/>
            </a:endParaRPr>
          </a:p>
          <a:p>
            <a:pPr indent="0" defTabSz="914400">
              <a:lnSpc>
                <a:spcPct val="90000"/>
              </a:lnSpc>
              <a:spcBef>
                <a:spcPts val="1001"/>
              </a:spcBef>
              <a:buNone/>
              <a:tabLst>
                <a:tab algn="l" pos="0"/>
              </a:tabLst>
            </a:pPr>
            <a:endParaRPr b="0" lang="en-US" sz="3200" strike="noStrike" u="none">
              <a:solidFill>
                <a:schemeClr val="dk1"/>
              </a:solidFill>
              <a:effectLst/>
              <a:uFillTx/>
              <a:latin typeface="Aptos"/>
            </a:endParaRPr>
          </a:p>
          <a:p>
            <a:pPr indent="0" defTabSz="914400">
              <a:lnSpc>
                <a:spcPct val="90000"/>
              </a:lnSpc>
              <a:spcBef>
                <a:spcPts val="1001"/>
              </a:spcBef>
              <a:buNone/>
              <a:tabLst>
                <a:tab algn="l" pos="0"/>
              </a:tabLst>
            </a:pPr>
            <a:endParaRPr b="0" lang="en-US" sz="3200" strike="noStrike" u="none">
              <a:solidFill>
                <a:schemeClr val="dk1"/>
              </a:solidFill>
              <a:effectLst/>
              <a:uFillTx/>
              <a:latin typeface="Aptos"/>
            </a:endParaRPr>
          </a:p>
          <a:p>
            <a:pPr indent="0" defTabSz="914400">
              <a:lnSpc>
                <a:spcPct val="90000"/>
              </a:lnSpc>
              <a:spcBef>
                <a:spcPts val="1001"/>
              </a:spcBef>
              <a:buNone/>
              <a:tabLst>
                <a:tab algn="l" pos="0"/>
              </a:tabLst>
            </a:pPr>
            <a:r>
              <a:rPr b="0" lang="en-US" sz="3200" strike="noStrike" u="none">
                <a:solidFill>
                  <a:schemeClr val="dk1"/>
                </a:solidFill>
                <a:effectLst/>
                <a:uFillTx/>
                <a:latin typeface="ＭＳ Ｐゴシック"/>
                <a:ea typeface="ＭＳ Ｐゴシック"/>
              </a:rPr>
              <a:t>→奥行方向の精度が悪い</a:t>
            </a:r>
            <a:endParaRPr b="0" lang="en-US" sz="3200" strike="noStrike" u="none">
              <a:solidFill>
                <a:schemeClr val="dk1"/>
              </a:solidFill>
              <a:effectLst/>
              <a:uFillTx/>
              <a:latin typeface="Aptos"/>
            </a:endParaRPr>
          </a:p>
          <a:p>
            <a:pPr indent="0" defTabSz="914400">
              <a:lnSpc>
                <a:spcPct val="90000"/>
              </a:lnSpc>
              <a:spcBef>
                <a:spcPts val="1001"/>
              </a:spcBef>
              <a:buNone/>
              <a:tabLst>
                <a:tab algn="l" pos="0"/>
              </a:tabLst>
            </a:pPr>
            <a:endParaRPr b="0" lang="en-US" sz="2800" strike="noStrike" u="none">
              <a:solidFill>
                <a:schemeClr val="dk1"/>
              </a:solidFill>
              <a:effectLst/>
              <a:uFillTx/>
              <a:latin typeface="Aptos"/>
            </a:endParaRPr>
          </a:p>
        </p:txBody>
      </p:sp>
      <p:pic>
        <p:nvPicPr>
          <p:cNvPr id="67" name="" descr=""/>
          <p:cNvPicPr/>
          <p:nvPr/>
        </p:nvPicPr>
        <p:blipFill>
          <a:blip r:embed="rId1"/>
          <a:stretch/>
        </p:blipFill>
        <p:spPr>
          <a:xfrm>
            <a:off x="1260000" y="2520000"/>
            <a:ext cx="3180240" cy="2385000"/>
          </a:xfrm>
          <a:prstGeom prst="rect">
            <a:avLst/>
          </a:prstGeom>
          <a:noFill/>
          <a:ln w="0">
            <a:noFill/>
          </a:ln>
        </p:spPr>
      </p:pic>
      <p:sp>
        <p:nvSpPr>
          <p:cNvPr id="68" name=""/>
          <p:cNvSpPr/>
          <p:nvPr/>
        </p:nvSpPr>
        <p:spPr>
          <a:xfrm>
            <a:off x="4860000" y="3600000"/>
            <a:ext cx="1620000" cy="360000"/>
          </a:xfrm>
          <a:prstGeom prst="rightArrow">
            <a:avLst>
              <a:gd name="adj1" fmla="val 50000"/>
              <a:gd name="adj2" fmla="val 112500"/>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endParaRPr b="0" lang="en-US" sz="1800" strike="noStrike" u="none">
              <a:solidFill>
                <a:srgbClr val="000000"/>
              </a:solidFill>
              <a:effectLst/>
              <a:uFillTx/>
              <a:latin typeface="Arial"/>
            </a:endParaRPr>
          </a:p>
        </p:txBody>
      </p:sp>
      <p:pic>
        <p:nvPicPr>
          <p:cNvPr id="69" name="" descr=""/>
          <p:cNvPicPr/>
          <p:nvPr/>
        </p:nvPicPr>
        <p:blipFill>
          <a:blip r:embed="rId2"/>
          <a:stretch/>
        </p:blipFill>
        <p:spPr>
          <a:xfrm>
            <a:off x="6660000" y="2160000"/>
            <a:ext cx="3960000" cy="2933640"/>
          </a:xfrm>
          <a:prstGeom prst="rect">
            <a:avLst/>
          </a:prstGeom>
          <a:noFill/>
          <a:ln w="0">
            <a:noFill/>
          </a:ln>
        </p:spPr>
      </p:pic>
      <p:sp>
        <p:nvSpPr>
          <p:cNvPr id="70" name=""/>
          <p:cNvSpPr txBox="1"/>
          <p:nvPr/>
        </p:nvSpPr>
        <p:spPr>
          <a:xfrm>
            <a:off x="2102040" y="5059440"/>
            <a:ext cx="1380960" cy="330480"/>
          </a:xfrm>
          <a:prstGeom prst="rect">
            <a:avLst/>
          </a:prstGeom>
          <a:noFill/>
          <a:ln w="0">
            <a:noFill/>
          </a:ln>
        </p:spPr>
        <p:txBody>
          <a:bodyPr lIns="90000" rIns="90000" tIns="45000" bIns="45000" anchor="t">
            <a:spAutoFit/>
          </a:bodyPr>
          <a:p>
            <a:pPr defTabSz="914400">
              <a:lnSpc>
                <a:spcPct val="90000"/>
              </a:lnSpc>
              <a:spcBef>
                <a:spcPts val="1001"/>
              </a:spcBef>
              <a:tabLst>
                <a:tab algn="l" pos="0"/>
              </a:tabLst>
            </a:pPr>
            <a:r>
              <a:rPr b="0" lang="ja-JP" sz="2100" strike="noStrike" u="none">
                <a:solidFill>
                  <a:schemeClr val="dk1"/>
                </a:solidFill>
                <a:effectLst/>
                <a:uFillTx/>
                <a:latin typeface="ＭＳ Ｐゴシック"/>
                <a:ea typeface="ＭＳ Ｐゴシック"/>
              </a:rPr>
              <a:t>カメラ映像</a:t>
            </a:r>
            <a:endParaRPr b="0" lang="en-US" sz="2100" strike="noStrike" u="none">
              <a:solidFill>
                <a:srgbClr val="000000"/>
              </a:solidFill>
              <a:effectLst/>
              <a:uFillTx/>
              <a:latin typeface="MSP"/>
              <a:ea typeface="MSP"/>
            </a:endParaRPr>
          </a:p>
        </p:txBody>
      </p:sp>
      <p:sp>
        <p:nvSpPr>
          <p:cNvPr id="71" name=""/>
          <p:cNvSpPr txBox="1"/>
          <p:nvPr/>
        </p:nvSpPr>
        <p:spPr>
          <a:xfrm>
            <a:off x="8272440" y="5093640"/>
            <a:ext cx="1380960" cy="360000"/>
          </a:xfrm>
          <a:prstGeom prst="rect">
            <a:avLst/>
          </a:prstGeom>
          <a:noFill/>
          <a:ln w="0">
            <a:noFill/>
          </a:ln>
        </p:spPr>
        <p:txBody>
          <a:bodyPr lIns="90000" rIns="90000" tIns="45000" bIns="45000" anchor="t">
            <a:spAutoFit/>
          </a:bodyPr>
          <a:p>
            <a:r>
              <a:rPr b="0" lang="ja-JP" sz="2100" strike="noStrike" u="none">
                <a:solidFill>
                  <a:schemeClr val="dk1"/>
                </a:solidFill>
                <a:effectLst/>
                <a:uFillTx/>
                <a:latin typeface="ＭＳ Ｐゴシック"/>
                <a:ea typeface="ＭＳ Ｐゴシック"/>
              </a:rPr>
              <a:t>ｘｚ座標</a:t>
            </a:r>
            <a:endParaRPr b="0" lang="en-US" sz="2100" strike="noStrike" u="none">
              <a:solidFill>
                <a:srgbClr val="000000"/>
              </a:solidFill>
              <a:effectLst/>
              <a:uFillTx/>
              <a:latin typeface="Arial"/>
            </a:endParaRPr>
          </a:p>
        </p:txBody>
      </p:sp>
      <p:sp>
        <p:nvSpPr>
          <p:cNvPr id="72" name=""/>
          <p:cNvSpPr txBox="1"/>
          <p:nvPr/>
        </p:nvSpPr>
        <p:spPr>
          <a:xfrm>
            <a:off x="3420000" y="6120000"/>
            <a:ext cx="11160000" cy="623880"/>
          </a:xfrm>
          <a:prstGeom prst="rect">
            <a:avLst/>
          </a:prstGeom>
          <a:noFill/>
          <a:ln w="0">
            <a:noFill/>
          </a:ln>
        </p:spPr>
        <p:txBody>
          <a:bodyPr lIns="90000" rIns="90000" tIns="45000" bIns="45000" anchor="t">
            <a:spAutoFit/>
          </a:bodyPr>
          <a:p>
            <a:r>
              <a:rPr b="0" lang="ja-JP" sz="2100" strike="noStrike" u="none">
                <a:solidFill>
                  <a:schemeClr val="dk1"/>
                </a:solidFill>
                <a:effectLst/>
                <a:uFillTx/>
                <a:latin typeface="ＭＳ Ｐゴシック"/>
                <a:ea typeface="ＭＳ Ｐゴシック"/>
              </a:rPr>
              <a:t>画像出典：岡崎優斗　”キーボード入力時の手形状検出と指先座標の推定”</a:t>
            </a:r>
            <a:endParaRPr b="0" lang="en-US" sz="2100" strike="noStrike" u="none">
              <a:solidFill>
                <a:srgbClr val="000000"/>
              </a:solidFill>
              <a:effectLst/>
              <a:uFillTx/>
              <a:latin typeface="Arial"/>
            </a:endParaRPr>
          </a:p>
          <a:p>
            <a:r>
              <a:rPr b="0" lang="en-US" sz="2100" strike="noStrike" u="none">
                <a:solidFill>
                  <a:schemeClr val="dk1"/>
                </a:solidFill>
                <a:effectLst/>
                <a:uFillTx/>
                <a:latin typeface="ＭＳ Ｐゴシック"/>
                <a:ea typeface="ＭＳ Ｐゴシック"/>
              </a:rPr>
              <a:t>	</a:t>
            </a:r>
            <a:r>
              <a:rPr b="0" lang="ja-JP" sz="2100" strike="noStrike" u="none">
                <a:solidFill>
                  <a:schemeClr val="dk1"/>
                </a:solidFill>
                <a:effectLst/>
                <a:uFillTx/>
                <a:latin typeface="ＭＳ Ｐゴシック"/>
                <a:ea typeface="ＭＳ Ｐゴシック"/>
              </a:rPr>
              <a:t>　鈴鹿工業高等専門学校卒業研究論文　</a:t>
            </a:r>
            <a:r>
              <a:rPr b="0" lang="en-US" sz="2100" strike="noStrike" u="none">
                <a:solidFill>
                  <a:schemeClr val="dk1"/>
                </a:solidFill>
                <a:effectLst/>
                <a:uFillTx/>
                <a:latin typeface="ＭＳ Ｐゴシック"/>
                <a:ea typeface="ＭＳ Ｐゴシック"/>
              </a:rPr>
              <a:t>2024 </a:t>
            </a:r>
            <a:r>
              <a:rPr b="0" lang="ja-JP" sz="2100" strike="noStrike" u="none">
                <a:solidFill>
                  <a:schemeClr val="dk1"/>
                </a:solidFill>
                <a:effectLst/>
                <a:uFillTx/>
                <a:latin typeface="ＭＳ Ｐゴシック"/>
                <a:ea typeface="ＭＳ Ｐゴシック"/>
              </a:rPr>
              <a:t>年度</a:t>
            </a:r>
            <a:endParaRPr b="0" lang="en-US" sz="2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ja-JP" sz="4400" strike="noStrike" u="none">
                <a:solidFill>
                  <a:schemeClr val="dk1"/>
                </a:solidFill>
                <a:effectLst/>
                <a:uFillTx/>
                <a:latin typeface="ＭＳ Ｐゴシック"/>
                <a:ea typeface="ＭＳ Ｐゴシック"/>
              </a:rPr>
              <a:t>目的</a:t>
            </a:r>
            <a:endParaRPr b="0" lang="en-US" sz="4400" strike="noStrike" u="none">
              <a:solidFill>
                <a:schemeClr val="dk1"/>
              </a:solidFill>
              <a:effectLst/>
              <a:uFillTx/>
              <a:latin typeface="Aptos"/>
            </a:endParaRPr>
          </a:p>
        </p:txBody>
      </p:sp>
      <p:sp>
        <p:nvSpPr>
          <p:cNvPr id="74" name="PlaceHolder 2"/>
          <p:cNvSpPr>
            <a:spLocks noGrp="1"/>
          </p:cNvSpPr>
          <p:nvPr>
            <p:ph/>
          </p:nvPr>
        </p:nvSpPr>
        <p:spPr>
          <a:xfrm>
            <a:off x="838080" y="1825560"/>
            <a:ext cx="10515240" cy="435096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0" lang="ja-JP" sz="3200" strike="noStrike" u="none">
                <a:solidFill>
                  <a:schemeClr val="dk1"/>
                </a:solidFill>
                <a:effectLst/>
                <a:uFillTx/>
                <a:latin typeface="ＭＳ Ｐゴシック"/>
                <a:ea typeface="ＭＳ Ｐゴシック"/>
              </a:rPr>
              <a:t>キーボードの各キーと手指の座標をリアルタイムで推定し、キーの打鍵時に正しい方法で入力されているかを判定するシステムを開発する。</a:t>
            </a:r>
            <a:endParaRPr b="0" lang="en-US" sz="3200" strike="noStrike" u="none">
              <a:solidFill>
                <a:schemeClr val="dk1"/>
              </a:solidFill>
              <a:effectLst/>
              <a:uFillTx/>
              <a:latin typeface="Aptos"/>
            </a:endParaRPr>
          </a:p>
          <a:p>
            <a:pPr indent="0" defTabSz="914400">
              <a:lnSpc>
                <a:spcPct val="90000"/>
              </a:lnSpc>
              <a:spcBef>
                <a:spcPts val="1001"/>
              </a:spcBef>
              <a:buNone/>
            </a:pPr>
            <a:endParaRPr b="0" lang="en-US" sz="3200" strike="noStrike" u="none">
              <a:solidFill>
                <a:schemeClr val="dk1"/>
              </a:solidFill>
              <a:effectLst/>
              <a:uFillTx/>
              <a:latin typeface="Aptos"/>
            </a:endParaRPr>
          </a:p>
          <a:p>
            <a:pPr marL="228600" indent="-228600" defTabSz="914400">
              <a:lnSpc>
                <a:spcPct val="90000"/>
              </a:lnSpc>
              <a:spcBef>
                <a:spcPts val="1001"/>
              </a:spcBef>
              <a:buClr>
                <a:srgbClr val="000000"/>
              </a:buClr>
              <a:buFont typeface="Arial"/>
              <a:buChar char="•"/>
            </a:pPr>
            <a:r>
              <a:rPr b="0" lang="ja-JP" sz="3200" strike="noStrike" u="none">
                <a:solidFill>
                  <a:schemeClr val="dk1"/>
                </a:solidFill>
                <a:effectLst/>
                <a:uFillTx/>
                <a:latin typeface="ＭＳ Ｐゴシック"/>
                <a:ea typeface="ＭＳ Ｐゴシック"/>
              </a:rPr>
              <a:t>両眼カメラによる三角測量を用いて座標推定の精度改善を図り、結果を評価する。</a:t>
            </a:r>
            <a:endParaRPr b="0" lang="en-US" sz="3200" strike="noStrike" u="non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ja-JP" sz="4400" strike="noStrike" u="none">
                <a:solidFill>
                  <a:schemeClr val="dk1"/>
                </a:solidFill>
                <a:effectLst/>
                <a:uFillTx/>
                <a:latin typeface="ＭＳ Ｐゴシック"/>
                <a:ea typeface="ＭＳ Ｐゴシック"/>
              </a:rPr>
              <a:t>概要</a:t>
            </a:r>
            <a:endParaRPr b="0" lang="en-US" sz="4400" strike="noStrike" u="none">
              <a:solidFill>
                <a:schemeClr val="dk1"/>
              </a:solidFill>
              <a:effectLst/>
              <a:uFillTx/>
              <a:latin typeface="Aptos"/>
            </a:endParaRPr>
          </a:p>
        </p:txBody>
      </p:sp>
      <p:sp>
        <p:nvSpPr>
          <p:cNvPr id="76" name="PlaceHolder 2"/>
          <p:cNvSpPr>
            <a:spLocks noGrp="1"/>
          </p:cNvSpPr>
          <p:nvPr>
            <p:ph/>
          </p:nvPr>
        </p:nvSpPr>
        <p:spPr>
          <a:xfrm>
            <a:off x="838080" y="1825560"/>
            <a:ext cx="10515240" cy="4350960"/>
          </a:xfrm>
          <a:prstGeom prst="rect">
            <a:avLst/>
          </a:prstGeom>
          <a:noFill/>
          <a:ln w="0">
            <a:noFill/>
          </a:ln>
        </p:spPr>
        <p:txBody>
          <a:bodyPr lIns="91440" rIns="91440" tIns="45720" bIns="45720" anchor="t">
            <a:normAutofit/>
          </a:bodyPr>
          <a:p>
            <a:pPr indent="0" defTabSz="914400">
              <a:lnSpc>
                <a:spcPct val="90000"/>
              </a:lnSpc>
              <a:spcBef>
                <a:spcPts val="1001"/>
              </a:spcBef>
              <a:buNone/>
              <a:tabLst>
                <a:tab algn="l" pos="0"/>
              </a:tabLst>
            </a:pPr>
            <a:r>
              <a:rPr b="0" lang="en-US" sz="3200" strike="noStrike" u="none">
                <a:solidFill>
                  <a:schemeClr val="dk1"/>
                </a:solidFill>
                <a:effectLst/>
                <a:uFillTx/>
                <a:latin typeface="ＭＳ Ｐゴシック"/>
                <a:ea typeface="ＭＳ Ｐゴシック"/>
              </a:rPr>
              <a:t>①</a:t>
            </a:r>
            <a:r>
              <a:rPr b="0" lang="en-US" sz="3200" strike="noStrike" u="none">
                <a:solidFill>
                  <a:schemeClr val="dk1"/>
                </a:solidFill>
                <a:effectLst/>
                <a:uFillTx/>
                <a:latin typeface="ＭＳ Ｐゴシック"/>
                <a:ea typeface="ＭＳ Ｐゴシック"/>
              </a:rPr>
              <a:t>2</a:t>
            </a:r>
            <a:r>
              <a:rPr b="0" lang="ja-JP" sz="3200" strike="noStrike" u="none">
                <a:solidFill>
                  <a:schemeClr val="dk1"/>
                </a:solidFill>
                <a:effectLst/>
                <a:uFillTx/>
                <a:latin typeface="ＭＳ Ｐゴシック"/>
                <a:ea typeface="ＭＳ Ｐゴシック"/>
              </a:rPr>
              <a:t>台の</a:t>
            </a:r>
            <a:r>
              <a:rPr b="0" lang="en-US" sz="3200" strike="noStrike" u="none">
                <a:solidFill>
                  <a:schemeClr val="dk1"/>
                </a:solidFill>
                <a:effectLst/>
                <a:uFillTx/>
                <a:latin typeface="ＭＳ Ｐゴシック"/>
                <a:ea typeface="ＭＳ Ｐゴシック"/>
              </a:rPr>
              <a:t>Web</a:t>
            </a:r>
            <a:r>
              <a:rPr b="0" lang="ja-JP" sz="3200" strike="noStrike" u="none">
                <a:solidFill>
                  <a:schemeClr val="dk1"/>
                </a:solidFill>
                <a:effectLst/>
                <a:uFillTx/>
                <a:latin typeface="ＭＳ Ｐゴシック"/>
                <a:ea typeface="ＭＳ Ｐゴシック"/>
              </a:rPr>
              <a:t>カメラから映像を取得</a:t>
            </a:r>
            <a:endParaRPr b="0" lang="en-US" sz="3200" strike="noStrike" u="none">
              <a:solidFill>
                <a:schemeClr val="dk1"/>
              </a:solidFill>
              <a:effectLst/>
              <a:uFillTx/>
              <a:latin typeface="Aptos"/>
            </a:endParaRPr>
          </a:p>
          <a:p>
            <a:pPr indent="0" defTabSz="914400">
              <a:lnSpc>
                <a:spcPct val="90000"/>
              </a:lnSpc>
              <a:spcBef>
                <a:spcPts val="1001"/>
              </a:spcBef>
              <a:buNone/>
              <a:tabLst>
                <a:tab algn="l" pos="0"/>
              </a:tabLst>
            </a:pPr>
            <a:endParaRPr b="0" lang="en-US" sz="3200" strike="noStrike" u="none">
              <a:solidFill>
                <a:schemeClr val="dk1"/>
              </a:solidFill>
              <a:effectLst/>
              <a:uFillTx/>
              <a:latin typeface="Aptos"/>
            </a:endParaRPr>
          </a:p>
          <a:p>
            <a:pPr indent="0" defTabSz="914400">
              <a:lnSpc>
                <a:spcPct val="90000"/>
              </a:lnSpc>
              <a:spcBef>
                <a:spcPts val="1001"/>
              </a:spcBef>
              <a:buNone/>
              <a:tabLst>
                <a:tab algn="l" pos="0"/>
              </a:tabLst>
            </a:pPr>
            <a:r>
              <a:rPr b="0" lang="en-US" sz="3200" strike="noStrike" u="none">
                <a:solidFill>
                  <a:schemeClr val="dk1"/>
                </a:solidFill>
                <a:effectLst/>
                <a:uFillTx/>
                <a:latin typeface="ＭＳ Ｐゴシック"/>
                <a:ea typeface="ＭＳ Ｐゴシック"/>
              </a:rPr>
              <a:t>②MediaPipe Hand Landmarker</a:t>
            </a:r>
            <a:r>
              <a:rPr b="0" lang="ja-JP" sz="3200" strike="noStrike" u="none">
                <a:solidFill>
                  <a:schemeClr val="dk1"/>
                </a:solidFill>
                <a:effectLst/>
                <a:uFillTx/>
                <a:latin typeface="ＭＳ Ｐゴシック"/>
                <a:ea typeface="ＭＳ Ｐゴシック"/>
              </a:rPr>
              <a:t>によりそれぞれの２次元座標を検出</a:t>
            </a:r>
            <a:endParaRPr b="0" lang="en-US" sz="3200" strike="noStrike" u="none">
              <a:solidFill>
                <a:schemeClr val="dk1"/>
              </a:solidFill>
              <a:effectLst/>
              <a:uFillTx/>
              <a:latin typeface="Aptos"/>
            </a:endParaRPr>
          </a:p>
          <a:p>
            <a:pPr indent="0" defTabSz="914400">
              <a:lnSpc>
                <a:spcPct val="90000"/>
              </a:lnSpc>
              <a:spcBef>
                <a:spcPts val="1001"/>
              </a:spcBef>
              <a:buNone/>
              <a:tabLst>
                <a:tab algn="l" pos="0"/>
              </a:tabLst>
            </a:pPr>
            <a:endParaRPr b="0" lang="en-US" sz="3200" strike="noStrike" u="none">
              <a:solidFill>
                <a:schemeClr val="dk1"/>
              </a:solidFill>
              <a:effectLst/>
              <a:uFillTx/>
              <a:latin typeface="Aptos"/>
            </a:endParaRPr>
          </a:p>
          <a:p>
            <a:pPr indent="0" defTabSz="914400">
              <a:lnSpc>
                <a:spcPct val="90000"/>
              </a:lnSpc>
              <a:spcBef>
                <a:spcPts val="1001"/>
              </a:spcBef>
              <a:buNone/>
              <a:tabLst>
                <a:tab algn="l" pos="0"/>
              </a:tabLst>
            </a:pPr>
            <a:r>
              <a:rPr b="0" lang="en-US" sz="3200" strike="noStrike" u="none">
                <a:solidFill>
                  <a:schemeClr val="dk1"/>
                </a:solidFill>
                <a:effectLst/>
                <a:uFillTx/>
                <a:latin typeface="ＭＳ Ｐゴシック"/>
                <a:ea typeface="ＭＳ Ｐゴシック"/>
              </a:rPr>
              <a:t>③OpenCV</a:t>
            </a:r>
            <a:r>
              <a:rPr b="0" lang="ja-JP" sz="3200" strike="noStrike" u="none">
                <a:solidFill>
                  <a:schemeClr val="dk1"/>
                </a:solidFill>
                <a:effectLst/>
                <a:uFillTx/>
                <a:latin typeface="ＭＳ Ｐゴシック"/>
                <a:ea typeface="ＭＳ Ｐゴシック"/>
              </a:rPr>
              <a:t>の関数を用いて三角測量を行い３次元座標を推定する</a:t>
            </a:r>
            <a:endParaRPr b="0" lang="en-US" sz="3200" strike="noStrike" u="non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PlaceHolder 1"/>
          <p:cNvSpPr>
            <a:spLocks noGrp="1"/>
          </p:cNvSpPr>
          <p:nvPr>
            <p:ph type="title"/>
          </p:nvPr>
        </p:nvSpPr>
        <p:spPr>
          <a:xfrm>
            <a:off x="824760" y="294840"/>
            <a:ext cx="10515240" cy="1325160"/>
          </a:xfrm>
          <a:prstGeom prst="rect">
            <a:avLst/>
          </a:prstGeom>
          <a:noFill/>
          <a:ln w="0">
            <a:noFill/>
          </a:ln>
        </p:spPr>
        <p:txBody>
          <a:bodyPr lIns="91440" rIns="91440" tIns="45720" bIns="45720" anchor="ctr">
            <a:noAutofit/>
          </a:bodyPr>
          <a:p>
            <a:pPr indent="0" defTabSz="914400">
              <a:lnSpc>
                <a:spcPct val="90000"/>
              </a:lnSpc>
              <a:buNone/>
            </a:pPr>
            <a:r>
              <a:rPr b="0" lang="ja-JP" sz="4400" strike="noStrike" u="none">
                <a:solidFill>
                  <a:schemeClr val="dk1"/>
                </a:solidFill>
                <a:effectLst/>
                <a:uFillTx/>
                <a:latin typeface="ＭＳ Ｐゴシック"/>
                <a:ea typeface="ＭＳ Ｐゴシック"/>
              </a:rPr>
              <a:t>三角測量について</a:t>
            </a:r>
            <a:endParaRPr b="0" lang="en-US" sz="4400" strike="noStrike" u="none">
              <a:solidFill>
                <a:schemeClr val="dk1"/>
              </a:solidFill>
              <a:effectLst/>
              <a:uFillTx/>
              <a:latin typeface="Aptos"/>
            </a:endParaRPr>
          </a:p>
        </p:txBody>
      </p:sp>
      <p:sp>
        <p:nvSpPr>
          <p:cNvPr id="78" name="PlaceHolder 2"/>
          <p:cNvSpPr>
            <a:spLocks noGrp="1"/>
          </p:cNvSpPr>
          <p:nvPr>
            <p:ph/>
          </p:nvPr>
        </p:nvSpPr>
        <p:spPr>
          <a:xfrm>
            <a:off x="90000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191"/>
              </a:spcBef>
              <a:spcAft>
                <a:spcPts val="992"/>
              </a:spcAft>
              <a:buClr>
                <a:srgbClr val="000000"/>
              </a:buClr>
              <a:buFont typeface="Arial"/>
              <a:buChar char="•"/>
            </a:pPr>
            <a:r>
              <a:rPr b="0" lang="en-US" sz="2800" strike="noStrike" u="none">
                <a:solidFill>
                  <a:schemeClr val="dk1"/>
                </a:solidFill>
                <a:effectLst/>
                <a:uFillTx/>
                <a:latin typeface="ＭＳ Ｐゴシック"/>
                <a:ea typeface="ＭＳ Ｐゴシック"/>
              </a:rPr>
              <a:t>OpenCV</a:t>
            </a:r>
            <a:r>
              <a:rPr b="0" lang="ja-JP" sz="2800" strike="noStrike" u="none">
                <a:solidFill>
                  <a:schemeClr val="dk1"/>
                </a:solidFill>
                <a:effectLst/>
                <a:uFillTx/>
                <a:latin typeface="ＭＳ Ｐゴシック"/>
                <a:ea typeface="ＭＳ Ｐゴシック"/>
              </a:rPr>
              <a:t>の関数である</a:t>
            </a:r>
            <a:r>
              <a:rPr b="0" lang="en-US" sz="2800" strike="noStrike" u="none">
                <a:solidFill>
                  <a:schemeClr val="dk1"/>
                </a:solidFill>
                <a:effectLst/>
                <a:uFillTx/>
                <a:latin typeface="ＭＳ Ｐゴシック"/>
                <a:ea typeface="ＭＳ Ｐゴシック"/>
              </a:rPr>
              <a:t>triangulatePoints()</a:t>
            </a:r>
            <a:r>
              <a:rPr b="0" lang="ja-JP" sz="2800" strike="noStrike" u="none">
                <a:solidFill>
                  <a:schemeClr val="dk1"/>
                </a:solidFill>
                <a:effectLst/>
                <a:uFillTx/>
                <a:latin typeface="ＭＳ Ｐゴシック"/>
                <a:ea typeface="ＭＳ Ｐゴシック"/>
              </a:rPr>
              <a:t>を用いて</a:t>
            </a:r>
            <a:endParaRPr b="1" lang="en-US" sz="2800" strike="noStrike" u="none">
              <a:solidFill>
                <a:schemeClr val="dk1"/>
              </a:solidFill>
              <a:effectLst/>
              <a:uFillTx/>
              <a:latin typeface="Aptos"/>
            </a:endParaRPr>
          </a:p>
          <a:p>
            <a:pPr marL="228600" indent="0" defTabSz="914400">
              <a:lnSpc>
                <a:spcPct val="90000"/>
              </a:lnSpc>
              <a:spcBef>
                <a:spcPts val="1191"/>
              </a:spcBef>
              <a:spcAft>
                <a:spcPts val="992"/>
              </a:spcAft>
              <a:buNone/>
            </a:pPr>
            <a:r>
              <a:rPr b="0" lang="ja-JP" sz="2800" strike="noStrike" u="none">
                <a:solidFill>
                  <a:schemeClr val="dk1"/>
                </a:solidFill>
                <a:effectLst/>
                <a:uFillTx/>
                <a:latin typeface="ＭＳ Ｐゴシック"/>
                <a:ea typeface="ＭＳ Ｐゴシック"/>
              </a:rPr>
              <a:t>以下のような方程式を解き三次元座標を推定している。</a:t>
            </a:r>
            <a:endParaRPr b="1" lang="en-US" sz="2800" strike="noStrike" u="none">
              <a:solidFill>
                <a:schemeClr val="dk1"/>
              </a:solidFill>
              <a:effectLst/>
              <a:uFillTx/>
              <a:latin typeface="Aptos"/>
            </a:endParaRPr>
          </a:p>
          <a:p>
            <a:pPr marL="228600" indent="0" defTabSz="914400">
              <a:lnSpc>
                <a:spcPct val="90000"/>
              </a:lnSpc>
              <a:spcBef>
                <a:spcPts val="1191"/>
              </a:spcBef>
              <a:spcAft>
                <a:spcPts val="992"/>
              </a:spcAft>
              <a:buNone/>
            </a:pPr>
            <a:endParaRPr b="0" lang="en-US" sz="2800" strike="noStrike" u="none">
              <a:solidFill>
                <a:schemeClr val="dk1"/>
              </a:solidFill>
              <a:effectLst/>
              <a:uFillTx/>
              <a:latin typeface="Aptos"/>
            </a:endParaRPr>
          </a:p>
        </p:txBody>
      </p:sp>
      <mc:AlternateContent>
        <mc:Choice xmlns:a14="http://schemas.microsoft.com/office/drawing/2010/main" Requires="a14">
          <p:sp>
            <p:nvSpPr>
              <p:cNvPr id="79" name=""/>
              <p:cNvSpPr txBox="1"/>
              <p:nvPr/>
            </p:nvSpPr>
            <p:spPr>
              <a:xfrm>
                <a:off x="5515560" y="3147840"/>
                <a:ext cx="1269720" cy="219960"/>
              </a:xfrm>
              <a:prstGeom prst="rect">
                <a:avLst/>
              </a:prstGeom>
            </p:spPr>
            <p:txBody>
              <a:bodyPr/>
              <a:p>
                <a14:m>
                  <m:oMath xmlns:m="http://schemas.openxmlformats.org/officeDocument/2006/math"/>
                </a14:m>
              </a:p>
            </p:txBody>
          </p:sp>
        </mc:Choice>
        <mc:Fallback>
          <p:sp>
            <p:nvSpPr>
              <p:cNvPr id="79" name=""/>
              <p:cNvSpPr txBox="1"/>
              <p:nvPr/>
            </p:nvSpPr>
            <p:spPr>
              <a:xfrm>
                <a:off x="5515560" y="3147840"/>
                <a:ext cx="1269720" cy="219960"/>
              </a:xfrm>
              <a:prstGeom prst="rect">
                <a:avLst/>
              </a:prstGeom>
              <a:blipFill>
                <a:blip r:embed="rId1"/>
                <a:stretch>
                  <a:fillRect/>
                </a:stretch>
              </a:blipFill>
            </p:spPr>
          </p:sp>
        </mc:Fallback>
      </mc:AlternateContent>
      <mc:AlternateContent>
        <mc:Choice xmlns:a14="http://schemas.microsoft.com/office/drawing/2010/main" Requires="a14">
          <p:sp>
            <p:nvSpPr>
              <p:cNvPr id="80" name=""/>
              <p:cNvSpPr txBox="1"/>
              <p:nvPr/>
            </p:nvSpPr>
            <p:spPr>
              <a:xfrm>
                <a:off x="3150360" y="3240000"/>
                <a:ext cx="4949640" cy="898920"/>
              </a:xfrm>
              <a:prstGeom prst="rect">
                <a:avLst/>
              </a:prstGeom>
            </p:spPr>
            <p:txBody>
              <a:bodyPr/>
              <a:p>
                <a14:m>
                  <m:oMath xmlns:m="http://schemas.openxmlformats.org/officeDocument/2006/math">
                    <m:r>
                      <m:t xml:space="preserve">x</m:t>
                    </m:r>
                    <m:r>
                      <m:t xml:space="preserve">=</m:t>
                    </m:r>
                    <m:sSubSup>
                      <m:e>
                        <m:r>
                          <m:t xml:space="preserve">P</m:t>
                        </m:r>
                      </m:e>
                      <m:sub>
                        <m:r>
                          <m:t xml:space="preserve">1</m:t>
                        </m:r>
                      </m:sub>
                      <m:sup/>
                    </m:sSubSup>
                    <m:r>
                      <m:t xml:space="preserve">X</m:t>
                    </m:r>
                    <m:r>
                      <m:t xml:space="preserve">,</m:t>
                    </m:r>
                    <m:sSup>
                      <m:e>
                        <m:r>
                          <m:t xml:space="preserve">x</m:t>
                        </m:r>
                      </m:e>
                      <m:sup>
                        <m:r>
                          <m:t xml:space="preserve">'</m:t>
                        </m:r>
                      </m:sup>
                    </m:sSup>
                    <m:r>
                      <m:t xml:space="preserve">=</m:t>
                    </m:r>
                    <m:sSubSup>
                      <m:e>
                        <m:r>
                          <m:t xml:space="preserve">P</m:t>
                        </m:r>
                      </m:e>
                      <m:sub>
                        <m:r>
                          <m:t xml:space="preserve">2</m:t>
                        </m:r>
                      </m:sub>
                      <m:sup/>
                    </m:sSubSup>
                    <m:r>
                      <m:t xml:space="preserve">X</m:t>
                    </m:r>
                  </m:oMath>
                </a14:m>
              </a:p>
            </p:txBody>
          </p:sp>
        </mc:Choice>
        <mc:Fallback>
          <p:sp>
            <p:nvSpPr>
              <p:cNvPr id="80" name=""/>
              <p:cNvSpPr txBox="1"/>
              <p:nvPr/>
            </p:nvSpPr>
            <p:spPr>
              <a:xfrm>
                <a:off x="3150360" y="3240000"/>
                <a:ext cx="4949640" cy="898920"/>
              </a:xfrm>
              <a:prstGeom prst="rect">
                <a:avLst/>
              </a:prstGeom>
              <a:blipFill>
                <a:blip r:embed="rId2"/>
                <a:stretch>
                  <a:fillRect/>
                </a:stretch>
              </a:blipFill>
            </p:spPr>
          </p:sp>
        </mc:Fallback>
      </mc:AlternateContent>
      <mc:AlternateContent>
        <mc:Choice xmlns:a14="http://schemas.microsoft.com/office/drawing/2010/main" Requires="a14">
          <p:sp>
            <p:nvSpPr>
              <p:cNvPr id="81" name=""/>
              <p:cNvSpPr txBox="1"/>
              <p:nvPr/>
            </p:nvSpPr>
            <p:spPr>
              <a:xfrm>
                <a:off x="1685880" y="4320000"/>
                <a:ext cx="1110240" cy="564120"/>
              </a:xfrm>
              <a:prstGeom prst="rect">
                <a:avLst/>
              </a:prstGeom>
            </p:spPr>
            <p:txBody>
              <a:bodyPr/>
              <a:p>
                <a14:m>
                  <m:oMath xmlns:m="http://schemas.openxmlformats.org/officeDocument/2006/math">
                    <m:r>
                      <m:t xml:space="preserve">x</m:t>
                    </m:r>
                    <m:r>
                      <m:t xml:space="preserve">,</m:t>
                    </m:r>
                    <m:sSup>
                      <m:e>
                        <m:r>
                          <m:t xml:space="preserve">x</m:t>
                        </m:r>
                      </m:e>
                      <m:sup>
                        <m:r>
                          <m:t xml:space="preserve">'</m:t>
                        </m:r>
                      </m:sup>
                    </m:sSup>
                    <m:r>
                      <m:t xml:space="preserve">:</m:t>
                    </m:r>
                  </m:oMath>
                </a14:m>
              </a:p>
            </p:txBody>
          </p:sp>
        </mc:Choice>
        <mc:Fallback>
          <p:sp>
            <p:nvSpPr>
              <p:cNvPr id="81" name=""/>
              <p:cNvSpPr txBox="1"/>
              <p:nvPr/>
            </p:nvSpPr>
            <p:spPr>
              <a:xfrm>
                <a:off x="1685880" y="4320000"/>
                <a:ext cx="1110240" cy="564120"/>
              </a:xfrm>
              <a:prstGeom prst="rect">
                <a:avLst/>
              </a:prstGeom>
              <a:blipFill>
                <a:blip r:embed="rId3"/>
                <a:stretch>
                  <a:fillRect/>
                </a:stretch>
              </a:blipFill>
            </p:spPr>
          </p:sp>
        </mc:Fallback>
      </mc:AlternateContent>
      <mc:AlternateContent>
        <mc:Choice xmlns:a14="http://schemas.microsoft.com/office/drawing/2010/main" Requires="a14">
          <p:sp>
            <p:nvSpPr>
              <p:cNvPr id="82" name=""/>
              <p:cNvSpPr txBox="1"/>
              <p:nvPr/>
            </p:nvSpPr>
            <p:spPr>
              <a:xfrm>
                <a:off x="2160000" y="5040000"/>
                <a:ext cx="549000" cy="549000"/>
              </a:xfrm>
              <a:prstGeom prst="rect">
                <a:avLst/>
              </a:prstGeom>
            </p:spPr>
            <p:txBody>
              <a:bodyPr/>
              <a:p>
                <a14:m>
                  <m:oMath xmlns:m="http://schemas.openxmlformats.org/officeDocument/2006/math">
                    <m:r>
                      <m:t xml:space="preserve">X</m:t>
                    </m:r>
                    <m:r>
                      <m:t xml:space="preserve">:</m:t>
                    </m:r>
                  </m:oMath>
                </a14:m>
              </a:p>
            </p:txBody>
          </p:sp>
        </mc:Choice>
        <mc:Fallback>
          <p:sp>
            <p:nvSpPr>
              <p:cNvPr id="82" name=""/>
              <p:cNvSpPr txBox="1"/>
              <p:nvPr/>
            </p:nvSpPr>
            <p:spPr>
              <a:xfrm>
                <a:off x="2160000" y="5040000"/>
                <a:ext cx="549000" cy="549000"/>
              </a:xfrm>
              <a:prstGeom prst="rect">
                <a:avLst/>
              </a:prstGeom>
              <a:blipFill>
                <a:blip r:embed="rId4"/>
                <a:stretch>
                  <a:fillRect/>
                </a:stretch>
              </a:blipFill>
            </p:spPr>
          </p:sp>
        </mc:Fallback>
      </mc:AlternateContent>
      <mc:AlternateContent>
        <mc:Choice xmlns:a14="http://schemas.microsoft.com/office/drawing/2010/main" Requires="a14">
          <p:sp>
            <p:nvSpPr>
              <p:cNvPr id="83" name=""/>
              <p:cNvSpPr txBox="1"/>
              <p:nvPr/>
            </p:nvSpPr>
            <p:spPr>
              <a:xfrm>
                <a:off x="1395360" y="5760000"/>
                <a:ext cx="1304640" cy="668880"/>
              </a:xfrm>
              <a:prstGeom prst="rect">
                <a:avLst/>
              </a:prstGeom>
            </p:spPr>
            <p:txBody>
              <a:bodyPr/>
              <a:p>
                <a14:m>
                  <m:oMath xmlns:m="http://schemas.openxmlformats.org/officeDocument/2006/math">
                    <m:sSubSup>
                      <m:e>
                        <m:r>
                          <m:t xml:space="preserve">P</m:t>
                        </m:r>
                      </m:e>
                      <m:sub>
                        <m:r>
                          <m:t xml:space="preserve">1</m:t>
                        </m:r>
                      </m:sub>
                      <m:sup/>
                    </m:sSubSup>
                    <m:r>
                      <m:t xml:space="preserve">,</m:t>
                    </m:r>
                    <m:sSubSup>
                      <m:e>
                        <m:r>
                          <m:t xml:space="preserve">P</m:t>
                        </m:r>
                      </m:e>
                      <m:sub>
                        <m:r>
                          <m:t xml:space="preserve">2</m:t>
                        </m:r>
                      </m:sub>
                      <m:sup/>
                    </m:sSubSup>
                    <m:r>
                      <m:t xml:space="preserve">:</m:t>
                    </m:r>
                  </m:oMath>
                </a14:m>
              </a:p>
            </p:txBody>
          </p:sp>
        </mc:Choice>
        <mc:Fallback>
          <p:sp>
            <p:nvSpPr>
              <p:cNvPr id="83" name=""/>
              <p:cNvSpPr txBox="1"/>
              <p:nvPr/>
            </p:nvSpPr>
            <p:spPr>
              <a:xfrm>
                <a:off x="1395360" y="5760000"/>
                <a:ext cx="1304640" cy="668880"/>
              </a:xfrm>
              <a:prstGeom prst="rect">
                <a:avLst/>
              </a:prstGeom>
              <a:blipFill>
                <a:blip r:embed="rId5"/>
                <a:stretch>
                  <a:fillRect/>
                </a:stretch>
              </a:blipFill>
            </p:spPr>
          </p:sp>
        </mc:Fallback>
      </mc:AlternateContent>
      <p:sp>
        <p:nvSpPr>
          <p:cNvPr id="84" name=""/>
          <p:cNvSpPr txBox="1"/>
          <p:nvPr/>
        </p:nvSpPr>
        <p:spPr>
          <a:xfrm>
            <a:off x="2894760" y="4413960"/>
            <a:ext cx="7365240" cy="801000"/>
          </a:xfrm>
          <a:prstGeom prst="rect">
            <a:avLst/>
          </a:prstGeom>
          <a:noFill/>
          <a:ln w="0">
            <a:noFill/>
          </a:ln>
        </p:spPr>
        <p:txBody>
          <a:bodyPr lIns="90000" rIns="90000" tIns="45000" bIns="45000" anchor="t">
            <a:spAutoFit/>
          </a:bodyPr>
          <a:p>
            <a:pPr>
              <a:lnSpc>
                <a:spcPct val="100000"/>
              </a:lnSpc>
            </a:pPr>
            <a:r>
              <a:rPr b="0" lang="ja-JP" sz="2800" strike="noStrike" u="none">
                <a:solidFill>
                  <a:schemeClr val="dk1"/>
                </a:solidFill>
                <a:effectLst/>
                <a:uFillTx/>
                <a:latin typeface="ＭＳ Ｐゴシック"/>
                <a:ea typeface="ＭＳ Ｐゴシック"/>
              </a:rPr>
              <a:t>映像上の対応した</a:t>
            </a:r>
            <a:r>
              <a:rPr b="0" lang="en-US" sz="2800" strike="noStrike" u="none">
                <a:solidFill>
                  <a:schemeClr val="dk1"/>
                </a:solidFill>
                <a:effectLst/>
                <a:uFillTx/>
                <a:latin typeface="ＭＳ Ｐゴシック"/>
                <a:ea typeface="ＭＳ Ｐゴシック"/>
              </a:rPr>
              <a:t>2</a:t>
            </a:r>
            <a:r>
              <a:rPr b="0" lang="ja-JP" sz="2800" strike="noStrike" u="none">
                <a:solidFill>
                  <a:schemeClr val="dk1"/>
                </a:solidFill>
                <a:effectLst/>
                <a:uFillTx/>
                <a:latin typeface="ＭＳ Ｐゴシック"/>
                <a:ea typeface="ＭＳ Ｐゴシック"/>
              </a:rPr>
              <a:t>次元座標</a:t>
            </a:r>
            <a:endParaRPr b="0" lang="en-US" sz="2800" strike="noStrike" u="none">
              <a:solidFill>
                <a:srgbClr val="000000"/>
              </a:solidFill>
              <a:effectLst/>
              <a:uFillTx/>
              <a:latin typeface="Arial"/>
            </a:endParaRPr>
          </a:p>
          <a:p>
            <a:endParaRPr b="0" lang="en-US" sz="2800" strike="noStrike" u="none">
              <a:solidFill>
                <a:srgbClr val="000000"/>
              </a:solidFill>
              <a:effectLst/>
              <a:uFillTx/>
              <a:latin typeface="Arial"/>
            </a:endParaRPr>
          </a:p>
        </p:txBody>
      </p:sp>
      <p:sp>
        <p:nvSpPr>
          <p:cNvPr id="85" name=""/>
          <p:cNvSpPr txBox="1"/>
          <p:nvPr/>
        </p:nvSpPr>
        <p:spPr>
          <a:xfrm>
            <a:off x="2895120" y="5139000"/>
            <a:ext cx="7365240" cy="801000"/>
          </a:xfrm>
          <a:prstGeom prst="rect">
            <a:avLst/>
          </a:prstGeom>
          <a:noFill/>
          <a:ln w="0">
            <a:noFill/>
          </a:ln>
        </p:spPr>
        <p:txBody>
          <a:bodyPr lIns="90000" rIns="90000" tIns="45000" bIns="45000" anchor="t">
            <a:spAutoFit/>
          </a:bodyPr>
          <a:p>
            <a:pPr>
              <a:lnSpc>
                <a:spcPct val="100000"/>
              </a:lnSpc>
            </a:pPr>
            <a:r>
              <a:rPr b="0" lang="en-US" sz="2800" strike="noStrike" u="none">
                <a:solidFill>
                  <a:schemeClr val="dk1"/>
                </a:solidFill>
                <a:effectLst/>
                <a:uFillTx/>
                <a:latin typeface="ＭＳ Ｐゴシック"/>
                <a:ea typeface="ＭＳ Ｐゴシック"/>
              </a:rPr>
              <a:t>3</a:t>
            </a:r>
            <a:r>
              <a:rPr b="0" lang="ja-JP" sz="2800" strike="noStrike" u="none">
                <a:solidFill>
                  <a:schemeClr val="dk1"/>
                </a:solidFill>
                <a:effectLst/>
                <a:uFillTx/>
                <a:latin typeface="ＭＳ Ｐゴシック"/>
                <a:ea typeface="ＭＳ Ｐゴシック"/>
              </a:rPr>
              <a:t>次元座標</a:t>
            </a:r>
            <a:endParaRPr b="0" lang="en-US" sz="2800" strike="noStrike" u="none">
              <a:solidFill>
                <a:srgbClr val="000000"/>
              </a:solidFill>
              <a:effectLst/>
              <a:uFillTx/>
              <a:latin typeface="Arial"/>
            </a:endParaRPr>
          </a:p>
          <a:p>
            <a:endParaRPr b="0" lang="en-US" sz="2800" strike="noStrike" u="none">
              <a:solidFill>
                <a:srgbClr val="000000"/>
              </a:solidFill>
              <a:effectLst/>
              <a:uFillTx/>
              <a:latin typeface="Arial"/>
            </a:endParaRPr>
          </a:p>
        </p:txBody>
      </p:sp>
      <p:sp>
        <p:nvSpPr>
          <p:cNvPr id="86" name=""/>
          <p:cNvSpPr txBox="1"/>
          <p:nvPr/>
        </p:nvSpPr>
        <p:spPr>
          <a:xfrm>
            <a:off x="2895120" y="5859000"/>
            <a:ext cx="7365240" cy="801000"/>
          </a:xfrm>
          <a:prstGeom prst="rect">
            <a:avLst/>
          </a:prstGeom>
          <a:noFill/>
          <a:ln w="0">
            <a:noFill/>
          </a:ln>
        </p:spPr>
        <p:txBody>
          <a:bodyPr lIns="90000" rIns="90000" tIns="45000" bIns="45000" anchor="t">
            <a:spAutoFit/>
          </a:bodyPr>
          <a:p>
            <a:pPr>
              <a:lnSpc>
                <a:spcPct val="100000"/>
              </a:lnSpc>
            </a:pPr>
            <a:r>
              <a:rPr b="0" lang="ja-JP" sz="2800" strike="noStrike" u="none">
                <a:solidFill>
                  <a:schemeClr val="dk1"/>
                </a:solidFill>
                <a:effectLst/>
                <a:uFillTx/>
                <a:latin typeface="ＭＳ Ｐゴシック"/>
                <a:ea typeface="ＭＳ Ｐゴシック"/>
              </a:rPr>
              <a:t>各カメラの射影行列</a:t>
            </a:r>
            <a:endParaRPr b="0" lang="en-US" sz="2800" strike="noStrike" u="none">
              <a:solidFill>
                <a:srgbClr val="000000"/>
              </a:solidFill>
              <a:effectLst/>
              <a:uFillTx/>
              <a:latin typeface="Arial"/>
            </a:endParaRPr>
          </a:p>
          <a:p>
            <a:endParaRPr b="0" lang="en-US"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ja-JP" sz="4400" strike="noStrike" u="none">
                <a:solidFill>
                  <a:schemeClr val="dk1"/>
                </a:solidFill>
                <a:effectLst/>
                <a:uFillTx/>
                <a:latin typeface="ＭＳ Ｐゴシック"/>
                <a:ea typeface="ＭＳ Ｐゴシック"/>
              </a:rPr>
              <a:t>射影行列</a:t>
            </a:r>
            <a:r>
              <a:rPr b="0" lang="en-US" sz="4400" strike="noStrike" u="none">
                <a:solidFill>
                  <a:schemeClr val="dk1"/>
                </a:solidFill>
                <a:effectLst/>
                <a:uFillTx/>
                <a:latin typeface="ＭＳ Ｐゴシック"/>
                <a:ea typeface="ＭＳ Ｐゴシック"/>
              </a:rPr>
              <a:t>P</a:t>
            </a:r>
            <a:endParaRPr b="0" lang="en-US" sz="4400" strike="noStrike" u="none">
              <a:solidFill>
                <a:schemeClr val="dk1"/>
              </a:solidFill>
              <a:effectLst/>
              <a:uFillTx/>
              <a:latin typeface="Aptos"/>
            </a:endParaRPr>
          </a:p>
        </p:txBody>
      </p:sp>
      <mc:AlternateContent>
        <mc:Choice xmlns:a14="http://schemas.microsoft.com/office/drawing/2010/main" Requires="a14">
          <p:sp>
            <p:nvSpPr>
              <p:cNvPr id="88" name=""/>
              <p:cNvSpPr txBox="1"/>
              <p:nvPr/>
            </p:nvSpPr>
            <p:spPr>
              <a:xfrm>
                <a:off x="1440000" y="3060000"/>
                <a:ext cx="2470320" cy="705240"/>
              </a:xfrm>
              <a:prstGeom prst="rect">
                <a:avLst/>
              </a:prstGeom>
            </p:spPr>
            <p:txBody>
              <a:bodyPr/>
              <a:p>
                <a14:m>
                  <m:oMath xmlns:m="http://schemas.openxmlformats.org/officeDocument/2006/math">
                    <m:r>
                      <m:t xml:space="preserve">P</m:t>
                    </m:r>
                    <m:r>
                      <m:t xml:space="preserve">=</m:t>
                    </m:r>
                    <m:r>
                      <m:t xml:space="preserve">K</m:t>
                    </m:r>
                    <m:d>
                      <m:dPr>
                        <m:begChr m:val="["/>
                        <m:endChr m:val="]"/>
                      </m:dPr>
                      <m:e>
                        <m:d>
                          <m:dPr>
                            <m:begChr m:val=""/>
                            <m:endChr m:val="|"/>
                          </m:dPr>
                          <m:e>
                            <m:r>
                              <m:t xml:space="preserve">R</m:t>
                            </m:r>
                          </m:e>
                        </m:d>
                        <m:r>
                          <m:t xml:space="preserve">t</m:t>
                        </m:r>
                      </m:e>
                    </m:d>
                  </m:oMath>
                </a14:m>
              </a:p>
            </p:txBody>
          </p:sp>
        </mc:Choice>
        <mc:Fallback>
          <p:sp>
            <p:nvSpPr>
              <p:cNvPr id="88" name=""/>
              <p:cNvSpPr txBox="1"/>
              <p:nvPr/>
            </p:nvSpPr>
            <p:spPr>
              <a:xfrm>
                <a:off x="1440000" y="3060000"/>
                <a:ext cx="2470320" cy="705240"/>
              </a:xfrm>
              <a:prstGeom prst="rect">
                <a:avLst/>
              </a:prstGeom>
              <a:blipFill>
                <a:blip r:embed="rId1"/>
                <a:stretch>
                  <a:fillRect/>
                </a:stretch>
              </a:blipFill>
            </p:spPr>
          </p:sp>
        </mc:Fallback>
      </mc:AlternateContent>
      <mc:AlternateContent>
        <mc:Choice xmlns:a14="http://schemas.microsoft.com/office/drawing/2010/main" Requires="a14">
          <p:sp>
            <p:nvSpPr>
              <p:cNvPr id="89" name=""/>
              <p:cNvSpPr txBox="1"/>
              <p:nvPr/>
            </p:nvSpPr>
            <p:spPr>
              <a:xfrm>
                <a:off x="1426680" y="4053960"/>
                <a:ext cx="553320" cy="549000"/>
              </a:xfrm>
              <a:prstGeom prst="rect">
                <a:avLst/>
              </a:prstGeom>
            </p:spPr>
            <p:txBody>
              <a:bodyPr/>
              <a:p>
                <a14:m>
                  <m:oMath xmlns:m="http://schemas.openxmlformats.org/officeDocument/2006/math">
                    <m:r>
                      <m:t xml:space="preserve">K</m:t>
                    </m:r>
                    <m:r>
                      <m:t xml:space="preserve">:</m:t>
                    </m:r>
                  </m:oMath>
                </a14:m>
              </a:p>
            </p:txBody>
          </p:sp>
        </mc:Choice>
        <mc:Fallback>
          <p:sp>
            <p:nvSpPr>
              <p:cNvPr id="89" name=""/>
              <p:cNvSpPr txBox="1"/>
              <p:nvPr/>
            </p:nvSpPr>
            <p:spPr>
              <a:xfrm>
                <a:off x="1426680" y="4053960"/>
                <a:ext cx="553320" cy="549000"/>
              </a:xfrm>
              <a:prstGeom prst="rect">
                <a:avLst/>
              </a:prstGeom>
              <a:blipFill>
                <a:blip r:embed="rId2"/>
                <a:stretch>
                  <a:fillRect/>
                </a:stretch>
              </a:blipFill>
            </p:spPr>
          </p:sp>
        </mc:Fallback>
      </mc:AlternateContent>
      <mc:AlternateContent>
        <mc:Choice xmlns:a14="http://schemas.microsoft.com/office/drawing/2010/main" Requires="a14">
          <p:sp>
            <p:nvSpPr>
              <p:cNvPr id="90" name=""/>
              <p:cNvSpPr txBox="1"/>
              <p:nvPr/>
            </p:nvSpPr>
            <p:spPr>
              <a:xfrm>
                <a:off x="1440000" y="4757040"/>
                <a:ext cx="541440" cy="549000"/>
              </a:xfrm>
              <a:prstGeom prst="rect">
                <a:avLst/>
              </a:prstGeom>
            </p:spPr>
            <p:txBody>
              <a:bodyPr/>
              <a:p>
                <a14:m>
                  <m:oMath xmlns:m="http://schemas.openxmlformats.org/officeDocument/2006/math">
                    <m:r>
                      <m:t xml:space="preserve">R</m:t>
                    </m:r>
                    <m:r>
                      <m:t xml:space="preserve">:</m:t>
                    </m:r>
                  </m:oMath>
                </a14:m>
              </a:p>
            </p:txBody>
          </p:sp>
        </mc:Choice>
        <mc:Fallback>
          <p:sp>
            <p:nvSpPr>
              <p:cNvPr id="90" name=""/>
              <p:cNvSpPr txBox="1"/>
              <p:nvPr/>
            </p:nvSpPr>
            <p:spPr>
              <a:xfrm>
                <a:off x="1440000" y="4757040"/>
                <a:ext cx="541440" cy="549000"/>
              </a:xfrm>
              <a:prstGeom prst="rect">
                <a:avLst/>
              </a:prstGeom>
              <a:blipFill>
                <a:blip r:embed="rId3"/>
                <a:stretch>
                  <a:fillRect/>
                </a:stretch>
              </a:blipFill>
            </p:spPr>
          </p:sp>
        </mc:Fallback>
      </mc:AlternateContent>
      <mc:AlternateContent>
        <mc:Choice xmlns:a14="http://schemas.microsoft.com/office/drawing/2010/main" Requires="a14">
          <p:sp>
            <p:nvSpPr>
              <p:cNvPr id="91" name=""/>
              <p:cNvSpPr txBox="1"/>
              <p:nvPr/>
            </p:nvSpPr>
            <p:spPr>
              <a:xfrm>
                <a:off x="1440000" y="5391000"/>
                <a:ext cx="418680" cy="549000"/>
              </a:xfrm>
              <a:prstGeom prst="rect">
                <a:avLst/>
              </a:prstGeom>
            </p:spPr>
            <p:txBody>
              <a:bodyPr/>
              <a:p>
                <a14:m>
                  <m:oMath xmlns:m="http://schemas.openxmlformats.org/officeDocument/2006/math">
                    <m:r>
                      <m:t xml:space="preserve">t</m:t>
                    </m:r>
                    <m:r>
                      <m:t xml:space="preserve">:</m:t>
                    </m:r>
                  </m:oMath>
                </a14:m>
              </a:p>
            </p:txBody>
          </p:sp>
        </mc:Choice>
        <mc:Fallback>
          <p:sp>
            <p:nvSpPr>
              <p:cNvPr id="91" name=""/>
              <p:cNvSpPr txBox="1"/>
              <p:nvPr/>
            </p:nvSpPr>
            <p:spPr>
              <a:xfrm>
                <a:off x="1440000" y="5391000"/>
                <a:ext cx="418680" cy="549000"/>
              </a:xfrm>
              <a:prstGeom prst="rect">
                <a:avLst/>
              </a:prstGeom>
              <a:blipFill>
                <a:blip r:embed="rId4"/>
                <a:stretch>
                  <a:fillRect/>
                </a:stretch>
              </a:blipFill>
            </p:spPr>
          </p:sp>
        </mc:Fallback>
      </mc:AlternateContent>
      <p:sp>
        <p:nvSpPr>
          <p:cNvPr id="92" name=""/>
          <p:cNvSpPr txBox="1"/>
          <p:nvPr/>
        </p:nvSpPr>
        <p:spPr>
          <a:xfrm>
            <a:off x="1980000" y="4156920"/>
            <a:ext cx="7200000" cy="801000"/>
          </a:xfrm>
          <a:prstGeom prst="rect">
            <a:avLst/>
          </a:prstGeom>
          <a:noFill/>
          <a:ln w="0">
            <a:noFill/>
          </a:ln>
        </p:spPr>
        <p:txBody>
          <a:bodyPr lIns="90000" rIns="90000" tIns="45000" bIns="45000" anchor="t">
            <a:spAutoFit/>
          </a:bodyPr>
          <a:p>
            <a:r>
              <a:rPr b="0" lang="ja-JP" sz="2800" strike="noStrike" u="none">
                <a:solidFill>
                  <a:schemeClr val="dk1"/>
                </a:solidFill>
                <a:effectLst/>
                <a:uFillTx/>
                <a:latin typeface="ＭＳ Ｐゴシック"/>
                <a:ea typeface="ＭＳ Ｐゴシック"/>
              </a:rPr>
              <a:t>内部パラメータ、レンズの歪み等を補正</a:t>
            </a:r>
            <a:endParaRPr b="0" lang="en-US" sz="2800" strike="noStrike" u="none">
              <a:solidFill>
                <a:srgbClr val="000000"/>
              </a:solidFill>
              <a:effectLst/>
              <a:uFillTx/>
              <a:latin typeface="Arial"/>
            </a:endParaRPr>
          </a:p>
        </p:txBody>
      </p:sp>
      <p:sp>
        <p:nvSpPr>
          <p:cNvPr id="93" name=""/>
          <p:cNvSpPr txBox="1"/>
          <p:nvPr/>
        </p:nvSpPr>
        <p:spPr>
          <a:xfrm>
            <a:off x="1968120" y="4860000"/>
            <a:ext cx="5591880" cy="801000"/>
          </a:xfrm>
          <a:prstGeom prst="rect">
            <a:avLst/>
          </a:prstGeom>
          <a:noFill/>
          <a:ln w="0">
            <a:noFill/>
          </a:ln>
        </p:spPr>
        <p:txBody>
          <a:bodyPr lIns="90000" rIns="90000" tIns="45000" bIns="45000" anchor="t">
            <a:spAutoFit/>
          </a:bodyPr>
          <a:p>
            <a:pPr>
              <a:lnSpc>
                <a:spcPct val="100000"/>
              </a:lnSpc>
            </a:pPr>
            <a:r>
              <a:rPr b="0" lang="ja-JP" sz="2800" strike="noStrike" u="none">
                <a:solidFill>
                  <a:schemeClr val="dk1"/>
                </a:solidFill>
                <a:effectLst/>
                <a:uFillTx/>
                <a:latin typeface="ＭＳ Ｐゴシック"/>
                <a:ea typeface="ＭＳ Ｐゴシック"/>
              </a:rPr>
              <a:t>回転行列、カメラの姿勢を補正</a:t>
            </a:r>
            <a:endParaRPr b="0" lang="en-US" sz="2800" strike="noStrike" u="none">
              <a:solidFill>
                <a:srgbClr val="000000"/>
              </a:solidFill>
              <a:effectLst/>
              <a:uFillTx/>
              <a:latin typeface="Arial"/>
            </a:endParaRPr>
          </a:p>
        </p:txBody>
      </p:sp>
      <p:sp>
        <p:nvSpPr>
          <p:cNvPr id="94" name=""/>
          <p:cNvSpPr txBox="1"/>
          <p:nvPr/>
        </p:nvSpPr>
        <p:spPr>
          <a:xfrm>
            <a:off x="1980000" y="5493960"/>
            <a:ext cx="9000000" cy="1156320"/>
          </a:xfrm>
          <a:prstGeom prst="rect">
            <a:avLst/>
          </a:prstGeom>
          <a:noFill/>
          <a:ln w="0">
            <a:noFill/>
          </a:ln>
        </p:spPr>
        <p:txBody>
          <a:bodyPr lIns="90000" rIns="90000" tIns="45000" bIns="45000" anchor="t">
            <a:spAutoFit/>
          </a:bodyPr>
          <a:p>
            <a:r>
              <a:rPr b="0" lang="ja-JP" sz="2800" strike="noStrike" u="none">
                <a:solidFill>
                  <a:schemeClr val="dk1"/>
                </a:solidFill>
                <a:effectLst/>
                <a:uFillTx/>
                <a:latin typeface="ＭＳ Ｐゴシック"/>
                <a:ea typeface="ＭＳ Ｐゴシック"/>
              </a:rPr>
              <a:t>並進ベクトル、原点の位置を補正</a:t>
            </a:r>
            <a:endParaRPr b="0" lang="en-US" sz="2800" strike="noStrike" u="none">
              <a:solidFill>
                <a:srgbClr val="000000"/>
              </a:solidFill>
              <a:effectLst/>
              <a:uFillTx/>
              <a:latin typeface="Arial"/>
            </a:endParaRPr>
          </a:p>
        </p:txBody>
      </p:sp>
      <p:sp>
        <p:nvSpPr>
          <p:cNvPr id="95" name=""/>
          <p:cNvSpPr txBox="1"/>
          <p:nvPr/>
        </p:nvSpPr>
        <p:spPr>
          <a:xfrm>
            <a:off x="1080000" y="1620000"/>
            <a:ext cx="10620000" cy="1178280"/>
          </a:xfrm>
          <a:prstGeom prst="rect">
            <a:avLst/>
          </a:prstGeom>
          <a:noFill/>
          <a:ln w="0">
            <a:noFill/>
          </a:ln>
        </p:spPr>
        <p:txBody>
          <a:bodyPr lIns="90000" rIns="90000" tIns="45000" bIns="45000" anchor="t">
            <a:spAutoFit/>
          </a:bodyPr>
          <a:p>
            <a:r>
              <a:rPr b="0" lang="ja-JP" sz="3200" strike="noStrike" u="none">
                <a:solidFill>
                  <a:schemeClr val="dk1"/>
                </a:solidFill>
                <a:effectLst/>
                <a:uFillTx/>
                <a:latin typeface="ＭＳ Ｐゴシック"/>
                <a:ea typeface="ＭＳ Ｐゴシック"/>
              </a:rPr>
              <a:t>・世界座標系から画像座標系への変換を表す </a:t>
            </a:r>
            <a:r>
              <a:rPr b="0" lang="en-US" sz="3200" strike="noStrike" u="none">
                <a:solidFill>
                  <a:schemeClr val="dk1"/>
                </a:solidFill>
                <a:effectLst/>
                <a:uFillTx/>
                <a:latin typeface="ＭＳ Ｐゴシック"/>
                <a:ea typeface="ＭＳ Ｐゴシック"/>
              </a:rPr>
              <a:t>3×4 </a:t>
            </a:r>
            <a:r>
              <a:rPr b="0" lang="ja-JP" sz="3200" strike="noStrike" u="none">
                <a:solidFill>
                  <a:schemeClr val="dk1"/>
                </a:solidFill>
                <a:effectLst/>
                <a:uFillTx/>
                <a:latin typeface="ＭＳ Ｐゴシック"/>
                <a:ea typeface="ＭＳ Ｐゴシック"/>
              </a:rPr>
              <a:t>行列</a:t>
            </a:r>
            <a:endParaRPr b="0" lang="en-US" sz="3200" strike="noStrike" u="none">
              <a:solidFill>
                <a:srgbClr val="000000"/>
              </a:solidFill>
              <a:effectLst/>
              <a:uFillTx/>
              <a:latin typeface="Arial"/>
            </a:endParaRPr>
          </a:p>
          <a:p>
            <a:r>
              <a:rPr b="0" lang="ja-JP" sz="3200" strike="noStrike" u="none">
                <a:solidFill>
                  <a:schemeClr val="dk1"/>
                </a:solidFill>
                <a:effectLst/>
                <a:uFillTx/>
                <a:latin typeface="ＭＳ Ｐゴシック"/>
                <a:ea typeface="ＭＳ Ｐゴシック"/>
              </a:rPr>
              <a:t>次の式で表される</a:t>
            </a:r>
            <a:endParaRPr b="0" lang="en-US" sz="3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ja-JP" sz="4400" strike="noStrike" u="none">
                <a:solidFill>
                  <a:schemeClr val="dk1"/>
                </a:solidFill>
                <a:effectLst/>
                <a:uFillTx/>
                <a:latin typeface="ＭＳ Ｐゴシック"/>
                <a:ea typeface="ＭＳ Ｐゴシック"/>
              </a:rPr>
              <a:t>キャリブレーション</a:t>
            </a:r>
            <a:endParaRPr b="0" lang="en-US" sz="4400" strike="noStrike" u="none">
              <a:solidFill>
                <a:schemeClr val="dk1"/>
              </a:solidFill>
              <a:effectLst/>
              <a:uFillTx/>
              <a:latin typeface="Aptos"/>
            </a:endParaRPr>
          </a:p>
        </p:txBody>
      </p:sp>
      <p:sp>
        <p:nvSpPr>
          <p:cNvPr id="97" name="PlaceHolder 2"/>
          <p:cNvSpPr>
            <a:spLocks noGrp="1"/>
          </p:cNvSpPr>
          <p:nvPr>
            <p:ph/>
          </p:nvPr>
        </p:nvSpPr>
        <p:spPr>
          <a:xfrm>
            <a:off x="838080" y="1825560"/>
            <a:ext cx="10515240" cy="4350960"/>
          </a:xfrm>
          <a:prstGeom prst="rect">
            <a:avLst/>
          </a:prstGeom>
          <a:noFill/>
          <a:ln w="0">
            <a:noFill/>
          </a:ln>
        </p:spPr>
        <p:txBody>
          <a:bodyPr lIns="91440" rIns="91440" tIns="45720" bIns="45720" anchor="t">
            <a:normAutofit/>
          </a:bodyPr>
          <a:p>
            <a:pPr indent="0" defTabSz="914400">
              <a:lnSpc>
                <a:spcPct val="90000"/>
              </a:lnSpc>
              <a:spcBef>
                <a:spcPts val="1001"/>
              </a:spcBef>
              <a:buNone/>
              <a:tabLst>
                <a:tab algn="l" pos="0"/>
              </a:tabLst>
            </a:pPr>
            <a:r>
              <a:rPr b="0" lang="ja-JP" sz="3200" strike="noStrike" u="none">
                <a:solidFill>
                  <a:schemeClr val="dk1"/>
                </a:solidFill>
                <a:effectLst/>
                <a:uFillTx/>
                <a:latin typeface="ＭＳ Ｐゴシック"/>
                <a:ea typeface="ＭＳ Ｐゴシック"/>
              </a:rPr>
              <a:t>・内部パラメータ</a:t>
            </a:r>
            <a:r>
              <a:rPr b="0" lang="en-US" sz="3200" strike="noStrike" u="none">
                <a:solidFill>
                  <a:schemeClr val="dk1"/>
                </a:solidFill>
                <a:effectLst/>
                <a:uFillTx/>
                <a:latin typeface="ＭＳ Ｐゴシック"/>
                <a:ea typeface="ＭＳ Ｐゴシック"/>
              </a:rPr>
              <a:t>K</a:t>
            </a:r>
            <a:r>
              <a:rPr b="0" lang="ja-JP" sz="3200" strike="noStrike" u="none">
                <a:solidFill>
                  <a:schemeClr val="dk1"/>
                </a:solidFill>
                <a:effectLst/>
                <a:uFillTx/>
                <a:latin typeface="ＭＳ Ｐゴシック"/>
                <a:ea typeface="ＭＳ Ｐゴシック"/>
              </a:rPr>
              <a:t>　→　カメラキャリブレーション</a:t>
            </a:r>
            <a:endParaRPr b="0" lang="en-US" sz="3200" strike="noStrike" u="none">
              <a:solidFill>
                <a:schemeClr val="dk1"/>
              </a:solidFill>
              <a:effectLst/>
              <a:uFillTx/>
              <a:latin typeface="Aptos"/>
            </a:endParaRPr>
          </a:p>
          <a:p>
            <a:pPr indent="0" defTabSz="914400">
              <a:lnSpc>
                <a:spcPct val="90000"/>
              </a:lnSpc>
              <a:spcBef>
                <a:spcPts val="1001"/>
              </a:spcBef>
              <a:buNone/>
              <a:tabLst>
                <a:tab algn="l" pos="0"/>
              </a:tabLst>
            </a:pPr>
            <a:r>
              <a:rPr b="0" lang="ja-JP" sz="3200" strike="noStrike" u="none">
                <a:solidFill>
                  <a:schemeClr val="dk1"/>
                </a:solidFill>
                <a:effectLst/>
                <a:uFillTx/>
                <a:latin typeface="ＭＳ Ｐゴシック"/>
                <a:ea typeface="ＭＳ Ｐゴシック"/>
              </a:rPr>
              <a:t>・回転行列</a:t>
            </a:r>
            <a:r>
              <a:rPr b="0" lang="en-US" sz="3200" strike="noStrike" u="none">
                <a:solidFill>
                  <a:schemeClr val="dk1"/>
                </a:solidFill>
                <a:effectLst/>
                <a:uFillTx/>
                <a:latin typeface="ＭＳ Ｐゴシック"/>
                <a:ea typeface="ＭＳ Ｐゴシック"/>
              </a:rPr>
              <a:t>R,</a:t>
            </a:r>
            <a:r>
              <a:rPr b="0" lang="ja-JP" sz="3200" strike="noStrike" u="none">
                <a:solidFill>
                  <a:schemeClr val="dk1"/>
                </a:solidFill>
                <a:effectLst/>
                <a:uFillTx/>
                <a:latin typeface="ＭＳ Ｐゴシック"/>
                <a:ea typeface="ＭＳ Ｐゴシック"/>
              </a:rPr>
              <a:t>並進ベクトル</a:t>
            </a:r>
            <a:r>
              <a:rPr b="0" lang="en-US" sz="3200" strike="noStrike" u="none">
                <a:solidFill>
                  <a:schemeClr val="dk1"/>
                </a:solidFill>
                <a:effectLst/>
                <a:uFillTx/>
                <a:latin typeface="ＭＳ Ｐゴシック"/>
                <a:ea typeface="ＭＳ Ｐゴシック"/>
              </a:rPr>
              <a:t>t</a:t>
            </a:r>
            <a:r>
              <a:rPr b="0" lang="ja-JP" sz="3200" strike="noStrike" u="none">
                <a:solidFill>
                  <a:schemeClr val="dk1"/>
                </a:solidFill>
                <a:effectLst/>
                <a:uFillTx/>
                <a:latin typeface="ＭＳ Ｐゴシック"/>
                <a:ea typeface="ＭＳ Ｐゴシック"/>
              </a:rPr>
              <a:t>　→　ステレオキャリブレーション</a:t>
            </a:r>
            <a:endParaRPr b="0" lang="en-US" sz="3200" strike="noStrike" u="none">
              <a:solidFill>
                <a:schemeClr val="dk1"/>
              </a:solidFill>
              <a:effectLst/>
              <a:uFillTx/>
              <a:latin typeface="Aptos"/>
            </a:endParaRPr>
          </a:p>
          <a:p>
            <a:pPr indent="0" defTabSz="914400">
              <a:lnSpc>
                <a:spcPct val="90000"/>
              </a:lnSpc>
              <a:spcBef>
                <a:spcPts val="1001"/>
              </a:spcBef>
              <a:buNone/>
              <a:tabLst>
                <a:tab algn="l" pos="0"/>
              </a:tabLst>
            </a:pPr>
            <a:r>
              <a:rPr b="0" lang="ja-JP" sz="3200" strike="noStrike" u="none">
                <a:solidFill>
                  <a:schemeClr val="dk1"/>
                </a:solidFill>
                <a:effectLst/>
                <a:uFillTx/>
                <a:latin typeface="ＭＳ Ｐゴシック"/>
                <a:ea typeface="ＭＳ Ｐゴシック"/>
              </a:rPr>
              <a:t>でそれぞれ計算</a:t>
            </a:r>
            <a:endParaRPr b="0" lang="en-US" sz="3200" strike="noStrike" u="none">
              <a:solidFill>
                <a:schemeClr val="dk1"/>
              </a:solidFill>
              <a:effectLst/>
              <a:uFillTx/>
              <a:latin typeface="Aptos"/>
            </a:endParaRPr>
          </a:p>
          <a:p>
            <a:pPr indent="0" defTabSz="914400">
              <a:lnSpc>
                <a:spcPct val="90000"/>
              </a:lnSpc>
              <a:spcBef>
                <a:spcPts val="1001"/>
              </a:spcBef>
              <a:buNone/>
              <a:tabLst>
                <a:tab algn="l" pos="0"/>
              </a:tabLst>
            </a:pPr>
            <a:endParaRPr b="0" lang="en-US" sz="3200" strike="noStrike" u="none">
              <a:solidFill>
                <a:schemeClr val="dk1"/>
              </a:solidFill>
              <a:effectLst/>
              <a:uFillTx/>
              <a:latin typeface="Aptos"/>
            </a:endParaRPr>
          </a:p>
        </p:txBody>
      </p:sp>
      <p:pic>
        <p:nvPicPr>
          <p:cNvPr id="98" name="" descr=""/>
          <p:cNvPicPr/>
          <p:nvPr/>
        </p:nvPicPr>
        <p:blipFill>
          <a:blip r:embed="rId1"/>
          <a:stretch/>
        </p:blipFill>
        <p:spPr>
          <a:xfrm>
            <a:off x="6415200" y="3060000"/>
            <a:ext cx="4384800" cy="3240000"/>
          </a:xfrm>
          <a:prstGeom prst="rect">
            <a:avLst/>
          </a:prstGeom>
          <a:noFill/>
          <a:ln w="0">
            <a:noFill/>
          </a:ln>
        </p:spPr>
      </p:pic>
      <p:sp>
        <p:nvSpPr>
          <p:cNvPr id="99" name=""/>
          <p:cNvSpPr txBox="1"/>
          <p:nvPr/>
        </p:nvSpPr>
        <p:spPr>
          <a:xfrm>
            <a:off x="720000" y="3862440"/>
            <a:ext cx="5220000" cy="1994760"/>
          </a:xfrm>
          <a:prstGeom prst="rect">
            <a:avLst/>
          </a:prstGeom>
          <a:noFill/>
          <a:ln w="0">
            <a:noFill/>
          </a:ln>
        </p:spPr>
        <p:txBody>
          <a:bodyPr lIns="90000" rIns="90000" tIns="45000" bIns="45000" anchor="t">
            <a:spAutoFit/>
          </a:bodyPr>
          <a:p>
            <a:r>
              <a:rPr b="0" lang="ja-JP" sz="3200" strike="noStrike" u="none">
                <a:solidFill>
                  <a:schemeClr val="dk1"/>
                </a:solidFill>
                <a:effectLst/>
                <a:uFillTx/>
                <a:latin typeface="ＭＳ Ｐゴシック"/>
                <a:ea typeface="ＭＳ Ｐゴシック"/>
              </a:rPr>
              <a:t>チェスボードを様々な視点で撮影し、コーナー座標を検出</a:t>
            </a:r>
            <a:endParaRPr b="0" lang="en-US" sz="3200" strike="noStrike" u="none">
              <a:solidFill>
                <a:srgbClr val="000000"/>
              </a:solidFill>
              <a:effectLst/>
              <a:uFillTx/>
              <a:latin typeface="Arial"/>
            </a:endParaRPr>
          </a:p>
          <a:p>
            <a:r>
              <a:rPr b="0" lang="en-US" sz="3200" strike="noStrike" u="none">
                <a:solidFill>
                  <a:schemeClr val="dk1"/>
                </a:solidFill>
                <a:effectLst/>
                <a:uFillTx/>
                <a:latin typeface="ＭＳ Ｐゴシック"/>
                <a:ea typeface="ＭＳ Ｐゴシック"/>
              </a:rPr>
              <a:t>→キャリブレーションに用いる</a:t>
            </a:r>
            <a:endParaRPr b="0" lang="en-US" sz="3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ja-JP" sz="4400" strike="noStrike" u="none">
                <a:solidFill>
                  <a:schemeClr val="dk1"/>
                </a:solidFill>
                <a:effectLst/>
                <a:uFillTx/>
                <a:latin typeface="ＭＳ Ｐゴシック"/>
                <a:ea typeface="ＭＳ Ｐゴシック"/>
              </a:rPr>
              <a:t>研究の現状</a:t>
            </a:r>
            <a:endParaRPr b="0" lang="en-US" sz="4400" strike="noStrike" u="none">
              <a:solidFill>
                <a:schemeClr val="dk1"/>
              </a:solidFill>
              <a:effectLst/>
              <a:uFillTx/>
              <a:latin typeface="Aptos"/>
            </a:endParaRPr>
          </a:p>
        </p:txBody>
      </p:sp>
      <p:sp>
        <p:nvSpPr>
          <p:cNvPr id="101"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ja-JP" sz="2800" strike="noStrike" u="none">
                <a:solidFill>
                  <a:schemeClr val="dk1"/>
                </a:solidFill>
                <a:effectLst/>
                <a:uFillTx/>
                <a:latin typeface="ＭＳ Ｐゴシック"/>
                <a:ea typeface="ＭＳ Ｐゴシック"/>
              </a:rPr>
              <a:t>リアルタイムでの三次元座標推定は実装できた</a:t>
            </a:r>
            <a:endParaRPr b="0" lang="en-US" sz="2800" strike="noStrike" u="none">
              <a:solidFill>
                <a:schemeClr val="dk1"/>
              </a:solidFill>
              <a:effectLst/>
              <a:uFillTx/>
              <a:latin typeface="Aptos"/>
            </a:endParaRPr>
          </a:p>
        </p:txBody>
      </p:sp>
      <p:pic>
        <p:nvPicPr>
          <p:cNvPr id="102" name="図 4" descr="グラフ&#10;&#10;AI 生成コンテンツは誤りを含む可能性があります。"/>
          <p:cNvPicPr/>
          <p:nvPr/>
        </p:nvPicPr>
        <p:blipFill>
          <a:blip r:embed="rId1"/>
          <a:stretch/>
        </p:blipFill>
        <p:spPr>
          <a:xfrm>
            <a:off x="7366320" y="2407320"/>
            <a:ext cx="3987000" cy="4262040"/>
          </a:xfrm>
          <a:prstGeom prst="rect">
            <a:avLst/>
          </a:prstGeom>
          <a:noFill/>
          <a:ln w="0">
            <a:noFill/>
          </a:ln>
        </p:spPr>
      </p:pic>
      <p:pic>
        <p:nvPicPr>
          <p:cNvPr id="103" name="図 6" descr="キーボードとマウス&#10;&#10;AI 生成コンテンツは誤りを含む可能性があります。"/>
          <p:cNvPicPr/>
          <p:nvPr/>
        </p:nvPicPr>
        <p:blipFill>
          <a:blip r:embed="rId2"/>
          <a:stretch/>
        </p:blipFill>
        <p:spPr>
          <a:xfrm>
            <a:off x="769320" y="2979000"/>
            <a:ext cx="4158720" cy="3119040"/>
          </a:xfrm>
          <a:prstGeom prst="rect">
            <a:avLst/>
          </a:prstGeom>
          <a:noFill/>
          <a:ln w="0">
            <a:noFill/>
          </a:ln>
        </p:spPr>
      </p:pic>
      <p:cxnSp>
        <p:nvCxnSpPr>
          <p:cNvPr id="104" name="直線矢印コネクタ 8"/>
          <p:cNvCxnSpPr/>
          <p:nvPr/>
        </p:nvCxnSpPr>
        <p:spPr>
          <a:xfrm>
            <a:off x="5382000" y="4326120"/>
            <a:ext cx="1663920" cy="360"/>
          </a:xfrm>
          <a:prstGeom prst="straightConnector1">
            <a:avLst/>
          </a:prstGeom>
          <a:ln>
            <a:solidFill>
              <a:srgbClr val="156082"/>
            </a:solidFill>
            <a:tailEnd len="med" type="triangle" w="med"/>
          </a:ln>
        </p:spPr>
      </p:cxn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ja-JP" sz="4400" strike="noStrike" u="none">
                <a:solidFill>
                  <a:schemeClr val="dk1"/>
                </a:solidFill>
                <a:effectLst/>
                <a:uFillTx/>
                <a:latin typeface="ＭＳ Ｐゴシック"/>
                <a:ea typeface="ＭＳ Ｐゴシック"/>
              </a:rPr>
              <a:t>今後の方針・課題</a:t>
            </a:r>
            <a:endParaRPr b="0" lang="en-US" sz="4400" strike="noStrike" u="none">
              <a:solidFill>
                <a:schemeClr val="dk1"/>
              </a:solidFill>
              <a:effectLst/>
              <a:uFillTx/>
              <a:latin typeface="Aptos"/>
            </a:endParaRPr>
          </a:p>
        </p:txBody>
      </p:sp>
      <p:sp>
        <p:nvSpPr>
          <p:cNvPr id="106"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ja-JP" sz="2800" strike="noStrike" u="none">
                <a:solidFill>
                  <a:schemeClr val="dk1"/>
                </a:solidFill>
                <a:effectLst/>
                <a:uFillTx/>
                <a:latin typeface="ＭＳ Ｐゴシック"/>
                <a:ea typeface="ＭＳ Ｐゴシック"/>
              </a:rPr>
              <a:t>座標推定の遅延、誤差を評価</a:t>
            </a:r>
            <a:endParaRPr b="0" lang="en-US" sz="2800" strike="noStrike" u="none">
              <a:solidFill>
                <a:schemeClr val="dk1"/>
              </a:solidFill>
              <a:effectLst/>
              <a:uFillTx/>
              <a:latin typeface="Aptos"/>
            </a:endParaRPr>
          </a:p>
          <a:p>
            <a:pPr indent="0" defTabSz="914400">
              <a:lnSpc>
                <a:spcPct val="90000"/>
              </a:lnSpc>
              <a:spcBef>
                <a:spcPts val="1001"/>
              </a:spcBef>
              <a:buNone/>
              <a:tabLst>
                <a:tab algn="l" pos="0"/>
              </a:tabLst>
            </a:pPr>
            <a:r>
              <a:rPr b="0" lang="en-US" sz="2800" strike="noStrike" u="none">
                <a:solidFill>
                  <a:schemeClr val="dk1"/>
                </a:solidFill>
                <a:effectLst/>
                <a:uFillTx/>
                <a:latin typeface="ＭＳ Ｐゴシック"/>
                <a:ea typeface="ＭＳ Ｐゴシック"/>
              </a:rPr>
              <a:t>→ステレオキャリブレーション手法、カメラ間隔の調整等</a:t>
            </a:r>
            <a:endParaRPr b="0" lang="en-US" sz="2800" strike="noStrike" u="none">
              <a:solidFill>
                <a:schemeClr val="dk1"/>
              </a:solidFill>
              <a:effectLst/>
              <a:uFillTx/>
              <a:latin typeface="Aptos"/>
            </a:endParaRPr>
          </a:p>
          <a:p>
            <a:pPr indent="0" defTabSz="914400">
              <a:lnSpc>
                <a:spcPct val="90000"/>
              </a:lnSpc>
              <a:spcBef>
                <a:spcPts val="1001"/>
              </a:spcBef>
              <a:buNone/>
              <a:tabLst>
                <a:tab algn="l" pos="0"/>
              </a:tabLst>
            </a:pPr>
            <a:endParaRPr b="0" lang="en-US" sz="2800" strike="noStrike" u="none">
              <a:solidFill>
                <a:schemeClr val="dk1"/>
              </a:solidFill>
              <a:effectLst/>
              <a:uFillTx/>
              <a:latin typeface="Aptos"/>
            </a:endParaRPr>
          </a:p>
          <a:p>
            <a:pPr indent="0" defTabSz="914400">
              <a:lnSpc>
                <a:spcPct val="90000"/>
              </a:lnSpc>
              <a:spcBef>
                <a:spcPts val="1001"/>
              </a:spcBef>
              <a:buNone/>
              <a:tabLst>
                <a:tab algn="l" pos="0"/>
              </a:tabLst>
            </a:pPr>
            <a:r>
              <a:rPr b="0" lang="ja-JP" sz="2800" strike="noStrike" u="none">
                <a:solidFill>
                  <a:schemeClr val="dk1"/>
                </a:solidFill>
                <a:effectLst/>
                <a:uFillTx/>
                <a:latin typeface="ＭＳ Ｐゴシック"/>
                <a:ea typeface="ＭＳ Ｐゴシック"/>
              </a:rPr>
              <a:t>・カメラを基準としたカメラ座標系からキーボードを基準とした世界座標系への変換</a:t>
            </a:r>
            <a:endParaRPr b="0" lang="en-US" sz="2800" strike="noStrike" u="none">
              <a:solidFill>
                <a:schemeClr val="dk1"/>
              </a:solidFill>
              <a:effectLst/>
              <a:uFillTx/>
              <a:latin typeface="Aptos"/>
            </a:endParaRPr>
          </a:p>
          <a:p>
            <a:pPr indent="0" defTabSz="914400">
              <a:lnSpc>
                <a:spcPct val="90000"/>
              </a:lnSpc>
              <a:spcBef>
                <a:spcPts val="1001"/>
              </a:spcBef>
              <a:buNone/>
              <a:tabLst>
                <a:tab algn="l" pos="0"/>
              </a:tabLst>
            </a:pPr>
            <a:endParaRPr b="0" lang="en-US" sz="2800" strike="noStrike" u="none">
              <a:solidFill>
                <a:schemeClr val="dk1"/>
              </a:solidFill>
              <a:effectLst/>
              <a:uFillTx/>
              <a:latin typeface="Aptos"/>
            </a:endParaRPr>
          </a:p>
          <a:p>
            <a:pPr indent="0" defTabSz="914400">
              <a:lnSpc>
                <a:spcPct val="90000"/>
              </a:lnSpc>
              <a:spcBef>
                <a:spcPts val="1001"/>
              </a:spcBef>
              <a:buNone/>
              <a:tabLst>
                <a:tab algn="l" pos="0"/>
              </a:tabLst>
            </a:pPr>
            <a:r>
              <a:rPr b="0" lang="ja-JP" sz="2800" strike="noStrike" u="none">
                <a:solidFill>
                  <a:schemeClr val="dk1"/>
                </a:solidFill>
                <a:effectLst/>
                <a:uFillTx/>
                <a:latin typeface="ＭＳ Ｐゴシック"/>
                <a:ea typeface="ＭＳ Ｐゴシック"/>
              </a:rPr>
              <a:t>・共同研究との統合</a:t>
            </a:r>
            <a:endParaRPr b="0" lang="en-US" sz="2800" strike="noStrike" u="non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テーマ">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テーマ">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3F66480A09F15D42854004C53E6862D1" ma:contentTypeVersion="15" ma:contentTypeDescription="新しいドキュメントを作成します。" ma:contentTypeScope="" ma:versionID="e61f323a2c047c2690454b1ed58a7ba1">
  <xsd:schema xmlns:xsd="http://www.w3.org/2001/XMLSchema" xmlns:xs="http://www.w3.org/2001/XMLSchema" xmlns:p="http://schemas.microsoft.com/office/2006/metadata/properties" xmlns:ns3="a74b49c0-3f90-4248-83ff-bda692a839e4" xmlns:ns4="73686522-9bd9-429d-bc6f-208ab26c3eb4" targetNamespace="http://schemas.microsoft.com/office/2006/metadata/properties" ma:root="true" ma:fieldsID="d062914c09a7576b9517a1b31a8dceff" ns3:_="" ns4:_="">
    <xsd:import namespace="a74b49c0-3f90-4248-83ff-bda692a839e4"/>
    <xsd:import namespace="73686522-9bd9-429d-bc6f-208ab26c3eb4"/>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_activity" minOccurs="0"/>
                <xsd:element ref="ns4:MediaServiceObjectDetectorVersions" minOccurs="0"/>
                <xsd:element ref="ns4:MediaServiceOCR" minOccurs="0"/>
                <xsd:element ref="ns4:MediaServiceSystemTags" minOccurs="0"/>
                <xsd:element ref="ns4:MediaServiceSearchProperties" minOccurs="0"/>
                <xsd:element ref="ns4: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74b49c0-3f90-4248-83ff-bda692a839e4" elementFormDefault="qualified">
    <xsd:import namespace="http://schemas.microsoft.com/office/2006/documentManagement/types"/>
    <xsd:import namespace="http://schemas.microsoft.com/office/infopath/2007/PartnerControls"/>
    <xsd:element name="SharedWithUsers" ma:index="8"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共有相手の詳細情報" ma:internalName="SharedWithDetails" ma:readOnly="true">
      <xsd:simpleType>
        <xsd:restriction base="dms:Note">
          <xsd:maxLength value="255"/>
        </xsd:restriction>
      </xsd:simpleType>
    </xsd:element>
    <xsd:element name="SharingHintHash" ma:index="10" nillable="true" ma:displayName="共有のヒントのハッシュ"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686522-9bd9-429d-bc6f-208ab26c3eb4"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_activity" ma:index="17" nillable="true" ma:displayName="_activity" ma:hidden="true" ma:internalName="_activity">
      <xsd:simpleType>
        <xsd:restriction base="dms:Note"/>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SystemTags" ma:index="20" nillable="true" ma:displayName="MediaServiceSystemTags" ma:hidden="true" ma:internalName="MediaServiceSystemTags" ma:readOnly="true">
      <xsd:simpleType>
        <xsd:restriction base="dms:Note"/>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LengthInSeconds" ma:index="22"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73686522-9bd9-429d-bc6f-208ab26c3eb4" xsi:nil="true"/>
  </documentManagement>
</p:properties>
</file>

<file path=customXml/itemProps1.xml><?xml version="1.0" encoding="utf-8"?>
<ds:datastoreItem xmlns:ds="http://schemas.openxmlformats.org/officeDocument/2006/customXml" ds:itemID="{3F7EBA02-31BA-4D85-AD49-C8167C525D41}">
  <ds:schemaRefs>
    <ds:schemaRef ds:uri="http://schemas.microsoft.com/sharepoint/v3/contenttype/forms"/>
  </ds:schemaRefs>
</ds:datastoreItem>
</file>

<file path=customXml/itemProps2.xml><?xml version="1.0" encoding="utf-8"?>
<ds:datastoreItem xmlns:ds="http://schemas.openxmlformats.org/officeDocument/2006/customXml" ds:itemID="{B9731B60-4F71-433D-A506-1644F20350F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74b49c0-3f90-4248-83ff-bda692a839e4"/>
    <ds:schemaRef ds:uri="73686522-9bd9-429d-bc6f-208ab26c3eb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E7E1775-31F1-4A8C-83F9-03240A0EB5CD}">
  <ds:schemaRefs>
    <ds:schemaRef ds:uri="http://schemas.openxmlformats.org/package/2006/metadata/core-properties"/>
    <ds:schemaRef ds:uri="http://purl.org/dc/elements/1.1/"/>
    <ds:schemaRef ds:uri="http://schemas.microsoft.com/office/2006/documentManagement/types"/>
    <ds:schemaRef ds:uri="http://schemas.microsoft.com/office/2006/metadata/properties"/>
    <ds:schemaRef ds:uri="73686522-9bd9-429d-bc6f-208ab26c3eb4"/>
    <ds:schemaRef ds:uri="http://purl.org/dc/dcmitype/"/>
    <ds:schemaRef ds:uri="http://schemas.microsoft.com/office/infopath/2007/PartnerControls"/>
    <ds:schemaRef ds:uri="http://purl.org/dc/terms/"/>
    <ds:schemaRef ds:uri="a74b49c0-3f90-4248-83ff-bda692a839e4"/>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429</TotalTime>
  <Application>LibreOffice/25.2.6.2$Linux_X86_64 LibreOffice_project/520$Build-2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2025-10-07T12:17:36Z</dcterms:created>
  <dc:creator>5I25 萩 郁人【鈴鹿】</dc:creator>
  <dc:description/>
  <dc:language>ja-JP</dc:language>
  <cp:lastModifiedBy/>
  <dcterms:modified xsi:type="dcterms:W3CDTF">2025-10-08T18:02:04Z</dcterms:modified>
  <cp:revision>4</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0x0101003F66480A09F15D42854004C53E6862D1</vt:lpwstr>
  </property>
  <property fmtid="{D5CDD505-2E9C-101B-9397-08002B2CF9AE}" pid="3" name="PresentationFormat">
    <vt:lpwstr>ワイド画面</vt:lpwstr>
  </property>
  <property fmtid="{D5CDD505-2E9C-101B-9397-08002B2CF9AE}" pid="4" name="Slides">
    <vt:i4>9</vt:i4>
  </property>
</Properties>
</file>