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9.xml" ContentType="application/vnd.openxmlformats-officedocument.theme+xml"/>
  <Override PartName="/ppt/slideLayouts/slideLayout12.xml" ContentType="application/vnd.openxmlformats-officedocument.presentationml.slideLayout+xml"/>
  <Override PartName="/ppt/theme/theme10.xml" ContentType="application/vnd.openxmlformats-officedocument.theme+xml"/>
  <Override PartName="/ppt/slideLayouts/slideLayout13.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1" r:id="rId7"/>
    <p:sldMasterId id="2147483663" r:id="rId8"/>
    <p:sldMasterId id="2147483665" r:id="rId9"/>
    <p:sldMasterId id="2147483668" r:id="rId10"/>
    <p:sldMasterId id="2147483670" r:id="rId11"/>
    <p:sldMasterId id="2147483672" r:id="rId12"/>
  </p:sldMasterIdLst>
  <p:notesMasterIdLst>
    <p:notesMasterId r:id="rId26"/>
  </p:notesMasterIdLst>
  <p:sldIdLst>
    <p:sldId id="256" r:id="rId13"/>
    <p:sldId id="257" r:id="rId14"/>
    <p:sldId id="268" r:id="rId15"/>
    <p:sldId id="258" r:id="rId16"/>
    <p:sldId id="259" r:id="rId17"/>
    <p:sldId id="260" r:id="rId18"/>
    <p:sldId id="261" r:id="rId19"/>
    <p:sldId id="262" r:id="rId20"/>
    <p:sldId id="263" r:id="rId21"/>
    <p:sldId id="264" r:id="rId22"/>
    <p:sldId id="265" r:id="rId23"/>
    <p:sldId id="266" r:id="rId24"/>
    <p:sldId id="267" r:id="rId25"/>
  </p:sldIdLst>
  <p:sldSz cx="12192000" cy="6858000"/>
  <p:notesSz cx="7559675" cy="106918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45550" autoAdjust="0"/>
  </p:normalViewPr>
  <p:slideViewPr>
    <p:cSldViewPr snapToGrid="0">
      <p:cViewPr varScale="1">
        <p:scale>
          <a:sx n="37" d="100"/>
          <a:sy n="37" d="100"/>
        </p:scale>
        <p:origin x="2419" y="43"/>
      </p:cViewPr>
      <p:guideLst/>
    </p:cSldViewPr>
  </p:slideViewPr>
  <p:outlineViewPr>
    <p:cViewPr>
      <p:scale>
        <a:sx n="33" d="100"/>
        <a:sy n="33" d="100"/>
      </p:scale>
      <p:origin x="0" y="0"/>
    </p:cViewPr>
  </p:outlineViewPr>
  <p:notesTextViewPr>
    <p:cViewPr>
      <p:scale>
        <a:sx n="125" d="100"/>
        <a:sy n="125" d="100"/>
      </p:scale>
      <p:origin x="0" y="0"/>
    </p:cViewPr>
  </p:notesTextViewPr>
  <p:notesViewPr>
    <p:cSldViewPr snapToGrid="0">
      <p:cViewPr varScale="1">
        <p:scale>
          <a:sx n="53" d="100"/>
          <a:sy n="53" d="100"/>
        </p:scale>
        <p:origin x="3307" y="8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7" name="PlaceHolder 1"/>
          <p:cNvSpPr>
            <a:spLocks noGrp="1" noRot="1" noChangeAspect="1"/>
          </p:cNvSpPr>
          <p:nvPr>
            <p:ph type="sldImg"/>
          </p:nvPr>
        </p:nvSpPr>
        <p:spPr>
          <a:xfrm>
            <a:off x="0" y="812520"/>
            <a:ext cx="360" cy="360"/>
          </a:xfrm>
          <a:prstGeom prst="rect">
            <a:avLst/>
          </a:prstGeom>
          <a:noFill/>
          <a:ln w="0">
            <a:noFill/>
          </a:ln>
        </p:spPr>
        <p:txBody>
          <a:bodyPr lIns="0" tIns="0" rIns="0" bIns="0" anchor="ctr">
            <a:noAutofit/>
          </a:bodyPr>
          <a:lstStyle/>
          <a:p>
            <a:pPr algn="ctr"/>
            <a:r>
              <a:rPr lang="ja-JP" sz="4400" b="0" u="none" strike="noStrike">
                <a:solidFill>
                  <a:srgbClr val="000000"/>
                </a:solidFill>
                <a:effectLst/>
                <a:uFillTx/>
                <a:latin typeface="Arial"/>
              </a:rPr>
              <a:t>クリックしてスライドを移動</a:t>
            </a:r>
            <a:endParaRPr lang="en-US" sz="4400" b="0" u="none" strike="noStrike">
              <a:solidFill>
                <a:srgbClr val="000000"/>
              </a:solidFill>
              <a:effectLst/>
              <a:uFillTx/>
              <a:latin typeface="Arial"/>
            </a:endParaRPr>
          </a:p>
        </p:txBody>
      </p:sp>
      <p:sp>
        <p:nvSpPr>
          <p:cNvPr id="8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ja-JP" sz="2000" b="0" u="none" strike="noStrike">
                <a:solidFill>
                  <a:srgbClr val="000000"/>
                </a:solidFill>
                <a:effectLst/>
                <a:uFillTx/>
                <a:latin typeface="Arial"/>
              </a:rPr>
              <a:t>クリックしてノートの書式を編集</a:t>
            </a:r>
            <a:endParaRPr lang="en-US" sz="2000" b="0" u="none" strike="noStrike">
              <a:solidFill>
                <a:srgbClr val="000000"/>
              </a:solidFill>
              <a:effectLst/>
              <a:uFillTx/>
              <a:latin typeface="Arial"/>
            </a:endParaRPr>
          </a:p>
        </p:txBody>
      </p:sp>
      <p:sp>
        <p:nvSpPr>
          <p:cNvPr id="8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Noto Serif CJK JP"/>
              </a:rPr>
              <a:t>&lt;ヘッダー&gt;</a:t>
            </a:r>
          </a:p>
        </p:txBody>
      </p:sp>
      <p:sp>
        <p:nvSpPr>
          <p:cNvPr id="9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Noto Serif CJK JP"/>
              </a:defRPr>
            </a:lvl1pPr>
          </a:lstStyle>
          <a:p>
            <a:pPr indent="0" algn="r">
              <a:buNone/>
            </a:pPr>
            <a:r>
              <a:rPr lang="en-US" sz="1400" b="0" u="none" strike="noStrike">
                <a:solidFill>
                  <a:srgbClr val="000000"/>
                </a:solidFill>
                <a:effectLst/>
                <a:uFillTx/>
                <a:latin typeface="Noto Serif CJK JP"/>
              </a:rPr>
              <a:t>&lt;日付/時刻&gt;</a:t>
            </a:r>
          </a:p>
        </p:txBody>
      </p:sp>
      <p:sp>
        <p:nvSpPr>
          <p:cNvPr id="9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Noto Serif CJK JP"/>
              </a:defRPr>
            </a:lvl1pPr>
          </a:lstStyle>
          <a:p>
            <a:pPr indent="0">
              <a:buNone/>
            </a:pPr>
            <a:r>
              <a:rPr lang="en-US" sz="1400" b="0" u="none" strike="noStrike">
                <a:solidFill>
                  <a:srgbClr val="000000"/>
                </a:solidFill>
                <a:effectLst/>
                <a:uFillTx/>
                <a:latin typeface="Noto Serif CJK JP"/>
              </a:rPr>
              <a:t>&lt;フッター&gt;</a:t>
            </a:r>
          </a:p>
        </p:txBody>
      </p:sp>
      <p:sp>
        <p:nvSpPr>
          <p:cNvPr id="9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erif CJK JP"/>
              </a:defRPr>
            </a:lvl1pPr>
          </a:lstStyle>
          <a:p>
            <a:pPr indent="0" algn="r">
              <a:buNone/>
            </a:pPr>
            <a:fld id="{03AF41C3-2467-4277-997B-63C528D94122}" type="slidenum">
              <a:rPr lang="en-US" sz="1400" b="0" u="none" strike="noStrike">
                <a:solidFill>
                  <a:srgbClr val="000000"/>
                </a:solidFill>
                <a:effectLst/>
                <a:uFillTx/>
                <a:latin typeface="Noto Serif CJK JP"/>
              </a:rPr>
              <a:t>‹#›</a:t>
            </a:fld>
            <a:endParaRPr lang="en-US" sz="14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1</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984273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pPr indent="0" defTabSz="914400">
              <a:lnSpc>
                <a:spcPct val="90000"/>
              </a:lnSpc>
              <a:spcBef>
                <a:spcPts val="1001"/>
              </a:spcBef>
              <a:buNone/>
              <a:tabLst>
                <a:tab pos="0" algn="l"/>
              </a:tabLst>
            </a:pPr>
            <a:r>
              <a:rPr kumimoji="1" lang="ja-JP" altLang="en-US" dirty="0"/>
              <a:t>背景について説明します。タイピングにおいてホームポジションに</a:t>
            </a:r>
            <a:r>
              <a:rPr lang="ja-JP" altLang="ja-JP" sz="1200" b="0" u="none" strike="noStrike" dirty="0">
                <a:solidFill>
                  <a:schemeClr val="dk1"/>
                </a:solidFill>
                <a:effectLst/>
                <a:uFillTx/>
                <a:latin typeface="Aptos"/>
              </a:rPr>
              <a:t>則った入力はタイピング速度の向上やタイプミスの減少などが期待で</a:t>
            </a:r>
            <a:r>
              <a:rPr lang="ja-JP" altLang="en-US" sz="1200" b="0" u="none" strike="noStrike" dirty="0">
                <a:solidFill>
                  <a:schemeClr val="dk1"/>
                </a:solidFill>
                <a:effectLst/>
                <a:uFillTx/>
                <a:latin typeface="Aptos"/>
              </a:rPr>
              <a:t>きますが、</a:t>
            </a:r>
            <a:endParaRPr lang="en-US" altLang="ja-JP" sz="1200" b="0" u="none" strike="noStrike" dirty="0">
              <a:solidFill>
                <a:srgbClr val="000000"/>
              </a:solidFill>
              <a:effectLst/>
              <a:uFillTx/>
              <a:latin typeface="+mn-lt"/>
            </a:endParaRPr>
          </a:p>
          <a:p>
            <a:pPr indent="0" defTabSz="914400">
              <a:lnSpc>
                <a:spcPct val="90000"/>
              </a:lnSpc>
              <a:spcBef>
                <a:spcPts val="1001"/>
              </a:spcBef>
              <a:buNone/>
              <a:tabLst>
                <a:tab pos="0" algn="l"/>
              </a:tabLst>
            </a:pPr>
            <a:r>
              <a:rPr lang="ja-JP" altLang="ja-JP" sz="1200" b="0" u="none" strike="noStrike" dirty="0">
                <a:solidFill>
                  <a:schemeClr val="dk1"/>
                </a:solidFill>
                <a:effectLst/>
                <a:uFillTx/>
                <a:latin typeface="Aptos"/>
              </a:rPr>
              <a:t>現在のタイピング練習ソフトでは入力の速度や正確さを測定するのみで、正しい入力方法かどうかは判定で</a:t>
            </a:r>
            <a:r>
              <a:rPr lang="ja-JP" altLang="en-US" sz="1200" b="0" u="none" strike="noStrike" dirty="0">
                <a:solidFill>
                  <a:schemeClr val="dk1"/>
                </a:solidFill>
                <a:effectLst/>
                <a:uFillTx/>
                <a:latin typeface="Aptos"/>
              </a:rPr>
              <a:t>きません。</a:t>
            </a:r>
            <a:endParaRPr lang="en-US" altLang="ja-JP" sz="1200" b="0" u="none" strike="noStrike" dirty="0">
              <a:solidFill>
                <a:srgbClr val="000000"/>
              </a:solidFill>
              <a:effectLst/>
              <a:uFillTx/>
              <a:latin typeface="+mn-lt"/>
            </a:endParaRPr>
          </a:p>
          <a:p>
            <a:pPr indent="0" defTabSz="914400">
              <a:lnSpc>
                <a:spcPct val="90000"/>
              </a:lnSpc>
              <a:spcBef>
                <a:spcPts val="1001"/>
              </a:spcBef>
              <a:buNone/>
              <a:tabLst>
                <a:tab pos="0" algn="l"/>
              </a:tabLst>
            </a:pPr>
            <a:r>
              <a:rPr lang="ja-JP" altLang="en-US" sz="1200" b="0" u="none" strike="noStrike" dirty="0">
                <a:solidFill>
                  <a:srgbClr val="000000"/>
                </a:solidFill>
                <a:effectLst/>
                <a:uFillTx/>
                <a:latin typeface="+mn-lt"/>
              </a:rPr>
              <a:t>よって</a:t>
            </a:r>
            <a:r>
              <a:rPr lang="ja-JP" altLang="en-US" sz="1200" b="0" u="none" strike="noStrike" dirty="0">
                <a:solidFill>
                  <a:schemeClr val="dk1"/>
                </a:solidFill>
                <a:effectLst/>
                <a:uFillTx/>
                <a:latin typeface="Aptos"/>
              </a:rPr>
              <a:t>、</a:t>
            </a:r>
            <a:r>
              <a:rPr lang="en-US" altLang="ja-JP" sz="1200" b="0" u="none" strike="noStrike" dirty="0" err="1">
                <a:solidFill>
                  <a:schemeClr val="dk1"/>
                </a:solidFill>
                <a:effectLst/>
                <a:uFillTx/>
                <a:latin typeface="Aptos"/>
              </a:rPr>
              <a:t>入力を行う手やキーボードの映像から正しい入力が行われているか判定するシステムを</a:t>
            </a:r>
            <a:r>
              <a:rPr lang="ja-JP" altLang="en-US" sz="1200" b="0" u="none" strike="noStrike" dirty="0">
                <a:solidFill>
                  <a:schemeClr val="dk1"/>
                </a:solidFill>
                <a:effectLst/>
                <a:uFillTx/>
                <a:latin typeface="Aptos"/>
              </a:rPr>
              <a:t>開発</a:t>
            </a:r>
            <a:r>
              <a:rPr kumimoji="1" lang="ja-JP" altLang="en-US" sz="1200" b="0" u="none" strike="noStrike" dirty="0">
                <a:solidFill>
                  <a:schemeClr val="dk1"/>
                </a:solidFill>
                <a:effectLst/>
                <a:uFillTx/>
                <a:latin typeface="Aptos"/>
              </a:rPr>
              <a:t>し、ホームポジションを意識したタイピング練習を気軽に行えるようにすることを目的としています。</a:t>
            </a:r>
            <a:endParaRPr lang="en-US" altLang="ja-JP" sz="1200" b="0" u="none" strike="noStrike" dirty="0">
              <a:solidFill>
                <a:srgbClr val="000000"/>
              </a:solidFill>
              <a:effectLst/>
              <a:uFillTx/>
              <a:latin typeface="+mn-lt"/>
            </a:endParaRPr>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2</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1205029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システムのおおまかな概要はこのようになっています。</a:t>
            </a:r>
            <a:endParaRPr kumimoji="1" lang="en-US" altLang="ja-JP" dirty="0"/>
          </a:p>
          <a:p>
            <a:r>
              <a:rPr kumimoji="1" lang="ja-JP" altLang="en-US" sz="1200" dirty="0"/>
              <a:t>①</a:t>
            </a:r>
            <a:r>
              <a:rPr kumimoji="1" lang="ja-JP" altLang="en-US" sz="1200" u="sng" dirty="0"/>
              <a:t>カメラの</a:t>
            </a:r>
            <a:r>
              <a:rPr lang="ja-JP" altLang="en-US" sz="1200" u="sng" dirty="0"/>
              <a:t>映像から指先の座標を取得し、</a:t>
            </a:r>
            <a:endParaRPr lang="en-US" altLang="ja-JP" sz="1200" u="sng" dirty="0"/>
          </a:p>
          <a:p>
            <a:r>
              <a:rPr lang="ja-JP" altLang="en-US" sz="1200" dirty="0"/>
              <a:t>②指先の座標をキーボード基準の座標に変換、</a:t>
            </a:r>
            <a:endParaRPr lang="en-US" altLang="ja-JP" sz="1200" dirty="0"/>
          </a:p>
          <a:p>
            <a:r>
              <a:rPr kumimoji="1" lang="ja-JP" altLang="en-US" sz="1200" dirty="0"/>
              <a:t>③同一座標系にある指先座標とキー座標から入力を判定</a:t>
            </a:r>
            <a:endParaRPr kumimoji="1" lang="en-US" altLang="ja-JP" sz="1200" dirty="0"/>
          </a:p>
          <a:p>
            <a:r>
              <a:rPr kumimoji="1" lang="ja-JP" altLang="en-US" sz="1200" dirty="0"/>
              <a:t>のようにシステムを構築しています。</a:t>
            </a:r>
            <a:endParaRPr kumimoji="1" lang="en-US" altLang="ja-JP" sz="1200" dirty="0"/>
          </a:p>
          <a:p>
            <a:r>
              <a:rPr kumimoji="1" lang="ja-JP" altLang="en-US" sz="1200" dirty="0"/>
              <a:t>本研究は共同研究であり、私は１の指先座標の推定を担当しています。</a:t>
            </a:r>
            <a:endParaRPr kumimoji="1" lang="en-US" altLang="ja-JP" sz="1200" dirty="0"/>
          </a:p>
          <a:p>
            <a:endParaRPr lang="en-US" altLang="ja-JP" sz="1200"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3</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839121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217488" y="812800"/>
            <a:ext cx="7124700" cy="4008438"/>
          </a:xfrm>
          <a:prstGeom prst="rect">
            <a:avLst/>
          </a:prstGeom>
          <a:ln w="0">
            <a:noFill/>
          </a:ln>
        </p:spPr>
      </p:sp>
      <p:sp>
        <p:nvSpPr>
          <p:cNvPr id="14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ja-JP" sz="2000" b="0" u="none" strike="noStrike" dirty="0">
                <a:solidFill>
                  <a:srgbClr val="000000"/>
                </a:solidFill>
                <a:effectLst/>
                <a:uFillTx/>
                <a:latin typeface="Arial"/>
              </a:rPr>
              <a:t>映像からの手の座標の</a:t>
            </a:r>
            <a:r>
              <a:rPr lang="ja-JP" altLang="en-US" sz="2000" b="0" u="none" strike="noStrike" dirty="0">
                <a:solidFill>
                  <a:srgbClr val="000000"/>
                </a:solidFill>
                <a:effectLst/>
                <a:uFillTx/>
                <a:latin typeface="Arial"/>
              </a:rPr>
              <a:t>推定</a:t>
            </a:r>
            <a:r>
              <a:rPr lang="ja-JP" sz="2000" b="0" u="none" strike="noStrike" dirty="0">
                <a:solidFill>
                  <a:srgbClr val="000000"/>
                </a:solidFill>
                <a:effectLst/>
                <a:uFillTx/>
                <a:latin typeface="Arial"/>
              </a:rPr>
              <a:t>には</a:t>
            </a:r>
            <a:r>
              <a:rPr lang="en-US" sz="2000" b="0" u="none" strike="noStrike" dirty="0" err="1">
                <a:solidFill>
                  <a:srgbClr val="000000"/>
                </a:solidFill>
                <a:effectLst/>
                <a:uFillTx/>
                <a:latin typeface="Arial"/>
              </a:rPr>
              <a:t>MediaPipe</a:t>
            </a:r>
            <a:r>
              <a:rPr lang="en-US" sz="2000" b="0" u="none" strike="noStrike" dirty="0">
                <a:solidFill>
                  <a:srgbClr val="000000"/>
                </a:solidFill>
                <a:effectLst/>
                <a:uFillTx/>
                <a:latin typeface="Arial"/>
              </a:rPr>
              <a:t> Hand </a:t>
            </a:r>
            <a:r>
              <a:rPr lang="en-US" sz="2000" b="0" u="none" strike="noStrike" dirty="0" err="1">
                <a:solidFill>
                  <a:srgbClr val="000000"/>
                </a:solidFill>
                <a:effectLst/>
                <a:uFillTx/>
                <a:latin typeface="Arial"/>
              </a:rPr>
              <a:t>Landmarker</a:t>
            </a:r>
            <a:r>
              <a:rPr lang="ja-JP" sz="2000" b="0" u="none" strike="noStrike" dirty="0">
                <a:solidFill>
                  <a:srgbClr val="000000"/>
                </a:solidFill>
                <a:effectLst/>
                <a:uFillTx/>
                <a:latin typeface="Arial"/>
              </a:rPr>
              <a:t>を使用します。</a:t>
            </a:r>
            <a:r>
              <a:rPr lang="en-US" sz="2000" b="0" u="none" strike="noStrike" dirty="0" err="1">
                <a:solidFill>
                  <a:srgbClr val="000000"/>
                </a:solidFill>
                <a:effectLst/>
                <a:uFillTx/>
                <a:latin typeface="Arial"/>
              </a:rPr>
              <a:t>MediaPipe</a:t>
            </a:r>
            <a:r>
              <a:rPr lang="ja-JP" sz="2000" b="0" u="none" strike="noStrike" dirty="0">
                <a:solidFill>
                  <a:srgbClr val="000000"/>
                </a:solidFill>
                <a:effectLst/>
                <a:uFillTx/>
                <a:latin typeface="Arial"/>
              </a:rPr>
              <a:t>とは</a:t>
            </a:r>
            <a:r>
              <a:rPr lang="en-US" sz="2000" b="0" u="none" strike="noStrike" dirty="0">
                <a:solidFill>
                  <a:srgbClr val="000000"/>
                </a:solidFill>
                <a:effectLst/>
                <a:uFillTx/>
                <a:latin typeface="Arial"/>
              </a:rPr>
              <a:t>Google</a:t>
            </a:r>
            <a:r>
              <a:rPr lang="ja-JP" sz="2000" b="0" u="none" strike="noStrike" dirty="0">
                <a:solidFill>
                  <a:srgbClr val="000000"/>
                </a:solidFill>
                <a:effectLst/>
                <a:uFillTx/>
                <a:latin typeface="Arial"/>
              </a:rPr>
              <a:t>社が提供するライブメディア処理のためのオープンソース機械学習ソリューションです。</a:t>
            </a:r>
            <a:r>
              <a:rPr lang="ja-JP" altLang="en-US" sz="2000" b="0" u="none" strike="noStrike" dirty="0">
                <a:solidFill>
                  <a:srgbClr val="000000"/>
                </a:solidFill>
                <a:effectLst/>
                <a:uFillTx/>
                <a:latin typeface="Arial"/>
              </a:rPr>
              <a:t>その中でも</a:t>
            </a:r>
            <a:r>
              <a:rPr lang="en-US" sz="2000" b="0" u="none" strike="noStrike" dirty="0">
                <a:solidFill>
                  <a:srgbClr val="000000"/>
                </a:solidFill>
                <a:effectLst/>
                <a:uFillTx/>
                <a:latin typeface="Arial"/>
              </a:rPr>
              <a:t>Hand </a:t>
            </a:r>
            <a:r>
              <a:rPr lang="en-US" sz="2000" b="0" u="none" strike="noStrike" dirty="0" err="1">
                <a:solidFill>
                  <a:srgbClr val="000000"/>
                </a:solidFill>
                <a:effectLst/>
                <a:uFillTx/>
                <a:latin typeface="Arial"/>
              </a:rPr>
              <a:t>Landmarker</a:t>
            </a:r>
            <a:r>
              <a:rPr lang="ja-JP" sz="2000" b="0" u="none" strike="noStrike" dirty="0">
                <a:solidFill>
                  <a:srgbClr val="000000"/>
                </a:solidFill>
                <a:effectLst/>
                <a:uFillTx/>
                <a:latin typeface="Arial"/>
              </a:rPr>
              <a:t>は手や指の座標推定を行うモデルで、手の位置や</a:t>
            </a:r>
            <a:r>
              <a:rPr lang="en-US" sz="2000" b="0" u="none" strike="noStrike" dirty="0">
                <a:solidFill>
                  <a:srgbClr val="000000"/>
                </a:solidFill>
                <a:effectLst/>
                <a:uFillTx/>
                <a:latin typeface="Arial"/>
              </a:rPr>
              <a:t>21</a:t>
            </a:r>
            <a:r>
              <a:rPr lang="ja-JP" sz="2000" b="0" u="none" strike="noStrike" dirty="0">
                <a:solidFill>
                  <a:srgbClr val="000000"/>
                </a:solidFill>
                <a:effectLst/>
                <a:uFillTx/>
                <a:latin typeface="Arial"/>
              </a:rPr>
              <a:t>個のランドマークをリアルタイムに推定します。具体的なランドマークは図のように設定されていて、手首を含む各関節点と指先の座標を推定することができます。</a:t>
            </a:r>
            <a:endParaRPr lang="en-US" sz="2000" b="0" u="none" strike="noStrike" dirty="0">
              <a:solidFill>
                <a:srgbClr val="000000"/>
              </a:solidFill>
              <a:effectLst/>
              <a:uFillTx/>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noRot="1" noChangeAspect="1"/>
          </p:cNvSpPr>
          <p:nvPr>
            <p:ph type="sldImg"/>
          </p:nvPr>
        </p:nvSpPr>
        <p:spPr>
          <a:xfrm>
            <a:off x="217488" y="812800"/>
            <a:ext cx="7124700" cy="4008438"/>
          </a:xfrm>
          <a:prstGeom prst="rect">
            <a:avLst/>
          </a:prstGeom>
          <a:ln w="0">
            <a:noFill/>
          </a:ln>
        </p:spPr>
      </p:sp>
      <p:sp>
        <p:nvSpPr>
          <p:cNvPr id="1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altLang="ja-JP" sz="2000" dirty="0" err="1"/>
              <a:t>MediaPipe</a:t>
            </a:r>
            <a:r>
              <a:rPr lang="en-US" altLang="ja-JP" sz="2000" dirty="0"/>
              <a:t> Hand </a:t>
            </a:r>
            <a:r>
              <a:rPr lang="en-US" altLang="ja-JP" sz="2000" dirty="0" err="1"/>
              <a:t>Landmarker</a:t>
            </a:r>
            <a:r>
              <a:rPr lang="ja-JP" altLang="en-US" sz="2000" dirty="0"/>
              <a:t>は主に映像から手の</a:t>
            </a:r>
            <a:r>
              <a:rPr lang="en-US" altLang="ja-JP" sz="2000" dirty="0"/>
              <a:t>2</a:t>
            </a:r>
            <a:r>
              <a:rPr lang="ja-JP" altLang="en-US" sz="2000" dirty="0"/>
              <a:t>次元座標を推定するために用いられますが、</a:t>
            </a:r>
            <a:r>
              <a:rPr lang="en-US" altLang="ja-JP" sz="2000" dirty="0"/>
              <a:t>z</a:t>
            </a:r>
            <a:r>
              <a:rPr lang="ja-JP" altLang="en-US" sz="2000" dirty="0"/>
              <a:t>座標を含む</a:t>
            </a:r>
            <a:r>
              <a:rPr lang="en-US" altLang="ja-JP" sz="2000" dirty="0"/>
              <a:t>3</a:t>
            </a:r>
            <a:r>
              <a:rPr lang="ja-JP" altLang="en-US" sz="2000" dirty="0"/>
              <a:t>次元推定も可能です。</a:t>
            </a:r>
            <a:br>
              <a:rPr lang="ja-JP" altLang="en-US" sz="2000" dirty="0"/>
            </a:br>
            <a:r>
              <a:rPr lang="ja-JP" altLang="en-US" sz="2000" dirty="0"/>
              <a:t>昨年度の先行研究ではこの</a:t>
            </a:r>
            <a:r>
              <a:rPr lang="en-US" altLang="ja-JP" sz="2000" dirty="0"/>
              <a:t>3</a:t>
            </a:r>
            <a:r>
              <a:rPr lang="ja-JP" altLang="en-US" sz="2000" dirty="0"/>
              <a:t>次元座標推定を利用しましたが、奥行方向の精度に大きな問題があることが分かりました。</a:t>
            </a:r>
            <a:br>
              <a:rPr lang="ja-JP" altLang="en-US" sz="2000" dirty="0"/>
            </a:br>
            <a:r>
              <a:rPr lang="ja-JP" altLang="en-US" sz="2000" dirty="0"/>
              <a:t>図のように手を平面に置いても、推定された各点は</a:t>
            </a:r>
            <a:r>
              <a:rPr lang="en-US" altLang="ja-JP" sz="2000" dirty="0"/>
              <a:t>z</a:t>
            </a:r>
            <a:r>
              <a:rPr lang="ja-JP" altLang="en-US" sz="2000" dirty="0"/>
              <a:t>軸方向に大きくばらつき、特に親指では最大</a:t>
            </a:r>
            <a:r>
              <a:rPr lang="en-US" altLang="ja-JP" sz="2000" dirty="0"/>
              <a:t>40mm</a:t>
            </a:r>
            <a:r>
              <a:rPr lang="ja-JP" altLang="en-US" sz="2000" dirty="0"/>
              <a:t>以上の誤差が生じています。</a:t>
            </a:r>
            <a:br>
              <a:rPr lang="ja-JP" altLang="en-US" sz="2000" dirty="0"/>
            </a:br>
            <a:r>
              <a:rPr lang="ja-JP" altLang="en-US" sz="2000" dirty="0"/>
              <a:t>このままシステムに組み込むには不十分な精度で、改善が求められていました。</a:t>
            </a:r>
            <a:endParaRPr lang="en-US" altLang="ja-JP" sz="2000" dirty="0"/>
          </a:p>
          <a:p>
            <a:pPr indent="0">
              <a:buNone/>
            </a:pPr>
            <a:endParaRPr lang="en-US" altLang="ja-JP" sz="2000" b="0" u="none" strike="noStrike" dirty="0">
              <a:solidFill>
                <a:srgbClr val="000000"/>
              </a:solidFill>
              <a:effectLst/>
              <a:uFillTx/>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そこで本研究は、前述したとおりの「</a:t>
            </a:r>
            <a:r>
              <a:rPr lang="en-US" altLang="ja-JP" sz="1200" b="0" u="none" strike="noStrike" dirty="0" err="1">
                <a:solidFill>
                  <a:schemeClr val="dk1"/>
                </a:solidFill>
                <a:effectLst/>
                <a:uFillTx/>
                <a:latin typeface="Aptos"/>
              </a:rPr>
              <a:t>入力を行う手やキーボードの映像から正しい入力が行われているか判定するシステム</a:t>
            </a:r>
            <a:r>
              <a:rPr lang="ja-JP" altLang="en-US" sz="1200" b="0" u="none" strike="noStrike" dirty="0">
                <a:solidFill>
                  <a:schemeClr val="dk1"/>
                </a:solidFill>
                <a:effectLst/>
                <a:uFillTx/>
                <a:latin typeface="Aptos"/>
              </a:rPr>
              <a:t>」</a:t>
            </a:r>
            <a:r>
              <a:rPr kumimoji="1" lang="ja-JP" altLang="en-US" dirty="0"/>
              <a:t>を開発するため</a:t>
            </a:r>
            <a:r>
              <a:rPr lang="ja-JP" altLang="en-US" sz="1200" b="0" u="none" strike="noStrike" dirty="0">
                <a:solidFill>
                  <a:schemeClr val="dk1"/>
                </a:solidFill>
                <a:effectLst/>
                <a:uFillTx/>
                <a:latin typeface="ＭＳ Ｐゴシック"/>
                <a:ea typeface="ＭＳ Ｐゴシック"/>
              </a:rPr>
              <a:t>に必要な</a:t>
            </a:r>
            <a:endParaRPr lang="en-US" altLang="ja-JP" sz="1200" b="0" u="none" strike="noStrike" dirty="0">
              <a:solidFill>
                <a:schemeClr val="dk1"/>
              </a:solidFill>
              <a:effectLst/>
              <a:uFillTx/>
              <a:latin typeface="ＭＳ Ｐゴシック"/>
              <a:ea typeface="ＭＳ Ｐゴシック"/>
            </a:endParaRPr>
          </a:p>
          <a:p>
            <a:r>
              <a:rPr lang="ja-JP" altLang="en-US" sz="1200" b="0" u="none" strike="noStrike" dirty="0">
                <a:solidFill>
                  <a:schemeClr val="dk1"/>
                </a:solidFill>
                <a:effectLst/>
                <a:uFillTx/>
                <a:latin typeface="ＭＳ Ｐゴシック"/>
                <a:ea typeface="ＭＳ Ｐゴシック"/>
              </a:rPr>
              <a:t>「座標推定の精度改善」も</a:t>
            </a:r>
            <a:r>
              <a:rPr lang="ja-JP" altLang="en-US" dirty="0"/>
              <a:t>もう一つの</a:t>
            </a:r>
            <a:r>
              <a:rPr lang="ja-JP" altLang="en-US" sz="1200" b="0" u="none" strike="noStrike" dirty="0">
                <a:solidFill>
                  <a:schemeClr val="dk1"/>
                </a:solidFill>
                <a:effectLst/>
                <a:uFillTx/>
                <a:latin typeface="ＭＳ Ｐゴシック"/>
                <a:ea typeface="ＭＳ Ｐゴシック"/>
              </a:rPr>
              <a:t>重要な目的となっています。</a:t>
            </a:r>
            <a:endParaRPr lang="en-US" altLang="ja-JP" sz="1200" b="0" u="none" strike="noStrike" dirty="0">
              <a:solidFill>
                <a:schemeClr val="dk1"/>
              </a:solidFill>
              <a:effectLst/>
              <a:uFillTx/>
              <a:latin typeface="ＭＳ Ｐゴシック"/>
              <a:ea typeface="ＭＳ Ｐゴシック"/>
            </a:endParaRPr>
          </a:p>
          <a:p>
            <a:r>
              <a:rPr lang="ja-JP" altLang="en-US" dirty="0"/>
              <a:t>その方法として、両眼カメラを用いた三角測量により</a:t>
            </a:r>
            <a:r>
              <a:rPr lang="en-US" altLang="ja-JP" dirty="0"/>
              <a:t>3</a:t>
            </a:r>
            <a:r>
              <a:rPr lang="ja-JP" altLang="en-US" dirty="0"/>
              <a:t>次元座標を推定し、その精度を評価します。</a:t>
            </a:r>
          </a:p>
          <a:p>
            <a:endParaRPr kumimoji="1" lang="ja-JP" altLang="en-US"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6</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334122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具体的な座標推定の概要はこのようになっています。</a:t>
            </a:r>
            <a:endParaRPr kumimoji="1" lang="en-US" altLang="ja-JP" dirty="0"/>
          </a:p>
          <a:p>
            <a:r>
              <a:rPr kumimoji="1" lang="ja-JP" altLang="en-US" dirty="0"/>
              <a:t>２台の</a:t>
            </a:r>
            <a:r>
              <a:rPr kumimoji="1" lang="en-US" altLang="ja-JP" dirty="0"/>
              <a:t>Web</a:t>
            </a:r>
            <a:r>
              <a:rPr kumimoji="1" lang="ja-JP" altLang="en-US" dirty="0"/>
              <a:t>カメラから映像を取得し、 </a:t>
            </a:r>
            <a:r>
              <a:rPr kumimoji="1" lang="en-US" altLang="ja-JP" dirty="0" err="1"/>
              <a:t>MediaPipe</a:t>
            </a:r>
            <a:r>
              <a:rPr kumimoji="1" lang="en-US" altLang="ja-JP" dirty="0"/>
              <a:t> Hand </a:t>
            </a:r>
            <a:r>
              <a:rPr kumimoji="1" lang="en-US" altLang="ja-JP" dirty="0" err="1"/>
              <a:t>Landmarker</a:t>
            </a:r>
            <a:r>
              <a:rPr kumimoji="1" lang="ja-JP" altLang="en-US" dirty="0"/>
              <a:t>によりそれぞれの手の二次元座標を推定、 </a:t>
            </a:r>
            <a:r>
              <a:rPr kumimoji="1" lang="en-US" altLang="ja-JP" dirty="0"/>
              <a:t>OpenCV</a:t>
            </a:r>
            <a:r>
              <a:rPr kumimoji="1" lang="ja-JP" altLang="en-US" dirty="0"/>
              <a:t>の関数を用いて三角測量を行い三次元座標を推定します。</a:t>
            </a:r>
            <a:endParaRPr kumimoji="1" lang="en-US" altLang="ja-JP"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7</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265779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三角測量を正確に行うためには、映像上の二次元座標だけでなく、レンズの歪みなどを補正してくれる内部パラメータと、２台のカメラ間の位置関係を表す外部パラメータが必要になります。</a:t>
            </a:r>
            <a:endParaRPr kumimoji="1" lang="en-US" altLang="ja-JP" dirty="0"/>
          </a:p>
          <a:p>
            <a:r>
              <a:rPr kumimoji="1" lang="ja-JP" altLang="en-US" dirty="0"/>
              <a:t>内部パラメータはカメラキャリブレーション、外部パラメータはステレオキャリブレーションでそれぞれ求めることができ、</a:t>
            </a:r>
            <a:endParaRPr kumimoji="1" lang="en-US" altLang="ja-JP" dirty="0"/>
          </a:p>
          <a:p>
            <a:r>
              <a:rPr kumimoji="1" lang="ja-JP" altLang="en-US" dirty="0"/>
              <a:t>今回、これらのキャリブレーションはどちらも </a:t>
            </a:r>
            <a:r>
              <a:rPr kumimoji="1" lang="en-US" altLang="ja-JP" dirty="0"/>
              <a:t>Zhang(</a:t>
            </a:r>
            <a:r>
              <a:rPr kumimoji="1" lang="ja-JP" altLang="en-US" dirty="0"/>
              <a:t>ジャン</a:t>
            </a:r>
            <a:r>
              <a:rPr kumimoji="1" lang="en-US" altLang="ja-JP" dirty="0"/>
              <a:t>)</a:t>
            </a:r>
            <a:r>
              <a:rPr kumimoji="1" lang="ja-JP" altLang="en-US" dirty="0"/>
              <a:t>の方法を用いて行いました。</a:t>
            </a:r>
            <a:endParaRPr kumimoji="1" lang="en-US" altLang="ja-JP" dirty="0"/>
          </a:p>
          <a:p>
            <a:r>
              <a:rPr kumimoji="1" lang="ja-JP" altLang="en-US" dirty="0"/>
              <a:t>これはチェスボードのような、特徴点が明確で、それらの位置関係が規則的なパターンを、様々な角度から複数枚撮影することでキャリブレーションを行う方法です。</a:t>
            </a:r>
            <a:endParaRPr kumimoji="1" lang="en-US" altLang="ja-JP" dirty="0"/>
          </a:p>
          <a:p>
            <a:r>
              <a:rPr kumimoji="1" lang="en-US" altLang="ja-JP" dirty="0"/>
              <a:t> Zhang(</a:t>
            </a:r>
            <a:r>
              <a:rPr kumimoji="1" lang="ja-JP" altLang="en-US" dirty="0"/>
              <a:t>ジャン</a:t>
            </a:r>
            <a:r>
              <a:rPr kumimoji="1" lang="en-US" altLang="ja-JP" dirty="0"/>
              <a:t>)</a:t>
            </a:r>
            <a:r>
              <a:rPr kumimoji="1" lang="ja-JP" altLang="en-US" dirty="0"/>
              <a:t>の方法は</a:t>
            </a:r>
            <a:r>
              <a:rPr lang="ja-JP" altLang="en-US" dirty="0"/>
              <a:t>既知の三次元座標と、画像上で推定された二次元座標の対応が必要になり、この座標にチェスボードのコーナーを利用しているというわけです。</a:t>
            </a:r>
            <a:endParaRPr kumimoji="1" lang="en-US" altLang="ja-JP" dirty="0"/>
          </a:p>
          <a:p>
            <a:endParaRPr kumimoji="1" lang="ja-JP" altLang="en-US"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8</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643824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そのように求められた内部パラメータと外部パラメータから、三角測量に必要となる射影行列を求めることができます。</a:t>
            </a:r>
            <a:endParaRPr kumimoji="1" lang="en-US" altLang="ja-JP" dirty="0"/>
          </a:p>
          <a:p>
            <a:r>
              <a:rPr kumimoji="1" lang="ja-JP" altLang="en-US" dirty="0"/>
              <a:t>射影行列は次のような式で求められ、三次元の世界座標系から二次元の画像座標系への変換を表します。</a:t>
            </a:r>
            <a:endParaRPr kumimoji="1" lang="en-US" altLang="ja-JP" dirty="0"/>
          </a:p>
          <a:p>
            <a:r>
              <a:rPr kumimoji="1" lang="ja-JP" altLang="en-US" dirty="0"/>
              <a:t>ここで、</a:t>
            </a:r>
            <a:r>
              <a:rPr kumimoji="1" lang="en-US" altLang="ja-JP" dirty="0"/>
              <a:t>K</a:t>
            </a:r>
            <a:r>
              <a:rPr kumimoji="1" lang="ja-JP" altLang="en-US" dirty="0"/>
              <a:t>は内部パラメータ、 </a:t>
            </a:r>
            <a:r>
              <a:rPr kumimoji="1" lang="en-US" altLang="ja-JP" dirty="0"/>
              <a:t>R</a:t>
            </a:r>
            <a:r>
              <a:rPr kumimoji="1" lang="ja-JP" altLang="en-US" dirty="0"/>
              <a:t>はカメラの姿勢を表す回転行列、ｔはカメラの位置を表す併進ベクトルで、 </a:t>
            </a:r>
            <a:r>
              <a:rPr kumimoji="1" lang="en-US" altLang="ja-JP" dirty="0"/>
              <a:t>R</a:t>
            </a:r>
            <a:r>
              <a:rPr kumimoji="1" lang="ja-JP" altLang="en-US" dirty="0"/>
              <a:t>とｔを合わせてカメラの位置関係を表す外部パラメータとなっています。</a:t>
            </a:r>
            <a:endParaRPr kumimoji="1" lang="en-US" altLang="ja-JP" dirty="0"/>
          </a:p>
          <a:p>
            <a:endParaRPr kumimoji="1" lang="ja-JP" altLang="en-US"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9</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1683165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lang="ja-JP" altLang="en-US" dirty="0"/>
              <a:t>キャリブレーションで射影行列を求めた後は、この方程式を用いて三角測量を行い、三次元座標を推定します。</a:t>
            </a:r>
            <a:br>
              <a:rPr lang="ja-JP" altLang="en-US" dirty="0"/>
            </a:br>
            <a:r>
              <a:rPr lang="ja-JP" altLang="en-US" dirty="0"/>
              <a:t>ここで </a:t>
            </a:r>
            <a:r>
              <a:rPr lang="en-US" altLang="ja-JP" i="1" dirty="0"/>
              <a:t>x</a:t>
            </a:r>
            <a:r>
              <a:rPr lang="ja-JP" altLang="en-US" dirty="0"/>
              <a:t> は映像上の二次元座標、</a:t>
            </a:r>
            <a:r>
              <a:rPr lang="en-US" altLang="ja-JP" i="1" dirty="0"/>
              <a:t>X</a:t>
            </a:r>
            <a:r>
              <a:rPr lang="ja-JP" altLang="en-US" dirty="0"/>
              <a:t> は求める三次元座標、そして </a:t>
            </a:r>
            <a:r>
              <a:rPr lang="en-US" altLang="ja-JP" i="1" dirty="0"/>
              <a:t>P₁</a:t>
            </a:r>
            <a:r>
              <a:rPr lang="ja-JP" altLang="en-US" dirty="0"/>
              <a:t>・</a:t>
            </a:r>
            <a:r>
              <a:rPr lang="en-US" altLang="ja-JP" i="1" dirty="0"/>
              <a:t>P₂</a:t>
            </a:r>
            <a:r>
              <a:rPr lang="ja-JP" altLang="en-US" dirty="0"/>
              <a:t> は左右カメラの射影行列を表します。</a:t>
            </a:r>
          </a:p>
          <a:p>
            <a:r>
              <a:rPr lang="ja-JP" altLang="en-US" dirty="0"/>
              <a:t>射影行列は、世界座標系の</a:t>
            </a:r>
            <a:r>
              <a:rPr lang="en-US" altLang="ja-JP" dirty="0"/>
              <a:t>3</a:t>
            </a:r>
            <a:r>
              <a:rPr lang="ja-JP" altLang="en-US" dirty="0"/>
              <a:t>次元点を画像上の</a:t>
            </a:r>
            <a:r>
              <a:rPr lang="en-US" altLang="ja-JP" dirty="0"/>
              <a:t>2</a:t>
            </a:r>
            <a:r>
              <a:rPr lang="ja-JP" altLang="en-US" dirty="0"/>
              <a:t>次元座標に変換する行列です。</a:t>
            </a:r>
            <a:br>
              <a:rPr lang="ja-JP" altLang="en-US" dirty="0"/>
            </a:br>
            <a:r>
              <a:rPr lang="ja-JP" altLang="en-US" dirty="0"/>
              <a:t>そのため、世界座標 </a:t>
            </a:r>
            <a:r>
              <a:rPr lang="en-US" altLang="ja-JP" i="1" dirty="0"/>
              <a:t>X</a:t>
            </a:r>
            <a:r>
              <a:rPr lang="ja-JP" altLang="en-US" dirty="0"/>
              <a:t> に射影行列 </a:t>
            </a:r>
            <a:r>
              <a:rPr lang="en-US" altLang="ja-JP" i="1" dirty="0"/>
              <a:t>P</a:t>
            </a:r>
            <a:r>
              <a:rPr lang="ja-JP" altLang="en-US" dirty="0"/>
              <a:t> をかけることで </a:t>
            </a:r>
            <a:r>
              <a:rPr lang="en-US" altLang="ja-JP" i="1" dirty="0"/>
              <a:t>x</a:t>
            </a:r>
            <a:r>
              <a:rPr lang="ja-JP" altLang="en-US" dirty="0"/>
              <a:t> が得られ、この関係から三角測量の方程式を立てることができます。</a:t>
            </a:r>
          </a:p>
          <a:p>
            <a:endParaRPr kumimoji="1" lang="en-US" altLang="ja-JP" dirty="0"/>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10</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815033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ja-JP" altLang="en-US" dirty="0"/>
              <a:t>研究の現状です。現時点でリアルタイムでの三次元座標推定が実装できました。</a:t>
            </a:r>
            <a:endParaRPr kumimoji="1" lang="en-US" altLang="ja-JP" dirty="0"/>
          </a:p>
          <a:p>
            <a:r>
              <a:rPr kumimoji="1" lang="ja-JP" altLang="en-US" dirty="0"/>
              <a:t>画像のようにキーボードのホームポジションに置いた両手の各座標点が、３</a:t>
            </a:r>
            <a:r>
              <a:rPr kumimoji="1" lang="en-US" altLang="ja-JP" dirty="0"/>
              <a:t>d</a:t>
            </a:r>
            <a:r>
              <a:rPr kumimoji="1" lang="ja-JP" altLang="en-US" dirty="0"/>
              <a:t>グラフとして表示できています。</a:t>
            </a:r>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11</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300768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kumimoji="1" lang="en-US" altLang="ja-JP" dirty="0"/>
              <a:t> </a:t>
            </a:r>
            <a:r>
              <a:rPr kumimoji="1" lang="en-US" altLang="ja-JP" dirty="0" err="1"/>
              <a:t>MediaPipe</a:t>
            </a:r>
            <a:r>
              <a:rPr kumimoji="1" lang="en-US" altLang="ja-JP" dirty="0"/>
              <a:t> Hand </a:t>
            </a:r>
            <a:r>
              <a:rPr kumimoji="1" lang="en-US" altLang="ja-JP" dirty="0" err="1"/>
              <a:t>Landmarker</a:t>
            </a:r>
            <a:r>
              <a:rPr kumimoji="1" lang="ja-JP" altLang="en-US" dirty="0"/>
              <a:t>の懸念点であった</a:t>
            </a:r>
            <a:r>
              <a:rPr kumimoji="1" lang="en-US" altLang="ja-JP" dirty="0"/>
              <a:t>Z</a:t>
            </a:r>
            <a:r>
              <a:rPr kumimoji="1" lang="ja-JP" altLang="en-US" dirty="0"/>
              <a:t>軸座標の推定についても改善できました。</a:t>
            </a:r>
            <a:endParaRPr kumimoji="1" lang="en-US" altLang="ja-JP" dirty="0"/>
          </a:p>
          <a:p>
            <a:r>
              <a:rPr kumimoji="1" lang="ja-JP" altLang="en-US" dirty="0"/>
              <a:t>先行研究と比べ各座標点の</a:t>
            </a:r>
            <a:r>
              <a:rPr kumimoji="1" lang="en-US" altLang="ja-JP" dirty="0"/>
              <a:t>Z</a:t>
            </a:r>
            <a:r>
              <a:rPr kumimoji="1" lang="ja-JP" altLang="en-US" dirty="0"/>
              <a:t>軸方向のばらつきが大幅に小さくなっていることがわかります。</a:t>
            </a:r>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12</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0629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0" y="812800"/>
            <a:ext cx="0" cy="0"/>
          </a:xfrm>
        </p:spPr>
      </p:sp>
      <p:sp>
        <p:nvSpPr>
          <p:cNvPr id="3" name="ノート プレースホルダー 2"/>
          <p:cNvSpPr>
            <a:spLocks noGrp="1"/>
          </p:cNvSpPr>
          <p:nvPr>
            <p:ph type="body" idx="1"/>
          </p:nvPr>
        </p:nvSpPr>
        <p:spPr/>
        <p:txBody>
          <a:bodyPr/>
          <a:lstStyle/>
          <a:p>
            <a:r>
              <a:rPr lang="ja-JP" altLang="en-US" dirty="0"/>
              <a:t>今後の方針として、まず座標推定の評価を行います。</a:t>
            </a:r>
            <a:br>
              <a:rPr lang="ja-JP" altLang="en-US" dirty="0"/>
            </a:br>
            <a:r>
              <a:rPr lang="ja-JP" altLang="en-US" dirty="0"/>
              <a:t>具体的には、映像取得から推定完了までの遅延時間や、推定された座標の誤差を測定し、誤差が大きい場合にはキャリブレーション手法やカメラ間隔の調整によって精度の改善を図ります。</a:t>
            </a:r>
          </a:p>
          <a:p>
            <a:r>
              <a:rPr lang="ja-JP" altLang="en-US" dirty="0"/>
              <a:t>また、三角測量で得られる座標はカメラ基準のカメラ座標系となるため、実際のシステムに組み込むには、キーボードを基準とした世界座標系へ変換する必要があります。</a:t>
            </a:r>
            <a:br>
              <a:rPr lang="ja-JP" altLang="en-US" dirty="0"/>
            </a:br>
            <a:r>
              <a:rPr lang="ja-JP" altLang="en-US" dirty="0"/>
              <a:t>この部分は共同研究との連携が重要であり、座標評価と並行して進めていきます。</a:t>
            </a:r>
          </a:p>
          <a:p>
            <a:r>
              <a:rPr lang="ja-JP" altLang="en-US" dirty="0"/>
              <a:t>以上で発表を終わります。</a:t>
            </a:r>
            <a:br>
              <a:rPr lang="ja-JP" altLang="en-US" dirty="0"/>
            </a:br>
            <a:r>
              <a:rPr lang="ja-JP" altLang="en-US" dirty="0"/>
              <a:t>ご清聴ありがとうございました。</a:t>
            </a:r>
          </a:p>
        </p:txBody>
      </p:sp>
      <p:sp>
        <p:nvSpPr>
          <p:cNvPr id="4" name="スライド番号プレースホルダー 3"/>
          <p:cNvSpPr>
            <a:spLocks noGrp="1"/>
          </p:cNvSpPr>
          <p:nvPr>
            <p:ph type="sldNum" idx="39"/>
          </p:nvPr>
        </p:nvSpPr>
        <p:spPr/>
        <p:txBody>
          <a:bodyPr/>
          <a:lstStyle/>
          <a:p>
            <a:pPr indent="0" algn="r">
              <a:buNone/>
            </a:pPr>
            <a:fld id="{03AF41C3-2467-4277-997B-63C528D94122}" type="slidenum">
              <a:rPr lang="en-US" sz="1400" b="0" u="none" strike="noStrike" smtClean="0">
                <a:solidFill>
                  <a:srgbClr val="000000"/>
                </a:solidFill>
                <a:effectLst/>
                <a:uFillTx/>
                <a:latin typeface="Noto Serif CJK JP"/>
              </a:rPr>
              <a:t>13</a:t>
            </a:fld>
            <a:endParaRPr lang="en-US" sz="1400" b="0" u="none" strike="noStrike">
              <a:solidFill>
                <a:srgbClr val="000000"/>
              </a:solidFill>
              <a:effectLst/>
              <a:uFillTx/>
              <a:latin typeface="Noto Serif CJK JP"/>
            </a:endParaRPr>
          </a:p>
        </p:txBody>
      </p:sp>
    </p:spTree>
    <p:extLst>
      <p:ext uri="{BB962C8B-B14F-4D97-AF65-F5344CB8AC3E}">
        <p14:creationId xmlns:p14="http://schemas.microsoft.com/office/powerpoint/2010/main" val="3851551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 つのコンテンツ">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7"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B4D83EAE-E5BE-4B14-B2DE-3338AEE78A3A}" type="slidenum">
              <a:t>‹#›</a:t>
            </a:fld>
            <a:endParaRPr/>
          </a:p>
        </p:txBody>
      </p:sp>
      <p:sp>
        <p:nvSpPr>
          <p:cNvPr id="2"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比較">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17"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7804783A-9600-4702-8A16-4B7E0D64A30B}"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のみ">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23"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D7BF1396-3CA2-44D3-B9DE-3866EDCDE975}"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白紙">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28"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EE627576-6FE3-43CC-993B-06798E41DAB4}"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 スライド">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35"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4"/>
          </p:nvPr>
        </p:nvSpPr>
        <p:spPr/>
        <p:txBody>
          <a:bodyPr/>
          <a:lstStyle/>
          <a:p>
            <a:r>
              <a:t>Footer</a:t>
            </a:r>
          </a:p>
        </p:txBody>
      </p:sp>
      <p:sp>
        <p:nvSpPr>
          <p:cNvPr id="5" name="PlaceHolder 4"/>
          <p:cNvSpPr>
            <a:spLocks noGrp="1"/>
          </p:cNvSpPr>
          <p:nvPr>
            <p:ph type="sldNum" idx="15"/>
          </p:nvPr>
        </p:nvSpPr>
        <p:spPr/>
        <p:txBody>
          <a:bodyPr/>
          <a:lstStyle/>
          <a:p>
            <a:fld id="{35A9554A-6536-4700-91CE-4C709BFB7128}" type="slidenum">
              <a:t>‹#›</a:t>
            </a:fld>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標準">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42"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7"/>
          </p:nvPr>
        </p:nvSpPr>
        <p:spPr/>
        <p:txBody>
          <a:bodyPr/>
          <a:lstStyle/>
          <a:p>
            <a:r>
              <a:t>Footer</a:t>
            </a:r>
          </a:p>
        </p:txBody>
      </p:sp>
      <p:sp>
        <p:nvSpPr>
          <p:cNvPr id="5" name="PlaceHolder 4"/>
          <p:cNvSpPr>
            <a:spLocks noGrp="1"/>
          </p:cNvSpPr>
          <p:nvPr>
            <p:ph type="sldNum" idx="18"/>
          </p:nvPr>
        </p:nvSpPr>
        <p:spPr/>
        <p:txBody>
          <a:bodyPr/>
          <a:lstStyle/>
          <a:p>
            <a:fld id="{0395C5F6-9659-4806-B7C2-C07B39769D94}" type="slidenum">
              <a:t>‹#›</a:t>
            </a:fld>
            <a:endParaRPr/>
          </a:p>
        </p:txBody>
      </p:sp>
      <p:sp>
        <p:nvSpPr>
          <p:cNvPr id="6" name="PlaceHolder 5"/>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標準">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44" name="PlaceHolder 2"/>
          <p:cNvSpPr>
            <a:spLocks noGrp="1"/>
          </p:cNvSpPr>
          <p:nvPr>
            <p:ph type="subTitle"/>
          </p:nvPr>
        </p:nvSpPr>
        <p:spPr>
          <a:xfrm>
            <a:off x="838080" y="1825560"/>
            <a:ext cx="10514520" cy="435024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17"/>
          </p:nvPr>
        </p:nvSpPr>
        <p:spPr/>
        <p:txBody>
          <a:bodyPr/>
          <a:lstStyle/>
          <a:p>
            <a:r>
              <a:t>Footer</a:t>
            </a:r>
          </a:p>
        </p:txBody>
      </p:sp>
      <p:sp>
        <p:nvSpPr>
          <p:cNvPr id="5" name="PlaceHolder 4"/>
          <p:cNvSpPr>
            <a:spLocks noGrp="1"/>
          </p:cNvSpPr>
          <p:nvPr>
            <p:ph type="sldNum" idx="18"/>
          </p:nvPr>
        </p:nvSpPr>
        <p:spPr/>
        <p:txBody>
          <a:bodyPr/>
          <a:lstStyle/>
          <a:p>
            <a:fld id="{F80BDF42-C520-4C68-B459-D14C485EDB63}" type="slidenum">
              <a:t>‹#›</a:t>
            </a:fld>
            <a:endParaRPr/>
          </a:p>
        </p:txBody>
      </p:sp>
      <p:sp>
        <p:nvSpPr>
          <p:cNvPr id="6" name="PlaceHolder 5"/>
          <p:cNvSpPr>
            <a:spLocks noGrp="1"/>
          </p:cNvSpPr>
          <p:nvPr>
            <p:ph type="dt" idx="16"/>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付きのコンテンツ">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52"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0"/>
          </p:nvPr>
        </p:nvSpPr>
        <p:spPr/>
        <p:txBody>
          <a:bodyPr/>
          <a:lstStyle/>
          <a:p>
            <a:r>
              <a:t>Footer</a:t>
            </a:r>
          </a:p>
        </p:txBody>
      </p:sp>
      <p:sp>
        <p:nvSpPr>
          <p:cNvPr id="5" name="PlaceHolder 4"/>
          <p:cNvSpPr>
            <a:spLocks noGrp="1"/>
          </p:cNvSpPr>
          <p:nvPr>
            <p:ph type="sldNum" idx="21"/>
          </p:nvPr>
        </p:nvSpPr>
        <p:spPr/>
        <p:txBody>
          <a:bodyPr/>
          <a:lstStyle/>
          <a:p>
            <a:fld id="{76599D0C-B278-4DDB-986C-8CD6D5BF7116}" type="slidenum">
              <a:t>‹#›</a:t>
            </a:fld>
            <a:endParaRPr/>
          </a:p>
        </p:txBody>
      </p:sp>
      <p:sp>
        <p:nvSpPr>
          <p:cNvPr id="6" name="PlaceHolder 5"/>
          <p:cNvSpPr>
            <a:spLocks noGrp="1"/>
          </p:cNvSpPr>
          <p:nvPr>
            <p:ph type="dt" idx="19"/>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タイトル付きの図">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60"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3"/>
          </p:nvPr>
        </p:nvSpPr>
        <p:spPr/>
        <p:txBody>
          <a:bodyPr/>
          <a:lstStyle/>
          <a:p>
            <a:r>
              <a:t>Footer</a:t>
            </a:r>
          </a:p>
        </p:txBody>
      </p:sp>
      <p:sp>
        <p:nvSpPr>
          <p:cNvPr id="5" name="PlaceHolder 4"/>
          <p:cNvSpPr>
            <a:spLocks noGrp="1"/>
          </p:cNvSpPr>
          <p:nvPr>
            <p:ph type="sldNum" idx="24"/>
          </p:nvPr>
        </p:nvSpPr>
        <p:spPr/>
        <p:txBody>
          <a:bodyPr/>
          <a:lstStyle/>
          <a:p>
            <a:fld id="{3EEF98B8-6ECB-4E29-A6E8-6A59015EAD7D}" type="slidenum">
              <a:t>‹#›</a:t>
            </a:fld>
            <a:endParaRPr/>
          </a:p>
        </p:txBody>
      </p:sp>
      <p:sp>
        <p:nvSpPr>
          <p:cNvPr id="6" name="PlaceHolder 5"/>
          <p:cNvSpPr>
            <a:spLocks noGrp="1"/>
          </p:cNvSpPr>
          <p:nvPr>
            <p:ph type="dt" idx="22"/>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タイトルと縦書きテキスト">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67"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6"/>
          </p:nvPr>
        </p:nvSpPr>
        <p:spPr/>
        <p:txBody>
          <a:bodyPr/>
          <a:lstStyle/>
          <a:p>
            <a:r>
              <a:t>Footer</a:t>
            </a:r>
          </a:p>
        </p:txBody>
      </p:sp>
      <p:sp>
        <p:nvSpPr>
          <p:cNvPr id="5" name="PlaceHolder 4"/>
          <p:cNvSpPr>
            <a:spLocks noGrp="1"/>
          </p:cNvSpPr>
          <p:nvPr>
            <p:ph type="sldNum" idx="27"/>
          </p:nvPr>
        </p:nvSpPr>
        <p:spPr/>
        <p:txBody>
          <a:bodyPr/>
          <a:lstStyle/>
          <a:p>
            <a:fld id="{2768FDD9-02C2-4D1B-B65E-6C353F9B4DFE}" type="slidenum">
              <a:t>‹#›</a:t>
            </a:fld>
            <a:endParaRPr/>
          </a:p>
        </p:txBody>
      </p:sp>
      <p:sp>
        <p:nvSpPr>
          <p:cNvPr id="6" name="PlaceHolder 5"/>
          <p:cNvSpPr>
            <a:spLocks noGrp="1"/>
          </p:cNvSpPr>
          <p:nvPr>
            <p:ph type="dt" idx="25"/>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0B188A19-F3CF-4C7D-8467-747C586AFD0B}"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縦書きタイトルと&#10;縦書きテキスト">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74"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9"/>
          </p:nvPr>
        </p:nvSpPr>
        <p:spPr/>
        <p:txBody>
          <a:bodyPr/>
          <a:lstStyle/>
          <a:p>
            <a:r>
              <a:t>Footer</a:t>
            </a:r>
          </a:p>
        </p:txBody>
      </p:sp>
      <p:sp>
        <p:nvSpPr>
          <p:cNvPr id="5" name="PlaceHolder 4"/>
          <p:cNvSpPr>
            <a:spLocks noGrp="1"/>
          </p:cNvSpPr>
          <p:nvPr>
            <p:ph type="sldNum" idx="30"/>
          </p:nvPr>
        </p:nvSpPr>
        <p:spPr/>
        <p:txBody>
          <a:bodyPr/>
          <a:lstStyle/>
          <a:p>
            <a:fld id="{5AFFD837-1C55-4367-9AB4-3ABA2260B8A5}" type="slidenum">
              <a:t>‹#›</a:t>
            </a:fld>
            <a:endParaRPr/>
          </a:p>
        </p:txBody>
      </p:sp>
      <p:sp>
        <p:nvSpPr>
          <p:cNvPr id="6" name="PlaceHolder 5"/>
          <p:cNvSpPr>
            <a:spLocks noGrp="1"/>
          </p:cNvSpPr>
          <p:nvPr>
            <p:ph type="dt" idx="28"/>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4520" cy="1324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81"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2"/>
          </p:nvPr>
        </p:nvSpPr>
        <p:spPr/>
        <p:txBody>
          <a:bodyPr/>
          <a:lstStyle/>
          <a:p>
            <a:r>
              <a:t>Footer</a:t>
            </a:r>
          </a:p>
        </p:txBody>
      </p:sp>
      <p:sp>
        <p:nvSpPr>
          <p:cNvPr id="5" name="PlaceHolder 4"/>
          <p:cNvSpPr>
            <a:spLocks noGrp="1"/>
          </p:cNvSpPr>
          <p:nvPr>
            <p:ph type="sldNum" idx="33"/>
          </p:nvPr>
        </p:nvSpPr>
        <p:spPr/>
        <p:txBody>
          <a:bodyPr/>
          <a:lstStyle/>
          <a:p>
            <a:fld id="{8C333C61-7C12-46D8-9DF7-0ED1F5A7E0C8}" type="slidenum">
              <a:t>‹#›</a:t>
            </a:fld>
            <a:endParaRPr/>
          </a:p>
        </p:txBody>
      </p:sp>
      <p:sp>
        <p:nvSpPr>
          <p:cNvPr id="6" name="PlaceHolder 5"/>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3.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マスター タイトルの書式設定</a:t>
            </a:r>
            <a:endParaRPr lang="en-US" sz="4400" b="0" u="none" strike="noStrike">
              <a:solidFill>
                <a:srgbClr val="000000"/>
              </a:solidFill>
              <a:effectLst/>
              <a:uFillTx/>
              <a:latin typeface="Arial"/>
            </a:endParaRPr>
          </a:p>
        </p:txBody>
      </p:sp>
      <p:sp>
        <p:nvSpPr>
          <p:cNvPr id="7" name="PlaceHolder 2"/>
          <p:cNvSpPr>
            <a:spLocks noGrp="1"/>
          </p:cNvSpPr>
          <p:nvPr>
            <p:ph type="body"/>
          </p:nvPr>
        </p:nvSpPr>
        <p:spPr>
          <a:xfrm>
            <a:off x="838080" y="1825560"/>
            <a:ext cx="5180400" cy="4350240"/>
          </a:xfrm>
          <a:prstGeom prst="rect">
            <a:avLst/>
          </a:prstGeom>
          <a:noFill/>
          <a:ln w="0">
            <a:noFill/>
          </a:ln>
        </p:spPr>
        <p:txBody>
          <a:bodyPr lIns="91440" tIns="45720" rIns="91440" bIns="45720" anchor="t">
            <a:noAutofit/>
          </a:bodyPr>
          <a:lstStyle/>
          <a:p>
            <a:pPr marL="432000" indent="-324000" defTabSz="914400">
              <a:lnSpc>
                <a:spcPct val="90000"/>
              </a:lnSpc>
              <a:spcBef>
                <a:spcPts val="1001"/>
              </a:spcBef>
              <a:buClr>
                <a:srgbClr val="000000"/>
              </a:buClr>
              <a:buSzPct val="45000"/>
              <a:buFont typeface="Wingdings" charset="2"/>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864000" lvl="1" indent="-324000" defTabSz="914400">
              <a:lnSpc>
                <a:spcPct val="90000"/>
              </a:lnSpc>
              <a:spcBef>
                <a:spcPts val="499"/>
              </a:spcBef>
              <a:buClr>
                <a:srgbClr val="000000"/>
              </a:buClr>
              <a:buSzPct val="75000"/>
              <a:buFont typeface="Symbol" charset="2"/>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296000" lvl="2" indent="-288000"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728000" lvl="3" indent="-216000" defTabSz="914400">
              <a:lnSpc>
                <a:spcPct val="90000"/>
              </a:lnSpc>
              <a:spcBef>
                <a:spcPts val="499"/>
              </a:spcBef>
              <a:buClr>
                <a:srgbClr val="000000"/>
              </a:buClr>
              <a:buSzPct val="75000"/>
              <a:buFont typeface="Symbol"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160000" lvl="4" indent="-216000" defTabSz="914400">
              <a:lnSpc>
                <a:spcPct val="90000"/>
              </a:lnSpc>
              <a:spcBef>
                <a:spcPts val="499"/>
              </a:spcBef>
              <a:buClr>
                <a:srgbClr val="000000"/>
              </a:buClr>
              <a:buSzPct val="45000"/>
              <a:buFont typeface="Wingdings"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2" name="PlaceHolder 3"/>
          <p:cNvSpPr>
            <a:spLocks noGrp="1"/>
          </p:cNvSpPr>
          <p:nvPr>
            <p:ph type="body"/>
          </p:nvPr>
        </p:nvSpPr>
        <p:spPr>
          <a:xfrm>
            <a:off x="6172200" y="1825560"/>
            <a:ext cx="51804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3" name="PlaceHolder 4"/>
          <p:cNvSpPr>
            <a:spLocks noGrp="1"/>
          </p:cNvSpPr>
          <p:nvPr>
            <p:ph type="dt" idx="1"/>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4" name="PlaceHolder 5"/>
          <p:cNvSpPr>
            <a:spLocks noGrp="1"/>
          </p:cNvSpPr>
          <p:nvPr>
            <p:ph type="ftr" idx="2"/>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5" name="PlaceHolder 6"/>
          <p:cNvSpPr>
            <a:spLocks noGrp="1"/>
          </p:cNvSpPr>
          <p:nvPr>
            <p:ph type="sldNum" idx="3"/>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0BFA70AF-C5B5-4817-81AC-C0F6C280DD2F}"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マスター タイトルの書式設定</a:t>
            </a:r>
            <a:endParaRPr lang="en-US" sz="4400" b="0" u="none" strike="noStrike">
              <a:solidFill>
                <a:srgbClr val="000000"/>
              </a:solidFill>
              <a:effectLst/>
              <a:uFillTx/>
              <a:latin typeface="Arial"/>
            </a:endParaRPr>
          </a:p>
        </p:txBody>
      </p:sp>
      <p:sp>
        <p:nvSpPr>
          <p:cNvPr id="9" name="PlaceHolder 2"/>
          <p:cNvSpPr>
            <a:spLocks noGrp="1"/>
          </p:cNvSpPr>
          <p:nvPr>
            <p:ph type="body"/>
          </p:nvPr>
        </p:nvSpPr>
        <p:spPr>
          <a:xfrm>
            <a:off x="839880" y="1681200"/>
            <a:ext cx="5156640" cy="822960"/>
          </a:xfrm>
          <a:prstGeom prst="rect">
            <a:avLst/>
          </a:prstGeom>
          <a:noFill/>
          <a:ln w="0">
            <a:noFill/>
          </a:ln>
        </p:spPr>
        <p:txBody>
          <a:bodyPr lIns="91440" tIns="45720" rIns="91440" bIns="45720" anchor="b">
            <a:noAutofit/>
          </a:bodyPr>
          <a:lstStyle/>
          <a:p>
            <a:pPr marL="228600" defTabSz="914400">
              <a:lnSpc>
                <a:spcPct val="90000"/>
              </a:lnSpc>
              <a:spcBef>
                <a:spcPts val="1001"/>
              </a:spcBef>
              <a:buClr>
                <a:srgbClr val="000000"/>
              </a:buClr>
              <a:buSzPct val="45000"/>
              <a:buFont typeface="Wingdings" charset="2"/>
              <a:buChar char=""/>
              <a:tabLst>
                <a:tab pos="0" algn="l"/>
              </a:tabLst>
            </a:pPr>
            <a:r>
              <a:rPr lang="ja-JP" sz="2400" b="1" u="none" strike="noStrike">
                <a:solidFill>
                  <a:schemeClr val="dk1"/>
                </a:solidFill>
                <a:effectLst/>
                <a:uFillTx/>
                <a:latin typeface="Aptos"/>
              </a:rPr>
              <a:t>マスター テキストの書式設定</a:t>
            </a:r>
            <a:endParaRPr lang="en-US" sz="2400" b="0" u="none" strike="noStrike">
              <a:solidFill>
                <a:srgbClr val="000000"/>
              </a:solidFill>
              <a:effectLst/>
              <a:uFillTx/>
              <a:latin typeface="Arial"/>
            </a:endParaRPr>
          </a:p>
        </p:txBody>
      </p:sp>
      <p:sp>
        <p:nvSpPr>
          <p:cNvPr id="10" name="PlaceHolder 3"/>
          <p:cNvSpPr>
            <a:spLocks noGrp="1"/>
          </p:cNvSpPr>
          <p:nvPr>
            <p:ph type="body"/>
          </p:nvPr>
        </p:nvSpPr>
        <p:spPr>
          <a:xfrm>
            <a:off x="839880" y="2505240"/>
            <a:ext cx="515664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11" name="PlaceHolder 4"/>
          <p:cNvSpPr>
            <a:spLocks noGrp="1"/>
          </p:cNvSpPr>
          <p:nvPr>
            <p:ph type="body"/>
          </p:nvPr>
        </p:nvSpPr>
        <p:spPr>
          <a:xfrm>
            <a:off x="6172200" y="1681200"/>
            <a:ext cx="5182200" cy="822960"/>
          </a:xfrm>
          <a:prstGeom prst="rect">
            <a:avLst/>
          </a:prstGeom>
          <a:noFill/>
          <a:ln w="0">
            <a:noFill/>
          </a:ln>
        </p:spPr>
        <p:txBody>
          <a:bodyPr lIns="91440" tIns="45720" rIns="91440" bIns="45720" anchor="b">
            <a:noAutofit/>
          </a:bodyPr>
          <a:lstStyle/>
          <a:p>
            <a:pPr marL="228600" indent="0" defTabSz="914400">
              <a:lnSpc>
                <a:spcPct val="90000"/>
              </a:lnSpc>
              <a:spcBef>
                <a:spcPts val="1001"/>
              </a:spcBef>
              <a:buNone/>
              <a:tabLst>
                <a:tab pos="0" algn="l"/>
              </a:tabLst>
            </a:pPr>
            <a:r>
              <a:rPr lang="ja-JP" sz="2400" b="1" u="none" strike="noStrike">
                <a:solidFill>
                  <a:schemeClr val="dk1"/>
                </a:solidFill>
                <a:effectLst/>
                <a:uFillTx/>
                <a:latin typeface="Aptos"/>
              </a:rPr>
              <a:t>マスター テキストの書式設定</a:t>
            </a:r>
            <a:endParaRPr lang="en-US" sz="2400" b="0" u="none" strike="noStrike">
              <a:solidFill>
                <a:srgbClr val="000000"/>
              </a:solidFill>
              <a:effectLst/>
              <a:uFillTx/>
              <a:latin typeface="Arial"/>
            </a:endParaRPr>
          </a:p>
        </p:txBody>
      </p:sp>
      <p:sp>
        <p:nvSpPr>
          <p:cNvPr id="12" name="PlaceHolder 5"/>
          <p:cNvSpPr>
            <a:spLocks noGrp="1"/>
          </p:cNvSpPr>
          <p:nvPr>
            <p:ph type="body"/>
          </p:nvPr>
        </p:nvSpPr>
        <p:spPr>
          <a:xfrm>
            <a:off x="6172200" y="2505240"/>
            <a:ext cx="518220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13" name="PlaceHolder 6"/>
          <p:cNvSpPr>
            <a:spLocks noGrp="1"/>
          </p:cNvSpPr>
          <p:nvPr>
            <p:ph type="dt" idx="4"/>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14" name="PlaceHolder 7"/>
          <p:cNvSpPr>
            <a:spLocks noGrp="1"/>
          </p:cNvSpPr>
          <p:nvPr>
            <p:ph type="ftr" idx="5"/>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15" name="PlaceHolder 8"/>
          <p:cNvSpPr>
            <a:spLocks noGrp="1"/>
          </p:cNvSpPr>
          <p:nvPr>
            <p:ph type="sldNum" idx="6"/>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F341FF3D-8C2B-41A3-9ED0-B98655351C87}"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マスター タイトルの書式設定</a:t>
            </a:r>
            <a:endParaRPr lang="en-US" sz="4400" b="0" u="none" strike="noStrike">
              <a:solidFill>
                <a:srgbClr val="000000"/>
              </a:solidFill>
              <a:effectLst/>
              <a:uFillTx/>
              <a:latin typeface="Arial"/>
            </a:endParaRPr>
          </a:p>
        </p:txBody>
      </p:sp>
      <p:sp>
        <p:nvSpPr>
          <p:cNvPr id="19" name="PlaceHolder 2"/>
          <p:cNvSpPr>
            <a:spLocks noGrp="1"/>
          </p:cNvSpPr>
          <p:nvPr>
            <p:ph type="dt" idx="7"/>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20" name="PlaceHolder 3"/>
          <p:cNvSpPr>
            <a:spLocks noGrp="1"/>
          </p:cNvSpPr>
          <p:nvPr>
            <p:ph type="ftr" idx="8"/>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21" name="PlaceHolder 4"/>
          <p:cNvSpPr>
            <a:spLocks noGrp="1"/>
          </p:cNvSpPr>
          <p:nvPr>
            <p:ph type="sldNum" idx="9"/>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3F51E87E-61F0-4136-BA05-797900819CB8}"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dt" idx="10"/>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25" name="PlaceHolder 2"/>
          <p:cNvSpPr>
            <a:spLocks noGrp="1"/>
          </p:cNvSpPr>
          <p:nvPr>
            <p:ph type="ftr" idx="11"/>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26" name="PlaceHolder 3"/>
          <p:cNvSpPr>
            <a:spLocks noGrp="1"/>
          </p:cNvSpPr>
          <p:nvPr>
            <p:ph type="sldNum" idx="12"/>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A7713E9F-CD1E-4369-B751-2FD26A4D5F6A}"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ja-JP" sz="6000" b="0" u="none" strike="noStrike">
                <a:solidFill>
                  <a:schemeClr val="dk1"/>
                </a:solidFill>
                <a:effectLst/>
                <a:uFillTx/>
                <a:latin typeface="Aptos Display"/>
              </a:rPr>
              <a:t>マスター タイトルの書式設定</a:t>
            </a:r>
            <a:endParaRPr lang="en-US" sz="6000" b="0" u="none" strike="noStrike">
              <a:solidFill>
                <a:srgbClr val="000000"/>
              </a:solidFill>
              <a:effectLst/>
              <a:uFillTx/>
              <a:latin typeface="Arial"/>
            </a:endParaRPr>
          </a:p>
        </p:txBody>
      </p:sp>
      <p:sp>
        <p:nvSpPr>
          <p:cNvPr id="30" name="PlaceHolder 2"/>
          <p:cNvSpPr>
            <a:spLocks noGrp="1"/>
          </p:cNvSpPr>
          <p:nvPr>
            <p:ph type="dt" idx="13"/>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31" name="PlaceHolder 3"/>
          <p:cNvSpPr>
            <a:spLocks noGrp="1"/>
          </p:cNvSpPr>
          <p:nvPr>
            <p:ph type="ftr" idx="14"/>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32" name="PlaceHolder 4"/>
          <p:cNvSpPr>
            <a:spLocks noGrp="1"/>
          </p:cNvSpPr>
          <p:nvPr>
            <p:ph type="sldNum" idx="15"/>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ACBADC93-40BB-47E4-A21A-989A49D52877}"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
        <p:nvSpPr>
          <p:cNvPr id="33"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ja-JP" sz="2800" b="0" u="none" strike="noStrike">
                <a:solidFill>
                  <a:schemeClr val="dk1"/>
                </a:solidFill>
                <a:effectLst/>
                <a:uFillTx/>
                <a:latin typeface="Aptos"/>
              </a:rPr>
              <a:t>クリックしてアウトラインのテキストを編集</a:t>
            </a:r>
            <a:endParaRPr lang="en-US" sz="28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2</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ja-JP" sz="1800" b="0" u="none" strike="noStrike">
                <a:solidFill>
                  <a:schemeClr val="dk1"/>
                </a:solidFill>
                <a:effectLst/>
                <a:uFillTx/>
                <a:latin typeface="Aptos"/>
              </a:rPr>
              <a:t>第</a:t>
            </a:r>
            <a:r>
              <a:rPr lang="en-US" sz="1800" b="0" u="none" strike="noStrike">
                <a:solidFill>
                  <a:schemeClr val="dk1"/>
                </a:solidFill>
                <a:effectLst/>
                <a:uFillTx/>
                <a:latin typeface="Aptos"/>
              </a:rPr>
              <a:t>3</a:t>
            </a:r>
            <a:r>
              <a:rPr lang="ja-JP" sz="1800" b="0" u="none" strike="noStrike">
                <a:solidFill>
                  <a:schemeClr val="dk1"/>
                </a:solidFill>
                <a:effectLst/>
                <a:uFillTx/>
                <a:latin typeface="Aptos"/>
              </a:rPr>
              <a:t>レベル アウトライン</a:t>
            </a:r>
            <a:endParaRPr lang="en-US" sz="18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ja-JP" sz="1800" b="0" u="none" strike="noStrike">
                <a:solidFill>
                  <a:schemeClr val="dk1"/>
                </a:solidFill>
                <a:effectLst/>
                <a:uFillTx/>
                <a:latin typeface="Aptos"/>
              </a:rPr>
              <a:t>第</a:t>
            </a:r>
            <a:r>
              <a:rPr lang="en-US" sz="1800" b="0" u="none" strike="noStrike">
                <a:solidFill>
                  <a:schemeClr val="dk1"/>
                </a:solidFill>
                <a:effectLst/>
                <a:uFillTx/>
                <a:latin typeface="Aptos"/>
              </a:rPr>
              <a:t>4</a:t>
            </a:r>
            <a:r>
              <a:rPr lang="ja-JP" sz="1800" b="0" u="none" strike="noStrike">
                <a:solidFill>
                  <a:schemeClr val="dk1"/>
                </a:solidFill>
                <a:effectLst/>
                <a:uFillTx/>
                <a:latin typeface="Aptos"/>
              </a:rPr>
              <a:t>レベル アウトライン</a:t>
            </a:r>
            <a:endParaRPr lang="en-US" sz="18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5</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6</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7</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ja-JP" sz="6000" b="0" u="none" strike="noStrike">
                <a:solidFill>
                  <a:schemeClr val="dk1"/>
                </a:solidFill>
                <a:effectLst/>
                <a:uFillTx/>
                <a:latin typeface="Aptos Display"/>
              </a:rPr>
              <a:t>マスター タイトルの書式設定</a:t>
            </a:r>
            <a:endParaRPr lang="en-US" sz="6000" b="0" u="none" strike="noStrike">
              <a:solidFill>
                <a:srgbClr val="000000"/>
              </a:solidFill>
              <a:effectLst/>
              <a:uFillTx/>
              <a:latin typeface="Arial"/>
            </a:endParaRPr>
          </a:p>
        </p:txBody>
      </p:sp>
      <p:sp>
        <p:nvSpPr>
          <p:cNvPr id="37" name="PlaceHolder 2"/>
          <p:cNvSpPr>
            <a:spLocks noGrp="1"/>
          </p:cNvSpPr>
          <p:nvPr>
            <p:ph type="dt" idx="16"/>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38" name="PlaceHolder 3"/>
          <p:cNvSpPr>
            <a:spLocks noGrp="1"/>
          </p:cNvSpPr>
          <p:nvPr>
            <p:ph type="ftr" idx="17"/>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39" name="PlaceHolder 4"/>
          <p:cNvSpPr>
            <a:spLocks noGrp="1"/>
          </p:cNvSpPr>
          <p:nvPr>
            <p:ph type="sldNum" idx="18"/>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AC4AC824-259B-47ED-9895-5EAE72666E97}"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
        <p:nvSpPr>
          <p:cNvPr id="40"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ja-JP" sz="2800" b="0" u="none" strike="noStrike">
                <a:solidFill>
                  <a:schemeClr val="dk1"/>
                </a:solidFill>
                <a:effectLst/>
                <a:uFillTx/>
                <a:latin typeface="Aptos"/>
              </a:rPr>
              <a:t>クリックしてアウトラインのテキストを編集</a:t>
            </a:r>
            <a:endParaRPr lang="en-US" sz="28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2</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ja-JP" sz="1800" b="0" u="none" strike="noStrike">
                <a:solidFill>
                  <a:schemeClr val="dk1"/>
                </a:solidFill>
                <a:effectLst/>
                <a:uFillTx/>
                <a:latin typeface="Aptos"/>
              </a:rPr>
              <a:t>第</a:t>
            </a:r>
            <a:r>
              <a:rPr lang="en-US" sz="1800" b="0" u="none" strike="noStrike">
                <a:solidFill>
                  <a:schemeClr val="dk1"/>
                </a:solidFill>
                <a:effectLst/>
                <a:uFillTx/>
                <a:latin typeface="Aptos"/>
              </a:rPr>
              <a:t>3</a:t>
            </a:r>
            <a:r>
              <a:rPr lang="ja-JP" sz="1800" b="0" u="none" strike="noStrike">
                <a:solidFill>
                  <a:schemeClr val="dk1"/>
                </a:solidFill>
                <a:effectLst/>
                <a:uFillTx/>
                <a:latin typeface="Aptos"/>
              </a:rPr>
              <a:t>レベル アウトライン</a:t>
            </a:r>
            <a:endParaRPr lang="en-US" sz="18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ja-JP" sz="1800" b="0" u="none" strike="noStrike">
                <a:solidFill>
                  <a:schemeClr val="dk1"/>
                </a:solidFill>
                <a:effectLst/>
                <a:uFillTx/>
                <a:latin typeface="Aptos"/>
              </a:rPr>
              <a:t>第</a:t>
            </a:r>
            <a:r>
              <a:rPr lang="en-US" sz="1800" b="0" u="none" strike="noStrike">
                <a:solidFill>
                  <a:schemeClr val="dk1"/>
                </a:solidFill>
                <a:effectLst/>
                <a:uFillTx/>
                <a:latin typeface="Aptos"/>
              </a:rPr>
              <a:t>4</a:t>
            </a:r>
            <a:r>
              <a:rPr lang="ja-JP" sz="1800" b="0" u="none" strike="noStrike">
                <a:solidFill>
                  <a:schemeClr val="dk1"/>
                </a:solidFill>
                <a:effectLst/>
                <a:uFillTx/>
                <a:latin typeface="Aptos"/>
              </a:rPr>
              <a:t>レベル アウトライン</a:t>
            </a:r>
            <a:endParaRPr lang="en-US" sz="18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5</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6</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Aptos"/>
              </a:rPr>
              <a:t>第</a:t>
            </a:r>
            <a:r>
              <a:rPr lang="en-US" sz="2000" b="0" u="none" strike="noStrike">
                <a:solidFill>
                  <a:schemeClr val="dk1"/>
                </a:solidFill>
                <a:effectLst/>
                <a:uFillTx/>
                <a:latin typeface="Aptos"/>
              </a:rPr>
              <a:t>7</a:t>
            </a:r>
            <a:r>
              <a:rPr lang="ja-JP" sz="2000" b="0" u="none" strike="noStrike">
                <a:solidFill>
                  <a:schemeClr val="dk1"/>
                </a:solidFill>
                <a:effectLst/>
                <a:uFillTx/>
                <a:latin typeface="Aptos"/>
              </a:rPr>
              <a:t>レベル アウトライン</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ja-JP" sz="3200" b="0" u="none" strike="noStrike">
                <a:solidFill>
                  <a:schemeClr val="dk1"/>
                </a:solidFill>
                <a:effectLst/>
                <a:uFillTx/>
                <a:latin typeface="Aptos Display"/>
              </a:rPr>
              <a:t>マスター タイトルの書式設定</a:t>
            </a:r>
            <a:endParaRPr lang="en-US" sz="3200" b="0" u="none" strike="noStrike">
              <a:solidFill>
                <a:srgbClr val="000000"/>
              </a:solidFill>
              <a:effectLst/>
              <a:uFillTx/>
              <a:latin typeface="Arial"/>
            </a:endParaRPr>
          </a:p>
        </p:txBody>
      </p:sp>
      <p:sp>
        <p:nvSpPr>
          <p:cNvPr id="46" name="PlaceHolder 2"/>
          <p:cNvSpPr>
            <a:spLocks noGrp="1"/>
          </p:cNvSpPr>
          <p:nvPr>
            <p:ph type="body"/>
          </p:nvPr>
        </p:nvSpPr>
        <p:spPr>
          <a:xfrm>
            <a:off x="5183280" y="987480"/>
            <a:ext cx="6171120" cy="4872600"/>
          </a:xfrm>
          <a:prstGeom prst="rect">
            <a:avLst/>
          </a:prstGeom>
          <a:noFill/>
          <a:ln w="0">
            <a:noFill/>
          </a:ln>
        </p:spPr>
        <p:txBody>
          <a:bodyPr lIns="91440" tIns="45720" rIns="91440" bIns="45720" anchor="t">
            <a:noAutofit/>
          </a:bodyPr>
          <a:lstStyle/>
          <a:p>
            <a:pPr marL="432000" indent="-324000" defTabSz="914400">
              <a:lnSpc>
                <a:spcPct val="90000"/>
              </a:lnSpc>
              <a:spcBef>
                <a:spcPts val="1001"/>
              </a:spcBef>
              <a:buClr>
                <a:srgbClr val="000000"/>
              </a:buClr>
              <a:buSzPct val="45000"/>
              <a:buFont typeface="Wingdings" charset="2"/>
              <a:buChar char=""/>
            </a:pPr>
            <a:r>
              <a:rPr lang="ja-JP" sz="3200" b="0" u="none" strike="noStrike">
                <a:solidFill>
                  <a:schemeClr val="dk1"/>
                </a:solidFill>
                <a:effectLst/>
                <a:uFillTx/>
                <a:latin typeface="Aptos"/>
              </a:rPr>
              <a:t>マスター テキストの書式設定</a:t>
            </a:r>
            <a:endParaRPr lang="en-US" sz="3200" b="0" u="none" strike="noStrike">
              <a:solidFill>
                <a:srgbClr val="000000"/>
              </a:solidFill>
              <a:effectLst/>
              <a:uFillTx/>
              <a:latin typeface="Arial"/>
            </a:endParaRPr>
          </a:p>
          <a:p>
            <a:pPr marL="864000" lvl="1" indent="-324000" defTabSz="914400">
              <a:lnSpc>
                <a:spcPct val="90000"/>
              </a:lnSpc>
              <a:spcBef>
                <a:spcPts val="499"/>
              </a:spcBef>
              <a:buClr>
                <a:srgbClr val="000000"/>
              </a:buClr>
              <a:buSzPct val="75000"/>
              <a:buFont typeface="Symbol" charset="2"/>
              <a:buChar char=""/>
            </a:pPr>
            <a:r>
              <a:rPr lang="ja-JP" sz="2800" b="0" u="none" strike="noStrike">
                <a:solidFill>
                  <a:schemeClr val="dk1"/>
                </a:solidFill>
                <a:effectLst/>
                <a:uFillTx/>
                <a:latin typeface="Aptos"/>
              </a:rPr>
              <a:t>第 </a:t>
            </a:r>
            <a:r>
              <a:rPr lang="en-US" sz="2800" b="0" u="none" strike="noStrike">
                <a:solidFill>
                  <a:schemeClr val="dk1"/>
                </a:solidFill>
                <a:effectLst/>
                <a:uFillTx/>
                <a:latin typeface="Aptos"/>
              </a:rPr>
              <a:t>2 </a:t>
            </a:r>
            <a:r>
              <a:rPr lang="ja-JP" sz="2800" b="0" u="none" strike="noStrike">
                <a:solidFill>
                  <a:schemeClr val="dk1"/>
                </a:solidFill>
                <a:effectLst/>
                <a:uFillTx/>
                <a:latin typeface="Aptos"/>
              </a:rPr>
              <a:t>レベル</a:t>
            </a:r>
            <a:endParaRPr lang="en-US" sz="2800" b="0" u="none" strike="noStrike">
              <a:solidFill>
                <a:srgbClr val="000000"/>
              </a:solidFill>
              <a:effectLst/>
              <a:uFillTx/>
              <a:latin typeface="Arial"/>
            </a:endParaRPr>
          </a:p>
          <a:p>
            <a:pPr marL="1296000" lvl="2" indent="-288000" defTabSz="914400">
              <a:lnSpc>
                <a:spcPct val="90000"/>
              </a:lnSpc>
              <a:spcBef>
                <a:spcPts val="499"/>
              </a:spcBef>
              <a:buClr>
                <a:srgbClr val="000000"/>
              </a:buClr>
              <a:buSzPct val="45000"/>
              <a:buFont typeface="Wingdings" charset="2"/>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3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728000" lvl="3" indent="-216000" defTabSz="914400">
              <a:lnSpc>
                <a:spcPct val="90000"/>
              </a:lnSpc>
              <a:spcBef>
                <a:spcPts val="499"/>
              </a:spcBef>
              <a:buClr>
                <a:srgbClr val="000000"/>
              </a:buClr>
              <a:buSzPct val="75000"/>
              <a:buFont typeface="Symbol" charset="2"/>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4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2160000" lvl="4" indent="-216000"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5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p:txBody>
      </p:sp>
      <p:sp>
        <p:nvSpPr>
          <p:cNvPr id="47"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marL="228600" indent="0" defTabSz="914400">
              <a:lnSpc>
                <a:spcPct val="90000"/>
              </a:lnSpc>
              <a:spcBef>
                <a:spcPts val="1001"/>
              </a:spcBef>
              <a:buNone/>
              <a:tabLst>
                <a:tab pos="0" algn="l"/>
              </a:tabLst>
            </a:pPr>
            <a:r>
              <a:rPr lang="ja-JP" sz="1600" b="0" u="none" strike="noStrike">
                <a:solidFill>
                  <a:schemeClr val="dk1"/>
                </a:solidFill>
                <a:effectLst/>
                <a:uFillTx/>
                <a:latin typeface="Aptos"/>
              </a:rPr>
              <a:t>マスター テキストの書式設定</a:t>
            </a:r>
            <a:endParaRPr lang="en-US" sz="1600" b="0" u="none" strike="noStrike">
              <a:solidFill>
                <a:srgbClr val="000000"/>
              </a:solidFill>
              <a:effectLst/>
              <a:uFillTx/>
              <a:latin typeface="Arial"/>
            </a:endParaRPr>
          </a:p>
        </p:txBody>
      </p:sp>
      <p:sp>
        <p:nvSpPr>
          <p:cNvPr id="48" name="PlaceHolder 4"/>
          <p:cNvSpPr>
            <a:spLocks noGrp="1"/>
          </p:cNvSpPr>
          <p:nvPr>
            <p:ph type="dt" idx="19"/>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49" name="PlaceHolder 5"/>
          <p:cNvSpPr>
            <a:spLocks noGrp="1"/>
          </p:cNvSpPr>
          <p:nvPr>
            <p:ph type="ftr" idx="20"/>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50" name="PlaceHolder 6"/>
          <p:cNvSpPr>
            <a:spLocks noGrp="1"/>
          </p:cNvSpPr>
          <p:nvPr>
            <p:ph type="sldNum" idx="21"/>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66FB8435-17FB-43DF-A063-14837D6249DB}"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ja-JP" sz="3200" b="0" u="none" strike="noStrike">
                <a:solidFill>
                  <a:schemeClr val="dk1"/>
                </a:solidFill>
                <a:effectLst/>
                <a:uFillTx/>
                <a:latin typeface="Aptos Display"/>
              </a:rPr>
              <a:t>マスター タイトルの書式設定</a:t>
            </a:r>
            <a:endParaRPr lang="en-US" sz="3200" b="0" u="none" strike="noStrike">
              <a:solidFill>
                <a:srgbClr val="000000"/>
              </a:solidFill>
              <a:effectLst/>
              <a:uFillTx/>
              <a:latin typeface="Arial"/>
            </a:endParaRPr>
          </a:p>
        </p:txBody>
      </p:sp>
      <p:sp>
        <p:nvSpPr>
          <p:cNvPr id="54" name="PlaceHolder 2"/>
          <p:cNvSpPr>
            <a:spLocks noGrp="1"/>
          </p:cNvSpPr>
          <p:nvPr>
            <p:ph type="body"/>
          </p:nvPr>
        </p:nvSpPr>
        <p:spPr>
          <a:xfrm>
            <a:off x="5183280" y="987480"/>
            <a:ext cx="6171120" cy="4872600"/>
          </a:xfrm>
          <a:prstGeom prst="rect">
            <a:avLst/>
          </a:prstGeom>
          <a:noFill/>
          <a:ln w="0">
            <a:noFill/>
          </a:ln>
        </p:spPr>
        <p:txBody>
          <a:bodyPr lIns="90000" tIns="45000" rIns="90000" bIns="45000" anchor="t">
            <a:noAutofit/>
          </a:bodyPr>
          <a:lstStyle/>
          <a:p>
            <a:pPr marL="228600" defTabSz="457200">
              <a:lnSpc>
                <a:spcPct val="100000"/>
              </a:lnSpc>
              <a:spcBef>
                <a:spcPts val="1001"/>
              </a:spcBef>
              <a:buClr>
                <a:srgbClr val="000000"/>
              </a:buClr>
              <a:buSzPct val="45000"/>
              <a:buFont typeface="Wingdings" charset="2"/>
              <a:buChar char=""/>
              <a:tabLst>
                <a:tab pos="0" algn="l"/>
              </a:tabLst>
            </a:pPr>
            <a:r>
              <a:rPr lang="ja-JP" sz="3200" b="0" u="none" strike="noStrike">
                <a:solidFill>
                  <a:schemeClr val="dk1"/>
                </a:solidFill>
                <a:effectLst/>
                <a:uFillTx/>
                <a:latin typeface="Aptos"/>
              </a:rPr>
              <a:t>アイコンをクリックして図を追加</a:t>
            </a:r>
            <a:endParaRPr lang="en-US" sz="3200" b="0" u="none" strike="noStrike">
              <a:solidFill>
                <a:srgbClr val="000000"/>
              </a:solidFill>
              <a:effectLst/>
              <a:uFillTx/>
              <a:latin typeface="Arial"/>
            </a:endParaRPr>
          </a:p>
        </p:txBody>
      </p:sp>
      <p:sp>
        <p:nvSpPr>
          <p:cNvPr id="55"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marL="228600" indent="0" defTabSz="914400">
              <a:lnSpc>
                <a:spcPct val="90000"/>
              </a:lnSpc>
              <a:spcBef>
                <a:spcPts val="1001"/>
              </a:spcBef>
              <a:buNone/>
              <a:tabLst>
                <a:tab pos="0" algn="l"/>
              </a:tabLst>
            </a:pPr>
            <a:r>
              <a:rPr lang="ja-JP" sz="1600" b="0" u="none" strike="noStrike">
                <a:solidFill>
                  <a:schemeClr val="dk1"/>
                </a:solidFill>
                <a:effectLst/>
                <a:uFillTx/>
                <a:latin typeface="Aptos"/>
              </a:rPr>
              <a:t>マスター テキストの書式設定</a:t>
            </a:r>
            <a:endParaRPr lang="en-US" sz="1600" b="0" u="none" strike="noStrike">
              <a:solidFill>
                <a:srgbClr val="000000"/>
              </a:solidFill>
              <a:effectLst/>
              <a:uFillTx/>
              <a:latin typeface="Arial"/>
            </a:endParaRPr>
          </a:p>
        </p:txBody>
      </p:sp>
      <p:sp>
        <p:nvSpPr>
          <p:cNvPr id="56" name="PlaceHolder 4"/>
          <p:cNvSpPr>
            <a:spLocks noGrp="1"/>
          </p:cNvSpPr>
          <p:nvPr>
            <p:ph type="dt" idx="22"/>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57" name="PlaceHolder 5"/>
          <p:cNvSpPr>
            <a:spLocks noGrp="1"/>
          </p:cNvSpPr>
          <p:nvPr>
            <p:ph type="ftr" idx="23"/>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58" name="PlaceHolder 6"/>
          <p:cNvSpPr>
            <a:spLocks noGrp="1"/>
          </p:cNvSpPr>
          <p:nvPr>
            <p:ph type="sldNum" idx="24"/>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09E8ED9C-B5B2-4AB9-AEA7-C0A408CA6ACD}"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マスター タイトルの書式設定</a:t>
            </a:r>
            <a:endParaRPr lang="en-US" sz="4400" b="0" u="none" strike="noStrike">
              <a:solidFill>
                <a:srgbClr val="000000"/>
              </a:solidFill>
              <a:effectLst/>
              <a:uFillTx/>
              <a:latin typeface="Arial"/>
            </a:endParaRPr>
          </a:p>
        </p:txBody>
      </p:sp>
      <p:sp>
        <p:nvSpPr>
          <p:cNvPr id="62" name="PlaceHolder 2"/>
          <p:cNvSpPr>
            <a:spLocks noGrp="1"/>
          </p:cNvSpPr>
          <p:nvPr>
            <p:ph type="body"/>
          </p:nvPr>
        </p:nvSpPr>
        <p:spPr>
          <a:xfrm>
            <a:off x="838080" y="1825560"/>
            <a:ext cx="10514520" cy="4350240"/>
          </a:xfrm>
          <a:prstGeom prst="rect">
            <a:avLst/>
          </a:prstGeom>
          <a:noFill/>
          <a:ln w="0">
            <a:noFill/>
          </a:ln>
        </p:spPr>
        <p:txBody>
          <a:bodyPr vert="eaVert" lIns="91440" tIns="45720" rIns="91440" bIns="45720" anchor="t">
            <a:noAutofit/>
          </a:bodyPr>
          <a:lstStyle/>
          <a:p>
            <a:pPr marL="432000" indent="-324000" defTabSz="914400">
              <a:lnSpc>
                <a:spcPct val="90000"/>
              </a:lnSpc>
              <a:spcBef>
                <a:spcPts val="1001"/>
              </a:spcBef>
              <a:buClr>
                <a:srgbClr val="000000"/>
              </a:buClr>
              <a:buSzPct val="45000"/>
              <a:buFont typeface="Wingdings" charset="2"/>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864000" lvl="1" indent="-324000" defTabSz="914400">
              <a:lnSpc>
                <a:spcPct val="90000"/>
              </a:lnSpc>
              <a:spcBef>
                <a:spcPts val="499"/>
              </a:spcBef>
              <a:buClr>
                <a:srgbClr val="000000"/>
              </a:buClr>
              <a:buSzPct val="75000"/>
              <a:buFont typeface="Symbol" charset="2"/>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296000" lvl="2" indent="-288000"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728000" lvl="3" indent="-216000" defTabSz="914400">
              <a:lnSpc>
                <a:spcPct val="90000"/>
              </a:lnSpc>
              <a:spcBef>
                <a:spcPts val="499"/>
              </a:spcBef>
              <a:buClr>
                <a:srgbClr val="000000"/>
              </a:buClr>
              <a:buSzPct val="75000"/>
              <a:buFont typeface="Symbol"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160000" lvl="4" indent="-216000" defTabSz="914400">
              <a:lnSpc>
                <a:spcPct val="90000"/>
              </a:lnSpc>
              <a:spcBef>
                <a:spcPts val="499"/>
              </a:spcBef>
              <a:buClr>
                <a:srgbClr val="000000"/>
              </a:buClr>
              <a:buSzPct val="45000"/>
              <a:buFont typeface="Wingdings"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63" name="PlaceHolder 3"/>
          <p:cNvSpPr>
            <a:spLocks noGrp="1"/>
          </p:cNvSpPr>
          <p:nvPr>
            <p:ph type="dt" idx="25"/>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64" name="PlaceHolder 4"/>
          <p:cNvSpPr>
            <a:spLocks noGrp="1"/>
          </p:cNvSpPr>
          <p:nvPr>
            <p:ph type="ftr" idx="26"/>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65" name="PlaceHolder 5"/>
          <p:cNvSpPr>
            <a:spLocks noGrp="1"/>
          </p:cNvSpPr>
          <p:nvPr>
            <p:ph type="sldNum" idx="27"/>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917672A0-05B2-4960-A2AE-86411D0EFD72}"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724960" y="365040"/>
            <a:ext cx="2628000" cy="5810760"/>
          </a:xfrm>
          <a:prstGeom prst="rect">
            <a:avLst/>
          </a:prstGeom>
          <a:noFill/>
          <a:ln w="0">
            <a:noFill/>
          </a:ln>
        </p:spPr>
        <p:txBody>
          <a:bodyPr vert="eaVert" lIns="91440" tIns="45720" rIns="91440" bIns="45720" anchor="t" anchorCtr="1">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マスター タイトルの書式設定</a:t>
            </a:r>
            <a:endParaRPr lang="en-US" sz="4400" b="0" u="none" strike="noStrike">
              <a:solidFill>
                <a:srgbClr val="000000"/>
              </a:solidFill>
              <a:effectLst/>
              <a:uFillTx/>
              <a:latin typeface="Arial"/>
            </a:endParaRPr>
          </a:p>
        </p:txBody>
      </p:sp>
      <p:sp>
        <p:nvSpPr>
          <p:cNvPr id="69" name="PlaceHolder 2"/>
          <p:cNvSpPr>
            <a:spLocks noGrp="1"/>
          </p:cNvSpPr>
          <p:nvPr>
            <p:ph type="body"/>
          </p:nvPr>
        </p:nvSpPr>
        <p:spPr>
          <a:xfrm>
            <a:off x="838080" y="365040"/>
            <a:ext cx="7733160" cy="5810760"/>
          </a:xfrm>
          <a:prstGeom prst="rect">
            <a:avLst/>
          </a:prstGeom>
          <a:noFill/>
          <a:ln w="0">
            <a:noFill/>
          </a:ln>
        </p:spPr>
        <p:txBody>
          <a:bodyPr vert="eaVert" lIns="91440" tIns="45720" rIns="91440" bIns="45720" anchor="t">
            <a:noAutofit/>
          </a:bodyPr>
          <a:lstStyle/>
          <a:p>
            <a:pPr marL="432000" indent="-324000" defTabSz="914400">
              <a:lnSpc>
                <a:spcPct val="90000"/>
              </a:lnSpc>
              <a:spcBef>
                <a:spcPts val="1001"/>
              </a:spcBef>
              <a:buClr>
                <a:srgbClr val="000000"/>
              </a:buClr>
              <a:buSzPct val="45000"/>
              <a:buFont typeface="Wingdings" charset="2"/>
              <a:buChar char=""/>
            </a:pPr>
            <a:r>
              <a:rPr lang="ja-JP" sz="2800" b="0" u="none" strike="noStrike">
                <a:solidFill>
                  <a:schemeClr val="dk1"/>
                </a:solidFill>
                <a:effectLst/>
                <a:uFillTx/>
                <a:latin typeface="Aptos"/>
              </a:rPr>
              <a:t>マスター テキストの書式設定</a:t>
            </a:r>
            <a:endParaRPr lang="en-US" sz="2800" b="0" u="none" strike="noStrike">
              <a:solidFill>
                <a:srgbClr val="000000"/>
              </a:solidFill>
              <a:effectLst/>
              <a:uFillTx/>
              <a:latin typeface="Arial"/>
            </a:endParaRPr>
          </a:p>
          <a:p>
            <a:pPr marL="864000" lvl="1" indent="-324000" defTabSz="914400">
              <a:lnSpc>
                <a:spcPct val="90000"/>
              </a:lnSpc>
              <a:spcBef>
                <a:spcPts val="499"/>
              </a:spcBef>
              <a:buClr>
                <a:srgbClr val="000000"/>
              </a:buClr>
              <a:buSzPct val="75000"/>
              <a:buFont typeface="Symbol" charset="2"/>
              <a:buChar char=""/>
            </a:pPr>
            <a:r>
              <a:rPr lang="ja-JP" sz="2400" b="0" u="none" strike="noStrike">
                <a:solidFill>
                  <a:schemeClr val="dk1"/>
                </a:solidFill>
                <a:effectLst/>
                <a:uFillTx/>
                <a:latin typeface="Aptos"/>
              </a:rPr>
              <a:t>第 </a:t>
            </a:r>
            <a:r>
              <a:rPr lang="en-US" sz="2400" b="0" u="none" strike="noStrike">
                <a:solidFill>
                  <a:schemeClr val="dk1"/>
                </a:solidFill>
                <a:effectLst/>
                <a:uFillTx/>
                <a:latin typeface="Aptos"/>
              </a:rPr>
              <a:t>2 </a:t>
            </a:r>
            <a:r>
              <a:rPr lang="ja-JP" sz="2400" b="0" u="none" strike="noStrike">
                <a:solidFill>
                  <a:schemeClr val="dk1"/>
                </a:solidFill>
                <a:effectLst/>
                <a:uFillTx/>
                <a:latin typeface="Aptos"/>
              </a:rPr>
              <a:t>レベル</a:t>
            </a:r>
            <a:endParaRPr lang="en-US" sz="2400" b="0" u="none" strike="noStrike">
              <a:solidFill>
                <a:srgbClr val="000000"/>
              </a:solidFill>
              <a:effectLst/>
              <a:uFillTx/>
              <a:latin typeface="Arial"/>
            </a:endParaRPr>
          </a:p>
          <a:p>
            <a:pPr marL="1296000" lvl="2" indent="-288000"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Aptos"/>
              </a:rPr>
              <a:t>第 </a:t>
            </a:r>
            <a:r>
              <a:rPr lang="en-US" sz="2000" b="0" u="none" strike="noStrike">
                <a:solidFill>
                  <a:schemeClr val="dk1"/>
                </a:solidFill>
                <a:effectLst/>
                <a:uFillTx/>
                <a:latin typeface="Aptos"/>
              </a:rPr>
              <a:t>3 </a:t>
            </a:r>
            <a:r>
              <a:rPr lang="ja-JP" sz="2000" b="0" u="none" strike="noStrike">
                <a:solidFill>
                  <a:schemeClr val="dk1"/>
                </a:solidFill>
                <a:effectLst/>
                <a:uFillTx/>
                <a:latin typeface="Aptos"/>
              </a:rPr>
              <a:t>レベル</a:t>
            </a:r>
            <a:endParaRPr lang="en-US" sz="2000" b="0" u="none" strike="noStrike">
              <a:solidFill>
                <a:srgbClr val="000000"/>
              </a:solidFill>
              <a:effectLst/>
              <a:uFillTx/>
              <a:latin typeface="Arial"/>
            </a:endParaRPr>
          </a:p>
          <a:p>
            <a:pPr marL="1728000" lvl="3" indent="-216000" defTabSz="914400">
              <a:lnSpc>
                <a:spcPct val="90000"/>
              </a:lnSpc>
              <a:spcBef>
                <a:spcPts val="499"/>
              </a:spcBef>
              <a:buClr>
                <a:srgbClr val="000000"/>
              </a:buClr>
              <a:buSzPct val="75000"/>
              <a:buFont typeface="Symbol"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4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a:p>
            <a:pPr marL="2160000" lvl="4" indent="-216000" defTabSz="914400">
              <a:lnSpc>
                <a:spcPct val="90000"/>
              </a:lnSpc>
              <a:spcBef>
                <a:spcPts val="499"/>
              </a:spcBef>
              <a:buClr>
                <a:srgbClr val="000000"/>
              </a:buClr>
              <a:buSzPct val="45000"/>
              <a:buFont typeface="Wingdings" charset="2"/>
              <a:buChar char=""/>
            </a:pPr>
            <a:r>
              <a:rPr lang="ja-JP" sz="1800" b="0" u="none" strike="noStrike">
                <a:solidFill>
                  <a:schemeClr val="dk1"/>
                </a:solidFill>
                <a:effectLst/>
                <a:uFillTx/>
                <a:latin typeface="Aptos"/>
              </a:rPr>
              <a:t>第 </a:t>
            </a:r>
            <a:r>
              <a:rPr lang="en-US" sz="1800" b="0" u="none" strike="noStrike">
                <a:solidFill>
                  <a:schemeClr val="dk1"/>
                </a:solidFill>
                <a:effectLst/>
                <a:uFillTx/>
                <a:latin typeface="Aptos"/>
              </a:rPr>
              <a:t>5 </a:t>
            </a:r>
            <a:r>
              <a:rPr lang="ja-JP" sz="1800" b="0" u="none" strike="noStrike">
                <a:solidFill>
                  <a:schemeClr val="dk1"/>
                </a:solidFill>
                <a:effectLst/>
                <a:uFillTx/>
                <a:latin typeface="Aptos"/>
              </a:rPr>
              <a:t>レベル</a:t>
            </a:r>
            <a:endParaRPr lang="en-US" sz="1800" b="0" u="none" strike="noStrike">
              <a:solidFill>
                <a:srgbClr val="000000"/>
              </a:solidFill>
              <a:effectLst/>
              <a:uFillTx/>
              <a:latin typeface="Arial"/>
            </a:endParaRPr>
          </a:p>
        </p:txBody>
      </p:sp>
      <p:sp>
        <p:nvSpPr>
          <p:cNvPr id="70" name="PlaceHolder 3"/>
          <p:cNvSpPr>
            <a:spLocks noGrp="1"/>
          </p:cNvSpPr>
          <p:nvPr>
            <p:ph type="dt" idx="28"/>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71" name="PlaceHolder 4"/>
          <p:cNvSpPr>
            <a:spLocks noGrp="1"/>
          </p:cNvSpPr>
          <p:nvPr>
            <p:ph type="ftr" idx="29"/>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72" name="PlaceHolder 5"/>
          <p:cNvSpPr>
            <a:spLocks noGrp="1"/>
          </p:cNvSpPr>
          <p:nvPr>
            <p:ph type="sldNum" idx="30"/>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637026F9-5A57-42F6-B51E-0A782EF41146}"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マスター タイトルの書式設定</a:t>
            </a:r>
            <a:endParaRPr lang="en-US" sz="4400" b="0" u="none" strike="noStrike">
              <a:solidFill>
                <a:srgbClr val="000000"/>
              </a:solidFill>
              <a:effectLst/>
              <a:uFillTx/>
              <a:latin typeface="Arial"/>
            </a:endParaRPr>
          </a:p>
        </p:txBody>
      </p:sp>
      <p:sp>
        <p:nvSpPr>
          <p:cNvPr id="76" name="PlaceHolder 2"/>
          <p:cNvSpPr>
            <a:spLocks noGrp="1"/>
          </p:cNvSpPr>
          <p:nvPr>
            <p:ph type="body"/>
          </p:nvPr>
        </p:nvSpPr>
        <p:spPr>
          <a:xfrm>
            <a:off x="838080" y="1825560"/>
            <a:ext cx="10514520" cy="4350240"/>
          </a:xfrm>
          <a:prstGeom prst="rect">
            <a:avLst/>
          </a:prstGeom>
          <a:noFill/>
          <a:ln w="0">
            <a:noFill/>
          </a:ln>
        </p:spPr>
        <p:txBody>
          <a:bodyPr lIns="91440" tIns="45720" rIns="91440" bIns="45720" anchor="t">
            <a:noAutofit/>
          </a:bodyPr>
          <a:lstStyle/>
          <a:p>
            <a:pPr marL="432000" indent="-324000" defTabSz="914400">
              <a:lnSpc>
                <a:spcPct val="90000"/>
              </a:lnSpc>
              <a:spcBef>
                <a:spcPts val="1001"/>
              </a:spcBef>
              <a:buClr>
                <a:srgbClr val="000000"/>
              </a:buClr>
              <a:buSzPct val="45000"/>
              <a:buFont typeface="Wingdings" charset="2"/>
              <a:buChar char=""/>
            </a:pPr>
            <a:r>
              <a:rPr lang="ja-JP" sz="2800" b="0" u="none" strike="noStrike">
                <a:solidFill>
                  <a:schemeClr val="dk1"/>
                </a:solidFill>
                <a:effectLst/>
                <a:uFillTx/>
                <a:latin typeface="ＭＳ Ｐゴシック"/>
                <a:ea typeface="ＭＳ Ｐゴシック"/>
              </a:rPr>
              <a:t>マスター テキストの書式設定</a:t>
            </a:r>
            <a:endParaRPr lang="en-US" sz="2800" b="0" u="none" strike="noStrike">
              <a:solidFill>
                <a:srgbClr val="000000"/>
              </a:solidFill>
              <a:effectLst/>
              <a:uFillTx/>
              <a:latin typeface="Arial"/>
            </a:endParaRPr>
          </a:p>
          <a:p>
            <a:pPr marL="864000" lvl="1" indent="-324000" defTabSz="914400">
              <a:lnSpc>
                <a:spcPct val="90000"/>
              </a:lnSpc>
              <a:spcBef>
                <a:spcPts val="499"/>
              </a:spcBef>
              <a:buClr>
                <a:srgbClr val="000000"/>
              </a:buClr>
              <a:buSzPct val="75000"/>
              <a:buFont typeface="Symbol" charset="2"/>
              <a:buChar char=""/>
            </a:pPr>
            <a:r>
              <a:rPr lang="ja-JP" sz="2400" b="0" u="none" strike="noStrike">
                <a:solidFill>
                  <a:schemeClr val="dk1"/>
                </a:solidFill>
                <a:effectLst/>
                <a:uFillTx/>
                <a:latin typeface="ＭＳ Ｐゴシック"/>
                <a:ea typeface="ＭＳ Ｐゴシック"/>
              </a:rPr>
              <a:t>第 </a:t>
            </a:r>
            <a:r>
              <a:rPr lang="en-US" sz="2400" b="0" u="none" strike="noStrike">
                <a:solidFill>
                  <a:schemeClr val="dk1"/>
                </a:solidFill>
                <a:effectLst/>
                <a:uFillTx/>
                <a:latin typeface="ＭＳ Ｐゴシック"/>
                <a:ea typeface="ＭＳ Ｐゴシック"/>
              </a:rPr>
              <a:t>2 </a:t>
            </a:r>
            <a:r>
              <a:rPr lang="ja-JP" sz="2400" b="0" u="none" strike="noStrike">
                <a:solidFill>
                  <a:schemeClr val="dk1"/>
                </a:solidFill>
                <a:effectLst/>
                <a:uFillTx/>
                <a:latin typeface="ＭＳ Ｐゴシック"/>
                <a:ea typeface="ＭＳ Ｐゴシック"/>
              </a:rPr>
              <a:t>レベル</a:t>
            </a:r>
            <a:endParaRPr lang="en-US" sz="2400" b="0" u="none" strike="noStrike">
              <a:solidFill>
                <a:srgbClr val="000000"/>
              </a:solidFill>
              <a:effectLst/>
              <a:uFillTx/>
              <a:latin typeface="Arial"/>
            </a:endParaRPr>
          </a:p>
          <a:p>
            <a:pPr marL="1296000" lvl="2" indent="-288000"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ＭＳ Ｐゴシック"/>
                <a:ea typeface="ＭＳ Ｐゴシック"/>
              </a:rPr>
              <a:t>第 </a:t>
            </a:r>
            <a:r>
              <a:rPr lang="en-US" sz="2000" b="0" u="none" strike="noStrike">
                <a:solidFill>
                  <a:schemeClr val="dk1"/>
                </a:solidFill>
                <a:effectLst/>
                <a:uFillTx/>
                <a:latin typeface="ＭＳ Ｐゴシック"/>
                <a:ea typeface="ＭＳ Ｐゴシック"/>
              </a:rPr>
              <a:t>3 </a:t>
            </a:r>
            <a:r>
              <a:rPr lang="ja-JP" sz="2000" b="0" u="none" strike="noStrike">
                <a:solidFill>
                  <a:schemeClr val="dk1"/>
                </a:solidFill>
                <a:effectLst/>
                <a:uFillTx/>
                <a:latin typeface="ＭＳ Ｐゴシック"/>
                <a:ea typeface="ＭＳ Ｐゴシック"/>
              </a:rPr>
              <a:t>レベル</a:t>
            </a:r>
            <a:endParaRPr lang="en-US" sz="2000" b="0" u="none" strike="noStrike">
              <a:solidFill>
                <a:srgbClr val="000000"/>
              </a:solidFill>
              <a:effectLst/>
              <a:uFillTx/>
              <a:latin typeface="Arial"/>
            </a:endParaRPr>
          </a:p>
          <a:p>
            <a:pPr marL="1728000" lvl="3" indent="-216000" defTabSz="914400">
              <a:lnSpc>
                <a:spcPct val="90000"/>
              </a:lnSpc>
              <a:spcBef>
                <a:spcPts val="499"/>
              </a:spcBef>
              <a:buClr>
                <a:srgbClr val="000000"/>
              </a:buClr>
              <a:buSzPct val="75000"/>
              <a:buFont typeface="Symbol" charset="2"/>
              <a:buChar char=""/>
            </a:pPr>
            <a:r>
              <a:rPr lang="ja-JP" sz="1800" b="0" u="none" strike="noStrike">
                <a:solidFill>
                  <a:schemeClr val="dk1"/>
                </a:solidFill>
                <a:effectLst/>
                <a:uFillTx/>
                <a:latin typeface="ＭＳ Ｐゴシック"/>
                <a:ea typeface="ＭＳ Ｐゴシック"/>
              </a:rPr>
              <a:t>第 </a:t>
            </a:r>
            <a:r>
              <a:rPr lang="en-US" sz="1800" b="0" u="none" strike="noStrike">
                <a:solidFill>
                  <a:schemeClr val="dk1"/>
                </a:solidFill>
                <a:effectLst/>
                <a:uFillTx/>
                <a:latin typeface="ＭＳ Ｐゴシック"/>
                <a:ea typeface="ＭＳ Ｐゴシック"/>
              </a:rPr>
              <a:t>4 </a:t>
            </a:r>
            <a:r>
              <a:rPr lang="ja-JP" sz="1800" b="0" u="none" strike="noStrike">
                <a:solidFill>
                  <a:schemeClr val="dk1"/>
                </a:solidFill>
                <a:effectLst/>
                <a:uFillTx/>
                <a:latin typeface="ＭＳ Ｐゴシック"/>
                <a:ea typeface="ＭＳ Ｐゴシック"/>
              </a:rPr>
              <a:t>レベル</a:t>
            </a:r>
            <a:endParaRPr lang="en-US" sz="1800" b="0" u="none" strike="noStrike">
              <a:solidFill>
                <a:srgbClr val="000000"/>
              </a:solidFill>
              <a:effectLst/>
              <a:uFillTx/>
              <a:latin typeface="Arial"/>
            </a:endParaRPr>
          </a:p>
          <a:p>
            <a:pPr marL="2160000" lvl="4" indent="-216000" defTabSz="914400">
              <a:lnSpc>
                <a:spcPct val="90000"/>
              </a:lnSpc>
              <a:spcBef>
                <a:spcPts val="499"/>
              </a:spcBef>
              <a:buClr>
                <a:srgbClr val="000000"/>
              </a:buClr>
              <a:buSzPct val="45000"/>
              <a:buFont typeface="Wingdings" charset="2"/>
              <a:buChar char=""/>
            </a:pPr>
            <a:r>
              <a:rPr lang="ja-JP" sz="1800" b="0" u="none" strike="noStrike">
                <a:solidFill>
                  <a:schemeClr val="dk1"/>
                </a:solidFill>
                <a:effectLst/>
                <a:uFillTx/>
                <a:latin typeface="ＭＳ Ｐゴシック"/>
                <a:ea typeface="ＭＳ Ｐゴシック"/>
              </a:rPr>
              <a:t>第 </a:t>
            </a:r>
            <a:r>
              <a:rPr lang="en-US" sz="1800" b="0" u="none" strike="noStrike">
                <a:solidFill>
                  <a:schemeClr val="dk1"/>
                </a:solidFill>
                <a:effectLst/>
                <a:uFillTx/>
                <a:latin typeface="ＭＳ Ｐゴシック"/>
                <a:ea typeface="ＭＳ Ｐゴシック"/>
              </a:rPr>
              <a:t>5 </a:t>
            </a:r>
            <a:r>
              <a:rPr lang="ja-JP" sz="1800" b="0" u="none" strike="noStrike">
                <a:solidFill>
                  <a:schemeClr val="dk1"/>
                </a:solidFill>
                <a:effectLst/>
                <a:uFillTx/>
                <a:latin typeface="ＭＳ Ｐゴシック"/>
                <a:ea typeface="ＭＳ Ｐゴシック"/>
              </a:rPr>
              <a:t>レベル</a:t>
            </a:r>
            <a:endParaRPr lang="en-US" sz="1800" b="0" u="none" strike="noStrike">
              <a:solidFill>
                <a:srgbClr val="000000"/>
              </a:solidFill>
              <a:effectLst/>
              <a:uFillTx/>
              <a:latin typeface="Arial"/>
            </a:endParaRPr>
          </a:p>
        </p:txBody>
      </p:sp>
      <p:sp>
        <p:nvSpPr>
          <p:cNvPr id="77" name="PlaceHolder 3"/>
          <p:cNvSpPr>
            <a:spLocks noGrp="1"/>
          </p:cNvSpPr>
          <p:nvPr>
            <p:ph type="dt" idx="31"/>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78" name="PlaceHolder 4"/>
          <p:cNvSpPr>
            <a:spLocks noGrp="1"/>
          </p:cNvSpPr>
          <p:nvPr>
            <p:ph type="ftr" idx="32"/>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79" name="PlaceHolder 5"/>
          <p:cNvSpPr>
            <a:spLocks noGrp="1"/>
          </p:cNvSpPr>
          <p:nvPr>
            <p:ph type="sldNum" idx="33"/>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23B99C39-7EC3-4186-B93B-8F47DD0E8312}"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ja-JP" sz="6000" b="0" u="none" strike="noStrike">
                <a:solidFill>
                  <a:schemeClr val="dk1"/>
                </a:solidFill>
                <a:effectLst/>
                <a:uFillTx/>
                <a:latin typeface="Aptos Display"/>
              </a:rPr>
              <a:t>マスター タイトルの書式設定</a:t>
            </a:r>
            <a:endParaRPr lang="en-US" sz="6000" b="0" u="none" strike="noStrike">
              <a:solidFill>
                <a:srgbClr val="000000"/>
              </a:solidFill>
              <a:effectLst/>
              <a:uFillTx/>
              <a:latin typeface="Arial"/>
            </a:endParaRPr>
          </a:p>
        </p:txBody>
      </p:sp>
      <p:sp>
        <p:nvSpPr>
          <p:cNvPr id="83" name="PlaceHolder 2"/>
          <p:cNvSpPr>
            <a:spLocks noGrp="1"/>
          </p:cNvSpPr>
          <p:nvPr>
            <p:ph type="body"/>
          </p:nvPr>
        </p:nvSpPr>
        <p:spPr>
          <a:xfrm>
            <a:off x="831960" y="4589640"/>
            <a:ext cx="10514520" cy="1499040"/>
          </a:xfrm>
          <a:prstGeom prst="rect">
            <a:avLst/>
          </a:prstGeom>
          <a:noFill/>
          <a:ln w="0">
            <a:noFill/>
          </a:ln>
        </p:spPr>
        <p:txBody>
          <a:bodyPr lIns="91440" tIns="45720" rIns="91440" bIns="45720" anchor="t">
            <a:noAutofit/>
          </a:bodyPr>
          <a:lstStyle/>
          <a:p>
            <a:pPr marL="228600" defTabSz="914400">
              <a:lnSpc>
                <a:spcPct val="90000"/>
              </a:lnSpc>
              <a:spcBef>
                <a:spcPts val="1001"/>
              </a:spcBef>
              <a:buClr>
                <a:srgbClr val="000000"/>
              </a:buClr>
              <a:buSzPct val="45000"/>
              <a:buFont typeface="Wingdings" charset="2"/>
              <a:buChar char=""/>
              <a:tabLst>
                <a:tab pos="0" algn="l"/>
              </a:tabLst>
            </a:pPr>
            <a:r>
              <a:rPr lang="ja-JP" sz="2400" b="0" u="none" strike="noStrike">
                <a:solidFill>
                  <a:schemeClr val="dk1">
                    <a:tint val="82000"/>
                  </a:schemeClr>
                </a:solidFill>
                <a:effectLst/>
                <a:uFillTx/>
                <a:latin typeface="Aptos"/>
              </a:rPr>
              <a:t>マスター テキストの書式設定</a:t>
            </a:r>
            <a:endParaRPr lang="en-US" sz="2400" b="0" u="none" strike="noStrike">
              <a:solidFill>
                <a:srgbClr val="000000"/>
              </a:solidFill>
              <a:effectLst/>
              <a:uFillTx/>
              <a:latin typeface="Arial"/>
            </a:endParaRPr>
          </a:p>
        </p:txBody>
      </p:sp>
      <p:sp>
        <p:nvSpPr>
          <p:cNvPr id="84" name="PlaceHolder 3"/>
          <p:cNvSpPr>
            <a:spLocks noGrp="1"/>
          </p:cNvSpPr>
          <p:nvPr>
            <p:ph type="dt" idx="34"/>
          </p:nvPr>
        </p:nvSpPr>
        <p:spPr>
          <a:xfrm>
            <a:off x="838080" y="6356520"/>
            <a:ext cx="2742120" cy="363960"/>
          </a:xfrm>
          <a:prstGeom prst="rect">
            <a:avLst/>
          </a:prstGeom>
          <a:noFill/>
          <a:ln w="0">
            <a:noFill/>
          </a:ln>
        </p:spPr>
        <p:txBody>
          <a:bodyPr lIns="91440" tIns="45720" rIns="91440" bIns="45720" anchor="ctr">
            <a:noAutofit/>
          </a:bodyPr>
          <a:lstStyle>
            <a:lvl1pPr indent="0"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defTabSz="457200">
              <a:lnSpc>
                <a:spcPct val="100000"/>
              </a:lnSpc>
              <a:buNone/>
              <a:tabLst>
                <a:tab pos="0" algn="l"/>
              </a:tabLst>
            </a:pPr>
            <a:r>
              <a:rPr lang="en-US" sz="1200" b="0" u="none" strike="noStrike">
                <a:solidFill>
                  <a:schemeClr val="dk1">
                    <a:tint val="82000"/>
                  </a:schemeClr>
                </a:solidFill>
                <a:effectLst/>
                <a:uFillTx/>
                <a:latin typeface="Aptos"/>
              </a:rPr>
              <a:t>&lt;日付/時刻&gt;</a:t>
            </a:r>
            <a:endParaRPr lang="en-US" sz="1200" b="0" u="none" strike="noStrike">
              <a:solidFill>
                <a:srgbClr val="000000"/>
              </a:solidFill>
              <a:effectLst/>
              <a:uFillTx/>
              <a:latin typeface="Noto Serif CJK JP"/>
            </a:endParaRPr>
          </a:p>
        </p:txBody>
      </p:sp>
      <p:sp>
        <p:nvSpPr>
          <p:cNvPr id="85" name="PlaceHolder 4"/>
          <p:cNvSpPr>
            <a:spLocks noGrp="1"/>
          </p:cNvSpPr>
          <p:nvPr>
            <p:ph type="ftr" idx="35"/>
          </p:nvPr>
        </p:nvSpPr>
        <p:spPr>
          <a:xfrm>
            <a:off x="4038480" y="6356520"/>
            <a:ext cx="411372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Noto Serif CJK JP"/>
              </a:defRPr>
            </a:lvl1pPr>
          </a:lstStyle>
          <a:p>
            <a:pPr indent="0" algn="ctr" defTabSz="914400">
              <a:lnSpc>
                <a:spcPct val="100000"/>
              </a:lnSpc>
              <a:buNone/>
              <a:tabLst>
                <a:tab pos="0" algn="l"/>
              </a:tabLst>
            </a:pPr>
            <a:r>
              <a:rPr lang="en-US" sz="1400" b="0" u="none" strike="noStrike">
                <a:solidFill>
                  <a:srgbClr val="000000"/>
                </a:solidFill>
                <a:effectLst/>
                <a:uFillTx/>
                <a:latin typeface="Noto Serif CJK JP"/>
              </a:rPr>
              <a:t>&lt;フッター&gt;</a:t>
            </a:r>
          </a:p>
        </p:txBody>
      </p:sp>
      <p:sp>
        <p:nvSpPr>
          <p:cNvPr id="86" name="PlaceHolder 5"/>
          <p:cNvSpPr>
            <a:spLocks noGrp="1"/>
          </p:cNvSpPr>
          <p:nvPr>
            <p:ph type="sldNum" idx="36"/>
          </p:nvPr>
        </p:nvSpPr>
        <p:spPr>
          <a:xfrm>
            <a:off x="8610480" y="6356520"/>
            <a:ext cx="274212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457200">
              <a:lnSpc>
                <a:spcPct val="100000"/>
              </a:lnSpc>
              <a:buNone/>
              <a:tabLst>
                <a:tab pos="0" algn="l"/>
              </a:tabLst>
            </a:pPr>
            <a:fld id="{6C79B969-EDAD-4445-ADE7-1FBA2447C1E0}" type="slidenum">
              <a:rPr lang="en-US" sz="1200" b="0" u="none" strike="noStrike">
                <a:solidFill>
                  <a:schemeClr val="dk1">
                    <a:tint val="82000"/>
                  </a:schemeClr>
                </a:solidFill>
                <a:effectLst/>
                <a:uFillTx/>
                <a:latin typeface="Aptos"/>
              </a:rPr>
              <a:t>‹#›</a:t>
            </a:fld>
            <a:endParaRPr lang="en-US" sz="1200" b="0" u="none" strike="noStrik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ai.google.dev/edge/mediapipe/solutions/vision/hand_landmarker?hl=ja"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523880" y="1392840"/>
            <a:ext cx="9142920" cy="2386440"/>
          </a:xfrm>
          <a:prstGeom prst="rect">
            <a:avLst/>
          </a:prstGeom>
          <a:noFill/>
          <a:ln w="0">
            <a:noFill/>
          </a:ln>
        </p:spPr>
        <p:txBody>
          <a:bodyPr lIns="91440" tIns="45720" rIns="91440" bIns="45720" anchor="b">
            <a:normAutofit/>
          </a:bodyPr>
          <a:lstStyle/>
          <a:p>
            <a:pPr indent="0" algn="ctr" defTabSz="914400">
              <a:lnSpc>
                <a:spcPct val="90000"/>
              </a:lnSpc>
              <a:buNone/>
              <a:tabLst>
                <a:tab pos="0" algn="l"/>
              </a:tabLst>
            </a:pPr>
            <a:r>
              <a:rPr lang="ja-JP" sz="4800" b="0" u="none" strike="noStrike">
                <a:solidFill>
                  <a:schemeClr val="dk1"/>
                </a:solidFill>
                <a:effectLst/>
                <a:uFillTx/>
                <a:latin typeface="ＭＳ Ｐゴシック"/>
                <a:ea typeface="ＭＳ Ｐゴシック"/>
              </a:rPr>
              <a:t>両眼カメラによる</a:t>
            </a:r>
            <a:r>
              <a:rPr lang="en-US" sz="4800" b="0" u="none" strike="noStrike">
                <a:solidFill>
                  <a:schemeClr val="dk1"/>
                </a:solidFill>
                <a:effectLst/>
                <a:uFillTx/>
                <a:latin typeface="ＭＳ Ｐゴシック"/>
                <a:ea typeface="ＭＳ Ｐゴシック"/>
              </a:rPr>
              <a:t>MediaPipe Hand Landmarker</a:t>
            </a:r>
            <a:r>
              <a:rPr lang="ja-JP" sz="4800" b="0" u="none" strike="noStrike">
                <a:solidFill>
                  <a:schemeClr val="dk1"/>
                </a:solidFill>
                <a:effectLst/>
                <a:uFillTx/>
                <a:latin typeface="ＭＳ Ｐゴシック"/>
                <a:ea typeface="ＭＳ Ｐゴシック"/>
              </a:rPr>
              <a:t>タスクの精度向上</a:t>
            </a:r>
            <a:endParaRPr lang="en-US" sz="4800" b="0" u="none" strike="noStrike">
              <a:solidFill>
                <a:srgbClr val="000000"/>
              </a:solidFill>
              <a:effectLst/>
              <a:uFillTx/>
              <a:latin typeface="Arial"/>
            </a:endParaRPr>
          </a:p>
        </p:txBody>
      </p:sp>
      <p:sp>
        <p:nvSpPr>
          <p:cNvPr id="94" name="PlaceHolder 2"/>
          <p:cNvSpPr>
            <a:spLocks noGrp="1"/>
          </p:cNvSpPr>
          <p:nvPr>
            <p:ph type="subTitle"/>
          </p:nvPr>
        </p:nvSpPr>
        <p:spPr>
          <a:xfrm>
            <a:off x="1523880" y="4320000"/>
            <a:ext cx="9142920" cy="1654560"/>
          </a:xfrm>
          <a:prstGeom prst="rect">
            <a:avLst/>
          </a:prstGeom>
          <a:noFill/>
          <a:ln w="0">
            <a:noFill/>
          </a:ln>
        </p:spPr>
        <p:txBody>
          <a:bodyPr lIns="91440" tIns="45720" rIns="91440" bIns="45720" anchor="t">
            <a:normAutofit/>
          </a:bodyPr>
          <a:lstStyle/>
          <a:p>
            <a:pPr marL="228600" indent="0" algn="ctr" defTabSz="914400">
              <a:lnSpc>
                <a:spcPct val="90000"/>
              </a:lnSpc>
              <a:spcBef>
                <a:spcPts val="1001"/>
              </a:spcBef>
              <a:buNone/>
              <a:tabLst>
                <a:tab pos="0" algn="l"/>
              </a:tabLst>
            </a:pPr>
            <a:r>
              <a:rPr lang="ja-JP" sz="3200" b="0" u="none" strike="noStrike">
                <a:solidFill>
                  <a:schemeClr val="dk1"/>
                </a:solidFill>
                <a:effectLst/>
                <a:uFillTx/>
                <a:latin typeface="ＭＳ Ｐゴシック"/>
                <a:ea typeface="ＭＳ Ｐゴシック"/>
              </a:rPr>
              <a:t>箕浦研究室　</a:t>
            </a:r>
            <a:r>
              <a:rPr lang="en-US" sz="3200" b="0" u="none" strike="noStrike">
                <a:solidFill>
                  <a:schemeClr val="dk1"/>
                </a:solidFill>
                <a:effectLst/>
                <a:uFillTx/>
                <a:latin typeface="ＭＳ Ｐゴシック"/>
                <a:ea typeface="ＭＳ Ｐゴシック"/>
              </a:rPr>
              <a:t>5I25 </a:t>
            </a:r>
            <a:r>
              <a:rPr lang="ja-JP" sz="3200" b="0" u="none" strike="noStrike">
                <a:solidFill>
                  <a:schemeClr val="dk1"/>
                </a:solidFill>
                <a:effectLst/>
                <a:uFillTx/>
                <a:latin typeface="ＭＳ Ｐゴシック"/>
                <a:ea typeface="ＭＳ Ｐゴシック"/>
              </a:rPr>
              <a:t>萩 郁人</a:t>
            </a:r>
            <a:endParaRPr lang="en-US" sz="32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Aptos Display"/>
              </a:rPr>
              <a:t>背景</a:t>
            </a:r>
            <a:endParaRPr lang="en-US" sz="4400" b="0" u="none" strike="noStrike">
              <a:solidFill>
                <a:srgbClr val="000000"/>
              </a:solidFill>
              <a:effectLst/>
              <a:uFillTx/>
              <a:latin typeface="Arial"/>
            </a:endParaRPr>
          </a:p>
        </p:txBody>
      </p:sp>
      <p:sp>
        <p:nvSpPr>
          <p:cNvPr id="96" name="PlaceHolder 2"/>
          <p:cNvSpPr>
            <a:spLocks noGrp="1"/>
          </p:cNvSpPr>
          <p:nvPr>
            <p:ph/>
          </p:nvPr>
        </p:nvSpPr>
        <p:spPr>
          <a:xfrm>
            <a:off x="838080" y="1825560"/>
            <a:ext cx="10514520" cy="4350240"/>
          </a:xfrm>
          <a:prstGeom prst="rect">
            <a:avLst/>
          </a:prstGeom>
          <a:noFill/>
          <a:ln w="0">
            <a:noFill/>
          </a:ln>
        </p:spPr>
        <p:txBody>
          <a:bodyPr lIns="45720" tIns="91440" rIns="45720" bIns="91440" anchor="t" anchorCtr="1">
            <a:noAutofit/>
          </a:bodyPr>
          <a:lstStyle/>
          <a:p>
            <a:pPr indent="0" defTabSz="914400">
              <a:lnSpc>
                <a:spcPct val="90000"/>
              </a:lnSpc>
              <a:spcBef>
                <a:spcPts val="1001"/>
              </a:spcBef>
              <a:buNone/>
              <a:tabLst>
                <a:tab pos="0" algn="l"/>
              </a:tabLst>
            </a:pPr>
            <a:r>
              <a:rPr lang="ja-JP" sz="2800" b="0" u="none" strike="noStrike" dirty="0">
                <a:solidFill>
                  <a:schemeClr val="dk1"/>
                </a:solidFill>
                <a:effectLst/>
                <a:uFillTx/>
                <a:latin typeface="Aptos"/>
              </a:rPr>
              <a:t>タイピングにおいてホームポジションに則った入力はタイピング速度の向上やタイプミスの減少などが期待できる。</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ja-JP" sz="2800" b="0" u="none" strike="noStrike" dirty="0">
                <a:solidFill>
                  <a:schemeClr val="dk1"/>
                </a:solidFill>
                <a:effectLst/>
                <a:uFillTx/>
                <a:latin typeface="Aptos"/>
              </a:rPr>
              <a:t>しかし、現在のタイピング練習ソフトでは入力の速度や正確さを測定するのみで、正しい入力方法かどうかは判定できない。</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effectLst/>
                <a:uFillTx/>
                <a:latin typeface="Aptos"/>
              </a:rPr>
              <a:t>→</a:t>
            </a:r>
            <a:r>
              <a:rPr lang="en-US" sz="2800" b="0" u="none" strike="noStrike" dirty="0" err="1">
                <a:solidFill>
                  <a:schemeClr val="dk1"/>
                </a:solidFill>
                <a:effectLst/>
                <a:uFillTx/>
                <a:latin typeface="Aptos"/>
              </a:rPr>
              <a:t>入力を行う手やキーボードの映像から正しい入力が行われているか判定するシステムを開発する</a:t>
            </a:r>
            <a:r>
              <a:rPr lang="en-US" sz="2800" b="0" u="none" strike="noStrike" dirty="0">
                <a:solidFill>
                  <a:schemeClr val="dk1"/>
                </a:solidFill>
                <a:effectLst/>
                <a:uFillTx/>
                <a:latin typeface="Aptos"/>
              </a:rPr>
              <a:t>。</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endParaRPr lang="en-US" sz="28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363E3D-29C9-80E7-07DF-D24DCC2663C2}"/>
              </a:ext>
            </a:extLst>
          </p:cNvPr>
          <p:cNvSpPr>
            <a:spLocks noGrp="1"/>
          </p:cNvSpPr>
          <p:nvPr>
            <p:ph type="title"/>
          </p:nvPr>
        </p:nvSpPr>
        <p:spPr>
          <a:xfrm>
            <a:off x="838080" y="722561"/>
            <a:ext cx="10514520" cy="609398"/>
          </a:xfrm>
        </p:spPr>
        <p:txBody>
          <a:bodyPr/>
          <a:lstStyle/>
          <a:p>
            <a:r>
              <a:rPr kumimoji="1" lang="ja-JP" altLang="en-US" dirty="0"/>
              <a:t>システム概要</a:t>
            </a:r>
          </a:p>
        </p:txBody>
      </p:sp>
      <p:pic>
        <p:nvPicPr>
          <p:cNvPr id="5" name="コンテンツ プレースホルダー 4" descr="テーブル が含まれている画像&#10;&#10;AI 生成コンテンツは誤りを含む可能性があります。">
            <a:extLst>
              <a:ext uri="{FF2B5EF4-FFF2-40B4-BE49-F238E27FC236}">
                <a16:creationId xmlns:a16="http://schemas.microsoft.com/office/drawing/2014/main" id="{B836A2F9-39DB-D5AF-F3F7-04DC13F22336}"/>
              </a:ext>
            </a:extLst>
          </p:cNvPr>
          <p:cNvPicPr>
            <a:picLocks noGrp="1" noChangeAspect="1"/>
          </p:cNvPicPr>
          <p:nvPr>
            <p:ph/>
          </p:nvPr>
        </p:nvPicPr>
        <p:blipFill>
          <a:blip r:embed="rId3">
            <a:extLst>
              <a:ext uri="{28A0092B-C50C-407E-A947-70E740481C1C}">
                <a14:useLocalDpi xmlns:a14="http://schemas.microsoft.com/office/drawing/2010/main" val="0"/>
              </a:ext>
            </a:extLst>
          </a:blip>
          <a:stretch>
            <a:fillRect/>
          </a:stretch>
        </p:blipFill>
        <p:spPr>
          <a:xfrm>
            <a:off x="5067964" y="416105"/>
            <a:ext cx="5728549" cy="3647339"/>
          </a:xfrm>
        </p:spPr>
      </p:pic>
      <p:sp>
        <p:nvSpPr>
          <p:cNvPr id="7" name="テキスト ボックス 6">
            <a:extLst>
              <a:ext uri="{FF2B5EF4-FFF2-40B4-BE49-F238E27FC236}">
                <a16:creationId xmlns:a16="http://schemas.microsoft.com/office/drawing/2014/main" id="{99240BB7-B080-7F4D-7F81-91BF13B6F8EB}"/>
              </a:ext>
            </a:extLst>
          </p:cNvPr>
          <p:cNvSpPr txBox="1"/>
          <p:nvPr/>
        </p:nvSpPr>
        <p:spPr>
          <a:xfrm>
            <a:off x="838080" y="4533084"/>
            <a:ext cx="11087992" cy="1569660"/>
          </a:xfrm>
          <a:prstGeom prst="rect">
            <a:avLst/>
          </a:prstGeom>
          <a:noFill/>
        </p:spPr>
        <p:txBody>
          <a:bodyPr wrap="square" rtlCol="0">
            <a:spAutoFit/>
          </a:bodyPr>
          <a:lstStyle/>
          <a:p>
            <a:r>
              <a:rPr kumimoji="1" lang="ja-JP" altLang="en-US" sz="3200" dirty="0"/>
              <a:t>①</a:t>
            </a:r>
            <a:r>
              <a:rPr kumimoji="1" lang="ja-JP" altLang="en-US" sz="3200" u="sng" dirty="0"/>
              <a:t>カメラの</a:t>
            </a:r>
            <a:r>
              <a:rPr lang="ja-JP" altLang="en-US" sz="3200" u="sng" dirty="0"/>
              <a:t>映像から指先の座標を取得（担当）</a:t>
            </a:r>
            <a:endParaRPr lang="en-US" altLang="ja-JP" sz="3200" u="sng" dirty="0"/>
          </a:p>
          <a:p>
            <a:r>
              <a:rPr lang="ja-JP" altLang="en-US" sz="3200" dirty="0"/>
              <a:t>②指先の座標をキーボード基準の座標に変換</a:t>
            </a:r>
            <a:endParaRPr lang="en-US" altLang="ja-JP" sz="3200" dirty="0"/>
          </a:p>
          <a:p>
            <a:r>
              <a:rPr kumimoji="1" lang="ja-JP" altLang="en-US" sz="3200" dirty="0"/>
              <a:t>③同一座標系にある指先座標とキー座標から入力を判定</a:t>
            </a:r>
            <a:endParaRPr lang="en-US" altLang="ja-JP" sz="3200" dirty="0"/>
          </a:p>
        </p:txBody>
      </p:sp>
      <p:sp>
        <p:nvSpPr>
          <p:cNvPr id="8" name="テキスト ボックス 7">
            <a:extLst>
              <a:ext uri="{FF2B5EF4-FFF2-40B4-BE49-F238E27FC236}">
                <a16:creationId xmlns:a16="http://schemas.microsoft.com/office/drawing/2014/main" id="{512BE994-4451-A23A-C39F-56CB30D39589}"/>
              </a:ext>
            </a:extLst>
          </p:cNvPr>
          <p:cNvSpPr txBox="1"/>
          <p:nvPr/>
        </p:nvSpPr>
        <p:spPr>
          <a:xfrm>
            <a:off x="8957387" y="559837"/>
            <a:ext cx="676788" cy="584775"/>
          </a:xfrm>
          <a:prstGeom prst="rect">
            <a:avLst/>
          </a:prstGeom>
          <a:noFill/>
        </p:spPr>
        <p:txBody>
          <a:bodyPr wrap="none" rtlCol="0">
            <a:spAutoFit/>
          </a:bodyPr>
          <a:lstStyle/>
          <a:p>
            <a:r>
              <a:rPr kumimoji="1" lang="ja-JP" altLang="en-US" sz="3200" dirty="0"/>
              <a:t>①</a:t>
            </a:r>
            <a:endParaRPr kumimoji="1" lang="ja-JP" altLang="en-US" dirty="0"/>
          </a:p>
        </p:txBody>
      </p:sp>
      <p:sp>
        <p:nvSpPr>
          <p:cNvPr id="10" name="テキスト ボックス 9">
            <a:extLst>
              <a:ext uri="{FF2B5EF4-FFF2-40B4-BE49-F238E27FC236}">
                <a16:creationId xmlns:a16="http://schemas.microsoft.com/office/drawing/2014/main" id="{151F2726-7488-161F-B8D6-16D5BDB74130}"/>
              </a:ext>
            </a:extLst>
          </p:cNvPr>
          <p:cNvSpPr txBox="1"/>
          <p:nvPr/>
        </p:nvSpPr>
        <p:spPr>
          <a:xfrm>
            <a:off x="4511877" y="3421102"/>
            <a:ext cx="479966" cy="584775"/>
          </a:xfrm>
          <a:prstGeom prst="rect">
            <a:avLst/>
          </a:prstGeom>
          <a:noFill/>
        </p:spPr>
        <p:txBody>
          <a:bodyPr wrap="square">
            <a:spAutoFit/>
          </a:bodyPr>
          <a:lstStyle/>
          <a:p>
            <a:r>
              <a:rPr kumimoji="1" lang="ja-JP" altLang="en-US" sz="3200" dirty="0"/>
              <a:t>②</a:t>
            </a:r>
            <a:endParaRPr lang="ja-JP" altLang="en-US" dirty="0"/>
          </a:p>
        </p:txBody>
      </p:sp>
    </p:spTree>
    <p:extLst>
      <p:ext uri="{BB962C8B-B14F-4D97-AF65-F5344CB8AC3E}">
        <p14:creationId xmlns:p14="http://schemas.microsoft.com/office/powerpoint/2010/main" val="571888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ＭＳ Ｐゴシック"/>
                <a:ea typeface="ＭＳ Ｐゴシック"/>
              </a:rPr>
              <a:t> MediaPipe Hand Landmarker</a:t>
            </a:r>
            <a:r>
              <a:rPr lang="ja-JP" sz="4400" b="0" u="none" strike="noStrike">
                <a:solidFill>
                  <a:schemeClr val="dk1"/>
                </a:solidFill>
                <a:effectLst/>
                <a:uFillTx/>
                <a:latin typeface="ＭＳ Ｐゴシック"/>
                <a:ea typeface="ＭＳ Ｐゴシック"/>
              </a:rPr>
              <a:t>について</a:t>
            </a:r>
            <a:endParaRPr lang="en-US" sz="4400" b="0" u="none" strike="noStrike">
              <a:solidFill>
                <a:srgbClr val="000000"/>
              </a:solidFill>
              <a:effectLst/>
              <a:uFillTx/>
              <a:latin typeface="Arial"/>
            </a:endParaRPr>
          </a:p>
        </p:txBody>
      </p:sp>
      <p:sp>
        <p:nvSpPr>
          <p:cNvPr id="98" name="PlaceHolder 2"/>
          <p:cNvSpPr>
            <a:spLocks noGrp="1"/>
          </p:cNvSpPr>
          <p:nvPr>
            <p:ph/>
          </p:nvPr>
        </p:nvSpPr>
        <p:spPr>
          <a:xfrm>
            <a:off x="838080" y="169020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3200" b="0" u="none" strike="noStrike" dirty="0" err="1">
                <a:solidFill>
                  <a:schemeClr val="dk1"/>
                </a:solidFill>
                <a:effectLst/>
                <a:uFillTx/>
                <a:latin typeface="ＭＳ Ｐゴシック"/>
                <a:ea typeface="ＭＳ Ｐゴシック"/>
              </a:rPr>
              <a:t>MediaPipe</a:t>
            </a:r>
            <a:r>
              <a:rPr lang="ja-JP" sz="3200" b="0" u="none" strike="noStrike" dirty="0">
                <a:solidFill>
                  <a:schemeClr val="dk1"/>
                </a:solidFill>
                <a:effectLst/>
                <a:uFillTx/>
                <a:latin typeface="ＭＳ Ｐゴシック"/>
                <a:ea typeface="ＭＳ Ｐゴシック"/>
              </a:rPr>
              <a:t>とは、</a:t>
            </a:r>
            <a:r>
              <a:rPr lang="en-US" sz="3200" b="0" u="none" strike="noStrike" dirty="0">
                <a:solidFill>
                  <a:schemeClr val="dk1"/>
                </a:solidFill>
                <a:effectLst/>
                <a:uFillTx/>
                <a:latin typeface="ＭＳ Ｐゴシック"/>
                <a:ea typeface="ＭＳ Ｐゴシック"/>
              </a:rPr>
              <a:t>Google</a:t>
            </a:r>
            <a:r>
              <a:rPr lang="ja-JP" sz="3200" b="0" u="none" strike="noStrike" dirty="0">
                <a:solidFill>
                  <a:schemeClr val="dk1"/>
                </a:solidFill>
                <a:effectLst/>
                <a:uFillTx/>
                <a:latin typeface="ＭＳ Ｐゴシック"/>
                <a:ea typeface="ＭＳ Ｐゴシック"/>
              </a:rPr>
              <a:t>社が提供するライブメディア処理のためのオープンソース機械学習ソリューション</a:t>
            </a:r>
            <a:endParaRPr lang="en-US" sz="3200" b="0" u="none" strike="noStrike" dirty="0">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lang="en-US" sz="3200" b="0" u="none" strike="noStrike" dirty="0">
                <a:solidFill>
                  <a:schemeClr val="dk1"/>
                </a:solidFill>
                <a:effectLst/>
                <a:uFillTx/>
                <a:latin typeface="ＭＳ Ｐゴシック"/>
                <a:ea typeface="ＭＳ Ｐゴシック"/>
              </a:rPr>
              <a:t>Hand </a:t>
            </a:r>
            <a:r>
              <a:rPr lang="en-US" sz="3200" b="0" u="none" strike="noStrike" dirty="0" err="1">
                <a:solidFill>
                  <a:schemeClr val="dk1"/>
                </a:solidFill>
                <a:effectLst/>
                <a:uFillTx/>
                <a:latin typeface="ＭＳ Ｐゴシック"/>
                <a:ea typeface="ＭＳ Ｐゴシック"/>
              </a:rPr>
              <a:t>Landmarker</a:t>
            </a:r>
            <a:r>
              <a:rPr lang="ja-JP" sz="3200" b="0" u="none" strike="noStrike" dirty="0">
                <a:solidFill>
                  <a:schemeClr val="dk1"/>
                </a:solidFill>
                <a:effectLst/>
                <a:uFillTx/>
                <a:latin typeface="ＭＳ Ｐゴシック"/>
                <a:ea typeface="ＭＳ Ｐゴシック"/>
              </a:rPr>
              <a:t>は手の位置と</a:t>
            </a:r>
            <a:r>
              <a:rPr lang="en-US" sz="3200" b="0" u="none" strike="noStrike" dirty="0">
                <a:solidFill>
                  <a:schemeClr val="dk1"/>
                </a:solidFill>
                <a:effectLst/>
                <a:uFillTx/>
                <a:latin typeface="ＭＳ Ｐゴシック"/>
                <a:ea typeface="ＭＳ Ｐゴシック"/>
              </a:rPr>
              <a:t>21</a:t>
            </a:r>
            <a:r>
              <a:rPr lang="ja-JP" sz="3200" b="0" u="none" strike="noStrike" dirty="0">
                <a:solidFill>
                  <a:schemeClr val="dk1"/>
                </a:solidFill>
                <a:effectLst/>
                <a:uFillTx/>
                <a:latin typeface="ＭＳ Ｐゴシック"/>
                <a:ea typeface="ＭＳ Ｐゴシック"/>
              </a:rPr>
              <a:t>個のランドマーク</a:t>
            </a:r>
            <a:r>
              <a:rPr lang="en-US" sz="3200" b="0" u="none" strike="noStrike" dirty="0">
                <a:solidFill>
                  <a:schemeClr val="dk1"/>
                </a:solidFill>
                <a:effectLst/>
                <a:uFillTx/>
                <a:latin typeface="ＭＳ Ｐゴシック"/>
                <a:ea typeface="ＭＳ Ｐゴシック"/>
              </a:rPr>
              <a:t>(</a:t>
            </a:r>
            <a:r>
              <a:rPr lang="ja-JP" sz="3200" b="0" u="none" strike="noStrike" dirty="0">
                <a:solidFill>
                  <a:schemeClr val="dk1"/>
                </a:solidFill>
                <a:effectLst/>
                <a:uFillTx/>
                <a:latin typeface="ＭＳ Ｐゴシック"/>
                <a:ea typeface="ＭＳ Ｐゴシック"/>
              </a:rPr>
              <a:t>関節点</a:t>
            </a:r>
            <a:r>
              <a:rPr lang="en-US" sz="3200" b="0" u="none" strike="noStrike" dirty="0">
                <a:solidFill>
                  <a:schemeClr val="dk1"/>
                </a:solidFill>
                <a:effectLst/>
                <a:uFillTx/>
                <a:latin typeface="ＭＳ Ｐゴシック"/>
                <a:ea typeface="ＭＳ Ｐゴシック"/>
              </a:rPr>
              <a:t>)</a:t>
            </a:r>
            <a:r>
              <a:rPr lang="ja-JP" sz="3200" b="0" u="none" strike="noStrike" dirty="0">
                <a:solidFill>
                  <a:schemeClr val="dk1"/>
                </a:solidFill>
                <a:effectLst/>
                <a:uFillTx/>
                <a:latin typeface="ＭＳ Ｐゴシック"/>
                <a:ea typeface="ＭＳ Ｐゴシック"/>
              </a:rPr>
              <a:t>をリアルタイムに推定</a:t>
            </a:r>
            <a:endParaRPr lang="en-US" sz="3200" b="0" u="none" strike="noStrike" dirty="0">
              <a:solidFill>
                <a:srgbClr val="000000"/>
              </a:solidFill>
              <a:effectLst/>
              <a:uFillTx/>
              <a:latin typeface="Arial"/>
            </a:endParaRPr>
          </a:p>
        </p:txBody>
      </p:sp>
      <p:pic>
        <p:nvPicPr>
          <p:cNvPr id="99" name="図 8" descr="歯ブラシを持っている手&#10;&#10;AI 生成コンテンツは誤りを含む可能性があります。"/>
          <p:cNvPicPr/>
          <p:nvPr/>
        </p:nvPicPr>
        <p:blipFill>
          <a:blip r:embed="rId3"/>
          <a:stretch/>
        </p:blipFill>
        <p:spPr>
          <a:xfrm>
            <a:off x="6863040" y="3735000"/>
            <a:ext cx="3980880" cy="2230920"/>
          </a:xfrm>
          <a:prstGeom prst="rect">
            <a:avLst/>
          </a:prstGeom>
          <a:noFill/>
          <a:ln w="0">
            <a:noFill/>
          </a:ln>
        </p:spPr>
      </p:pic>
      <p:pic>
        <p:nvPicPr>
          <p:cNvPr id="100" name="図 10" descr="グラフ&#10;&#10;AI 生成コンテンツは誤りを含む可能性があります。"/>
          <p:cNvPicPr/>
          <p:nvPr/>
        </p:nvPicPr>
        <p:blipFill>
          <a:blip r:embed="rId4"/>
          <a:stretch/>
        </p:blipFill>
        <p:spPr>
          <a:xfrm>
            <a:off x="3444480" y="3713040"/>
            <a:ext cx="2650320" cy="2274840"/>
          </a:xfrm>
          <a:prstGeom prst="rect">
            <a:avLst/>
          </a:prstGeom>
          <a:noFill/>
          <a:ln w="0">
            <a:noFill/>
          </a:ln>
        </p:spPr>
      </p:pic>
      <p:sp>
        <p:nvSpPr>
          <p:cNvPr id="101" name="テキスト ボックス 11"/>
          <p:cNvSpPr/>
          <p:nvPr/>
        </p:nvSpPr>
        <p:spPr>
          <a:xfrm>
            <a:off x="1260000" y="6206040"/>
            <a:ext cx="8819280" cy="41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ja-JP" sz="2100" b="0" u="none" strike="noStrike">
                <a:solidFill>
                  <a:schemeClr val="dk1"/>
                </a:solidFill>
                <a:effectLst/>
                <a:uFillTx/>
                <a:latin typeface="ＭＳ Ｐゴシック"/>
                <a:ea typeface="ＭＳ Ｐゴシック"/>
              </a:rPr>
              <a:t>画像出典：</a:t>
            </a:r>
            <a:r>
              <a:rPr lang="ja-JP" sz="2100" b="0" u="sng" strike="noStrike">
                <a:solidFill>
                  <a:schemeClr val="dk1"/>
                </a:solidFill>
                <a:effectLst/>
                <a:uFillTx/>
                <a:latin typeface="ＭＳ Ｐゴシック"/>
                <a:ea typeface="ＭＳ Ｐゴシック"/>
                <a:hlinkClick r:id="rId5"/>
              </a:rPr>
              <a:t>手のランドマーク検出ガイド </a:t>
            </a:r>
            <a:r>
              <a:rPr lang="en-US" sz="2100" b="0" u="sng" strike="noStrike">
                <a:solidFill>
                  <a:schemeClr val="dk1"/>
                </a:solidFill>
                <a:effectLst/>
                <a:uFillTx/>
                <a:latin typeface="ＭＳ Ｐゴシック"/>
                <a:ea typeface="ＭＳ Ｐゴシック"/>
                <a:hlinkClick r:id="rId5"/>
              </a:rPr>
              <a:t>| Google AI Edge</a:t>
            </a:r>
            <a:endParaRPr lang="en-US" sz="21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dirty="0">
                <a:solidFill>
                  <a:schemeClr val="dk1"/>
                </a:solidFill>
                <a:effectLst/>
                <a:uFillTx/>
                <a:latin typeface="ＭＳ Ｐゴシック"/>
                <a:ea typeface="ＭＳ Ｐゴシック"/>
              </a:rPr>
              <a:t>先行研究の課題</a:t>
            </a:r>
            <a:endParaRPr lang="en-US" sz="4400" b="0" u="none" strike="noStrike" dirty="0">
              <a:solidFill>
                <a:srgbClr val="000000"/>
              </a:solidFill>
              <a:effectLst/>
              <a:uFillTx/>
              <a:latin typeface="Arial"/>
            </a:endParaRPr>
          </a:p>
        </p:txBody>
      </p:sp>
      <p:sp>
        <p:nvSpPr>
          <p:cNvPr id="103" name="PlaceHolder 2"/>
          <p:cNvSpPr>
            <a:spLocks noGrp="1"/>
          </p:cNvSpPr>
          <p:nvPr>
            <p:ph/>
          </p:nvPr>
        </p:nvSpPr>
        <p:spPr>
          <a:xfrm>
            <a:off x="824760" y="1589040"/>
            <a:ext cx="10514520" cy="43502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ja-JP" sz="3200" b="0" u="none" strike="noStrike">
                <a:solidFill>
                  <a:schemeClr val="dk1"/>
                </a:solidFill>
                <a:effectLst/>
                <a:uFillTx/>
                <a:latin typeface="ＭＳ Ｐゴシック"/>
                <a:ea typeface="ＭＳ Ｐゴシック"/>
              </a:rPr>
              <a:t>・</a:t>
            </a:r>
            <a:r>
              <a:rPr lang="en-US" sz="3200" b="0" u="none" strike="noStrike">
                <a:solidFill>
                  <a:schemeClr val="dk1"/>
                </a:solidFill>
                <a:effectLst/>
                <a:uFillTx/>
                <a:latin typeface="ＭＳ Ｐゴシック"/>
                <a:ea typeface="ＭＳ Ｐゴシック"/>
              </a:rPr>
              <a:t>Media Pipe Hand Landmarker</a:t>
            </a:r>
            <a:r>
              <a:rPr lang="ja-JP" sz="3200" b="0" u="none" strike="noStrike">
                <a:solidFill>
                  <a:schemeClr val="dk1"/>
                </a:solidFill>
                <a:effectLst/>
                <a:uFillTx/>
                <a:latin typeface="ＭＳ Ｐゴシック"/>
                <a:ea typeface="ＭＳ Ｐゴシック"/>
              </a:rPr>
              <a:t>単体で三次元座標を推定</a:t>
            </a: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r>
              <a:rPr lang="en-US" sz="3200" b="0" u="none" strike="noStrike">
                <a:solidFill>
                  <a:schemeClr val="dk1"/>
                </a:solidFill>
                <a:effectLst/>
                <a:uFillTx/>
                <a:latin typeface="ＭＳ Ｐゴシック"/>
                <a:ea typeface="ＭＳ Ｐゴシック"/>
              </a:rPr>
              <a:t>→Z</a:t>
            </a:r>
            <a:r>
              <a:rPr lang="ja-JP" sz="3200" b="0" u="none" strike="noStrike">
                <a:solidFill>
                  <a:schemeClr val="dk1"/>
                </a:solidFill>
                <a:effectLst/>
                <a:uFillTx/>
                <a:latin typeface="ＭＳ Ｐゴシック"/>
                <a:ea typeface="ＭＳ Ｐゴシック"/>
              </a:rPr>
              <a:t>軸</a:t>
            </a:r>
            <a:r>
              <a:rPr lang="en-US" sz="3200" b="0" u="none" strike="noStrike">
                <a:solidFill>
                  <a:schemeClr val="dk1"/>
                </a:solidFill>
                <a:effectLst/>
                <a:uFillTx/>
                <a:latin typeface="ＭＳ Ｐゴシック"/>
                <a:ea typeface="ＭＳ Ｐゴシック"/>
              </a:rPr>
              <a:t>(</a:t>
            </a:r>
            <a:r>
              <a:rPr lang="ja-JP" sz="3200" b="0" u="none" strike="noStrike">
                <a:solidFill>
                  <a:schemeClr val="dk1"/>
                </a:solidFill>
                <a:effectLst/>
                <a:uFillTx/>
                <a:latin typeface="ＭＳ Ｐゴシック"/>
                <a:ea typeface="ＭＳ Ｐゴシック"/>
              </a:rPr>
              <a:t>奥行方向</a:t>
            </a:r>
            <a:r>
              <a:rPr lang="en-US" sz="3200" b="0" u="none" strike="noStrike">
                <a:solidFill>
                  <a:schemeClr val="dk1"/>
                </a:solidFill>
                <a:effectLst/>
                <a:uFillTx/>
                <a:latin typeface="ＭＳ Ｐゴシック"/>
                <a:ea typeface="ＭＳ Ｐゴシック"/>
              </a:rPr>
              <a:t>)</a:t>
            </a:r>
            <a:r>
              <a:rPr lang="ja-JP" sz="3200" b="0" u="none" strike="noStrike">
                <a:solidFill>
                  <a:schemeClr val="dk1"/>
                </a:solidFill>
                <a:effectLst/>
                <a:uFillTx/>
                <a:latin typeface="ＭＳ Ｐゴシック"/>
                <a:ea typeface="ＭＳ Ｐゴシック"/>
              </a:rPr>
              <a:t>の精度が悪い</a:t>
            </a:r>
            <a:endParaRPr lang="en-US" sz="3200" b="0" u="none" strike="noStrike">
              <a:solidFill>
                <a:srgbClr val="000000"/>
              </a:solidFill>
              <a:effectLst/>
              <a:uFillTx/>
              <a:latin typeface="Arial"/>
            </a:endParaRPr>
          </a:p>
          <a:p>
            <a:pPr indent="0" defTabSz="914400">
              <a:lnSpc>
                <a:spcPct val="90000"/>
              </a:lnSpc>
              <a:spcBef>
                <a:spcPts val="1001"/>
              </a:spcBef>
              <a:buNone/>
              <a:tabLst>
                <a:tab pos="0" algn="l"/>
              </a:tabLst>
            </a:pPr>
            <a:endParaRPr lang="en-US" sz="2800" b="0" u="none" strike="noStrike">
              <a:solidFill>
                <a:srgbClr val="000000"/>
              </a:solidFill>
              <a:effectLst/>
              <a:uFillTx/>
              <a:latin typeface="Arial"/>
            </a:endParaRPr>
          </a:p>
        </p:txBody>
      </p:sp>
      <p:pic>
        <p:nvPicPr>
          <p:cNvPr id="104" name="図 66"/>
          <p:cNvPicPr/>
          <p:nvPr/>
        </p:nvPicPr>
        <p:blipFill>
          <a:blip r:embed="rId3"/>
          <a:stretch/>
        </p:blipFill>
        <p:spPr>
          <a:xfrm>
            <a:off x="1260000" y="2520000"/>
            <a:ext cx="3179520" cy="2384280"/>
          </a:xfrm>
          <a:prstGeom prst="rect">
            <a:avLst/>
          </a:prstGeom>
          <a:noFill/>
          <a:ln w="0">
            <a:noFill/>
          </a:ln>
        </p:spPr>
      </p:pic>
      <p:sp>
        <p:nvSpPr>
          <p:cNvPr id="105" name="矢印: 右 67"/>
          <p:cNvSpPr/>
          <p:nvPr/>
        </p:nvSpPr>
        <p:spPr>
          <a:xfrm>
            <a:off x="4860000" y="3600000"/>
            <a:ext cx="1619280" cy="359280"/>
          </a:xfrm>
          <a:prstGeom prst="rightArrow">
            <a:avLst>
              <a:gd name="adj1" fmla="val 50000"/>
              <a:gd name="adj2" fmla="val 112500"/>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06" name="図 68"/>
          <p:cNvPicPr/>
          <p:nvPr/>
        </p:nvPicPr>
        <p:blipFill>
          <a:blip r:embed="rId4"/>
          <a:stretch/>
        </p:blipFill>
        <p:spPr>
          <a:xfrm>
            <a:off x="6660000" y="2160000"/>
            <a:ext cx="3959280" cy="2932920"/>
          </a:xfrm>
          <a:prstGeom prst="rect">
            <a:avLst/>
          </a:prstGeom>
          <a:noFill/>
          <a:ln w="0">
            <a:noFill/>
          </a:ln>
        </p:spPr>
      </p:pic>
      <p:sp>
        <p:nvSpPr>
          <p:cNvPr id="107" name="テキスト ボックス 69"/>
          <p:cNvSpPr/>
          <p:nvPr/>
        </p:nvSpPr>
        <p:spPr>
          <a:xfrm>
            <a:off x="2102040" y="5059440"/>
            <a:ext cx="1380240" cy="37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90000"/>
              </a:lnSpc>
              <a:spcBef>
                <a:spcPts val="1001"/>
              </a:spcBef>
              <a:tabLst>
                <a:tab pos="0" algn="l"/>
              </a:tabLst>
            </a:pPr>
            <a:r>
              <a:rPr lang="ja-JP" sz="2100" b="0" u="none" strike="noStrike">
                <a:solidFill>
                  <a:schemeClr val="dk1"/>
                </a:solidFill>
                <a:effectLst/>
                <a:uFillTx/>
                <a:latin typeface="ＭＳ Ｐゴシック"/>
                <a:ea typeface="ＭＳ Ｐゴシック"/>
              </a:rPr>
              <a:t>カメラ映像</a:t>
            </a:r>
            <a:endParaRPr lang="en-US" sz="2100" b="0" u="none" strike="noStrike">
              <a:solidFill>
                <a:srgbClr val="000000"/>
              </a:solidFill>
              <a:effectLst/>
              <a:uFillTx/>
              <a:latin typeface="Arial"/>
            </a:endParaRPr>
          </a:p>
        </p:txBody>
      </p:sp>
      <p:sp>
        <p:nvSpPr>
          <p:cNvPr id="108" name="テキスト ボックス 70"/>
          <p:cNvSpPr/>
          <p:nvPr/>
        </p:nvSpPr>
        <p:spPr>
          <a:xfrm>
            <a:off x="8272440" y="5093640"/>
            <a:ext cx="1380240" cy="41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100" b="0" u="none" strike="noStrike">
                <a:solidFill>
                  <a:schemeClr val="dk1"/>
                </a:solidFill>
                <a:effectLst/>
                <a:uFillTx/>
                <a:latin typeface="ＭＳ Ｐゴシック"/>
                <a:ea typeface="ＭＳ Ｐゴシック"/>
              </a:rPr>
              <a:t>ｘｚ座標</a:t>
            </a:r>
            <a:endParaRPr lang="en-US" sz="2100" b="0" u="none" strike="noStrike">
              <a:solidFill>
                <a:srgbClr val="000000"/>
              </a:solidFill>
              <a:effectLst/>
              <a:uFillTx/>
              <a:latin typeface="Arial"/>
            </a:endParaRPr>
          </a:p>
        </p:txBody>
      </p:sp>
      <p:sp>
        <p:nvSpPr>
          <p:cNvPr id="109" name="テキスト ボックス 71"/>
          <p:cNvSpPr/>
          <p:nvPr/>
        </p:nvSpPr>
        <p:spPr>
          <a:xfrm>
            <a:off x="3420000" y="6120000"/>
            <a:ext cx="11159280" cy="73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100" b="0" u="none" strike="noStrike">
                <a:solidFill>
                  <a:schemeClr val="dk1"/>
                </a:solidFill>
                <a:effectLst/>
                <a:uFillTx/>
                <a:latin typeface="ＭＳ Ｐゴシック"/>
                <a:ea typeface="ＭＳ Ｐゴシック"/>
              </a:rPr>
              <a:t>画像出典：岡崎優斗　”キーボード入力時の手形状検出と指先座標の推定”</a:t>
            </a:r>
            <a:endParaRPr lang="en-US" sz="2100" b="0" u="none" strike="noStrike">
              <a:solidFill>
                <a:srgbClr val="000000"/>
              </a:solidFill>
              <a:effectLst/>
              <a:uFillTx/>
              <a:latin typeface="Arial"/>
            </a:endParaRPr>
          </a:p>
          <a:p>
            <a:pPr defTabSz="914400">
              <a:lnSpc>
                <a:spcPct val="100000"/>
              </a:lnSpc>
            </a:pPr>
            <a:r>
              <a:rPr lang="en-US" sz="2100" b="0" u="none" strike="noStrike">
                <a:solidFill>
                  <a:schemeClr val="dk1"/>
                </a:solidFill>
                <a:effectLst/>
                <a:uFillTx/>
                <a:latin typeface="ＭＳ Ｐゴシック"/>
                <a:ea typeface="ＭＳ Ｐゴシック"/>
              </a:rPr>
              <a:t>	</a:t>
            </a:r>
            <a:r>
              <a:rPr lang="ja-JP" sz="2100" b="0" u="none" strike="noStrike">
                <a:solidFill>
                  <a:schemeClr val="dk1"/>
                </a:solidFill>
                <a:effectLst/>
                <a:uFillTx/>
                <a:latin typeface="ＭＳ Ｐゴシック"/>
                <a:ea typeface="ＭＳ Ｐゴシック"/>
              </a:rPr>
              <a:t>　鈴鹿工業高等専門学校卒業研究論文　</a:t>
            </a:r>
            <a:r>
              <a:rPr lang="en-US" sz="2100" b="0" u="none" strike="noStrike">
                <a:solidFill>
                  <a:schemeClr val="dk1"/>
                </a:solidFill>
                <a:effectLst/>
                <a:uFillTx/>
                <a:latin typeface="ＭＳ Ｐゴシック"/>
                <a:ea typeface="ＭＳ Ｐゴシック"/>
              </a:rPr>
              <a:t>2024 </a:t>
            </a:r>
            <a:r>
              <a:rPr lang="ja-JP" sz="2100" b="0" u="none" strike="noStrike">
                <a:solidFill>
                  <a:schemeClr val="dk1"/>
                </a:solidFill>
                <a:effectLst/>
                <a:uFillTx/>
                <a:latin typeface="ＭＳ Ｐゴシック"/>
                <a:ea typeface="ＭＳ Ｐゴシック"/>
              </a:rPr>
              <a:t>年度</a:t>
            </a:r>
            <a:endParaRPr lang="en-US" sz="21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目的</a:t>
            </a:r>
            <a:endParaRPr lang="en-US" sz="4400" b="0" u="none" strike="noStrike">
              <a:solidFill>
                <a:srgbClr val="000000"/>
              </a:solidFill>
              <a:effectLst/>
              <a:uFillTx/>
              <a:latin typeface="Arial"/>
            </a:endParaRPr>
          </a:p>
        </p:txBody>
      </p:sp>
      <p:sp>
        <p:nvSpPr>
          <p:cNvPr id="111"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a:spcBef>
                <a:spcPts val="1001"/>
              </a:spcBef>
              <a:tabLst>
                <a:tab pos="0" algn="l"/>
              </a:tabLst>
            </a:pPr>
            <a:r>
              <a:rPr lang="ja-JP" altLang="en-US" sz="3200" b="0" u="none" strike="noStrike" dirty="0">
                <a:solidFill>
                  <a:schemeClr val="dk1"/>
                </a:solidFill>
                <a:effectLst/>
                <a:uFillTx/>
                <a:latin typeface="Aptos"/>
              </a:rPr>
              <a:t>・</a:t>
            </a:r>
            <a:r>
              <a:rPr lang="en-US" altLang="ja-JP" sz="3200" b="0" u="none" strike="noStrike" dirty="0" err="1">
                <a:solidFill>
                  <a:schemeClr val="dk1"/>
                </a:solidFill>
                <a:effectLst/>
                <a:uFillTx/>
                <a:latin typeface="Aptos"/>
              </a:rPr>
              <a:t>入力を行う手やキーボードの映像から正しい入力が行われているか判定するシステムを開発する</a:t>
            </a:r>
            <a:r>
              <a:rPr lang="en-US" altLang="ja-JP" sz="3200" b="0" u="none" strike="noStrike" dirty="0">
                <a:solidFill>
                  <a:schemeClr val="dk1"/>
                </a:solidFill>
                <a:effectLst/>
                <a:uFillTx/>
                <a:latin typeface="Aptos"/>
              </a:rPr>
              <a:t>。</a:t>
            </a:r>
            <a:endParaRPr lang="en-US" altLang="ja-JP" sz="3200" dirty="0">
              <a:solidFill>
                <a:srgbClr val="000000"/>
              </a:solidFill>
            </a:endParaRPr>
          </a:p>
          <a:p>
            <a:pPr marL="228600" indent="-228600" defTabSz="914400">
              <a:lnSpc>
                <a:spcPct val="90000"/>
              </a:lnSpc>
              <a:spcBef>
                <a:spcPts val="1001"/>
              </a:spcBef>
              <a:buClr>
                <a:srgbClr val="000000"/>
              </a:buClr>
              <a:buFont typeface="Arial"/>
              <a:buChar char="•"/>
            </a:pPr>
            <a:endParaRPr lang="en-US" altLang="ja-JP" sz="3200" b="0" u="none" strike="noStrike" dirty="0">
              <a:solidFill>
                <a:schemeClr val="dk1"/>
              </a:solidFill>
              <a:effectLst/>
              <a:uFillTx/>
              <a:latin typeface="ＭＳ Ｐゴシック"/>
              <a:ea typeface="ＭＳ Ｐゴシック"/>
            </a:endParaRPr>
          </a:p>
          <a:p>
            <a:pPr defTabSz="914400">
              <a:lnSpc>
                <a:spcPct val="90000"/>
              </a:lnSpc>
              <a:spcBef>
                <a:spcPts val="1001"/>
              </a:spcBef>
              <a:buClr>
                <a:srgbClr val="000000"/>
              </a:buClr>
              <a:tabLst>
                <a:tab pos="0" algn="l"/>
              </a:tabLst>
            </a:pPr>
            <a:r>
              <a:rPr lang="ja-JP" altLang="en-US" sz="3200" b="0" u="none" strike="noStrike" dirty="0">
                <a:solidFill>
                  <a:schemeClr val="dk1"/>
                </a:solidFill>
                <a:effectLst/>
                <a:uFillTx/>
                <a:latin typeface="ＭＳ Ｐゴシック"/>
                <a:ea typeface="ＭＳ Ｐゴシック"/>
              </a:rPr>
              <a:t>・</a:t>
            </a:r>
            <a:r>
              <a:rPr lang="ja-JP" sz="3200" b="0" u="none" strike="noStrike" dirty="0">
                <a:solidFill>
                  <a:schemeClr val="dk1"/>
                </a:solidFill>
                <a:effectLst/>
                <a:uFillTx/>
                <a:latin typeface="ＭＳ Ｐゴシック"/>
                <a:ea typeface="ＭＳ Ｐゴシック"/>
              </a:rPr>
              <a:t>両眼カメラによる三角測量を用いて座標推定の精度改善を図り、</a:t>
            </a:r>
            <a:r>
              <a:rPr lang="ja-JP" altLang="en-US" sz="3200" dirty="0">
                <a:solidFill>
                  <a:schemeClr val="dk1"/>
                </a:solidFill>
                <a:latin typeface="ＭＳ Ｐゴシック"/>
                <a:ea typeface="ＭＳ Ｐゴシック"/>
              </a:rPr>
              <a:t>精度</a:t>
            </a:r>
            <a:r>
              <a:rPr lang="ja-JP" sz="3200" b="0" u="none" strike="noStrike" dirty="0">
                <a:solidFill>
                  <a:schemeClr val="dk1"/>
                </a:solidFill>
                <a:effectLst/>
                <a:uFillTx/>
                <a:latin typeface="ＭＳ Ｐゴシック"/>
                <a:ea typeface="ＭＳ Ｐゴシック"/>
              </a:rPr>
              <a:t>を評価する。</a:t>
            </a:r>
            <a:endParaRPr lang="en-US" sz="32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altLang="en-US" sz="4400" b="0" u="none" strike="noStrike" dirty="0">
                <a:solidFill>
                  <a:schemeClr val="dk1"/>
                </a:solidFill>
                <a:effectLst/>
                <a:uFillTx/>
                <a:latin typeface="ＭＳ Ｐゴシック"/>
                <a:ea typeface="ＭＳ Ｐゴシック"/>
              </a:rPr>
              <a:t>座標推定</a:t>
            </a:r>
            <a:r>
              <a:rPr lang="ja-JP" sz="4400" b="0" u="none" strike="noStrike" dirty="0">
                <a:solidFill>
                  <a:schemeClr val="dk1"/>
                </a:solidFill>
                <a:effectLst/>
                <a:uFillTx/>
                <a:latin typeface="ＭＳ Ｐゴシック"/>
                <a:ea typeface="ＭＳ Ｐゴシック"/>
              </a:rPr>
              <a:t>概要</a:t>
            </a:r>
            <a:endParaRPr lang="en-US" sz="4400" b="0" u="none" strike="noStrike" dirty="0">
              <a:solidFill>
                <a:srgbClr val="000000"/>
              </a:solidFill>
              <a:effectLst/>
              <a:uFillTx/>
              <a:latin typeface="Arial"/>
            </a:endParaRPr>
          </a:p>
        </p:txBody>
      </p:sp>
      <p:sp>
        <p:nvSpPr>
          <p:cNvPr id="113" name="PlaceHolder 2"/>
          <p:cNvSpPr>
            <a:spLocks noGrp="1"/>
          </p:cNvSpPr>
          <p:nvPr>
            <p:ph/>
          </p:nvPr>
        </p:nvSpPr>
        <p:spPr>
          <a:xfrm>
            <a:off x="690090" y="3988785"/>
            <a:ext cx="10514520" cy="435024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3200" b="0" u="none" strike="noStrike" dirty="0">
                <a:solidFill>
                  <a:schemeClr val="dk1"/>
                </a:solidFill>
                <a:effectLst/>
                <a:uFillTx/>
                <a:latin typeface="ＭＳ Ｐゴシック"/>
                <a:ea typeface="ＭＳ Ｐゴシック"/>
              </a:rPr>
              <a:t>①2</a:t>
            </a:r>
            <a:r>
              <a:rPr lang="ja-JP" sz="3200" b="0" u="none" strike="noStrike" dirty="0">
                <a:solidFill>
                  <a:schemeClr val="dk1"/>
                </a:solidFill>
                <a:effectLst/>
                <a:uFillTx/>
                <a:latin typeface="ＭＳ Ｐゴシック"/>
                <a:ea typeface="ＭＳ Ｐゴシック"/>
              </a:rPr>
              <a:t>台の</a:t>
            </a:r>
            <a:r>
              <a:rPr lang="en-US" sz="3200" b="0" u="none" strike="noStrike" dirty="0">
                <a:solidFill>
                  <a:schemeClr val="dk1"/>
                </a:solidFill>
                <a:effectLst/>
                <a:uFillTx/>
                <a:latin typeface="ＭＳ Ｐゴシック"/>
                <a:ea typeface="ＭＳ Ｐゴシック"/>
              </a:rPr>
              <a:t>Web</a:t>
            </a:r>
            <a:r>
              <a:rPr lang="ja-JP" sz="3200" b="0" u="none" strike="noStrike" dirty="0">
                <a:solidFill>
                  <a:schemeClr val="dk1"/>
                </a:solidFill>
                <a:effectLst/>
                <a:uFillTx/>
                <a:latin typeface="ＭＳ Ｐゴシック"/>
                <a:ea typeface="ＭＳ Ｐゴシック"/>
              </a:rPr>
              <a:t>カメラから映像を取得</a:t>
            </a:r>
            <a:endParaRPr lang="en-US" sz="32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en-US" sz="3200" b="0" u="none" strike="noStrike" dirty="0">
                <a:solidFill>
                  <a:schemeClr val="dk1"/>
                </a:solidFill>
                <a:effectLst/>
                <a:uFillTx/>
                <a:latin typeface="ＭＳ Ｐゴシック"/>
                <a:ea typeface="ＭＳ Ｐゴシック"/>
              </a:rPr>
              <a:t>②</a:t>
            </a:r>
            <a:r>
              <a:rPr lang="en-US" sz="3200" b="0" u="none" strike="noStrike" dirty="0" err="1">
                <a:solidFill>
                  <a:schemeClr val="dk1"/>
                </a:solidFill>
                <a:effectLst/>
                <a:uFillTx/>
                <a:latin typeface="ＭＳ Ｐゴシック"/>
                <a:ea typeface="ＭＳ Ｐゴシック"/>
              </a:rPr>
              <a:t>MediaPipe</a:t>
            </a:r>
            <a:r>
              <a:rPr lang="en-US" sz="3200" b="0" u="none" strike="noStrike" dirty="0">
                <a:solidFill>
                  <a:schemeClr val="dk1"/>
                </a:solidFill>
                <a:effectLst/>
                <a:uFillTx/>
                <a:latin typeface="ＭＳ Ｐゴシック"/>
                <a:ea typeface="ＭＳ Ｐゴシック"/>
              </a:rPr>
              <a:t> Hand </a:t>
            </a:r>
            <a:r>
              <a:rPr lang="en-US" sz="3200" b="0" u="none" strike="noStrike" dirty="0" err="1">
                <a:solidFill>
                  <a:schemeClr val="dk1"/>
                </a:solidFill>
                <a:effectLst/>
                <a:uFillTx/>
                <a:latin typeface="ＭＳ Ｐゴシック"/>
                <a:ea typeface="ＭＳ Ｐゴシック"/>
              </a:rPr>
              <a:t>Landmarker</a:t>
            </a:r>
            <a:r>
              <a:rPr lang="ja-JP" sz="3200" b="0" u="none" strike="noStrike" dirty="0">
                <a:solidFill>
                  <a:schemeClr val="dk1"/>
                </a:solidFill>
                <a:effectLst/>
                <a:uFillTx/>
                <a:latin typeface="ＭＳ Ｐゴシック"/>
                <a:ea typeface="ＭＳ Ｐゴシック"/>
              </a:rPr>
              <a:t>によりそれぞれの</a:t>
            </a:r>
            <a:r>
              <a:rPr lang="ja-JP" altLang="en-US" sz="3200" dirty="0">
                <a:solidFill>
                  <a:schemeClr val="dk1"/>
                </a:solidFill>
                <a:latin typeface="ＭＳ Ｐゴシック"/>
                <a:ea typeface="ＭＳ Ｐゴシック"/>
              </a:rPr>
              <a:t>手</a:t>
            </a:r>
            <a:r>
              <a:rPr lang="ja-JP" altLang="en-US" sz="3200" b="0" u="none" strike="noStrike" dirty="0">
                <a:solidFill>
                  <a:schemeClr val="dk1"/>
                </a:solidFill>
                <a:effectLst/>
                <a:uFillTx/>
                <a:latin typeface="ＭＳ Ｐゴシック"/>
                <a:ea typeface="ＭＳ Ｐゴシック"/>
              </a:rPr>
              <a:t>の</a:t>
            </a:r>
            <a:r>
              <a:rPr lang="ja-JP" sz="3200" b="0" u="none" strike="noStrike" dirty="0">
                <a:solidFill>
                  <a:schemeClr val="dk1"/>
                </a:solidFill>
                <a:effectLst/>
                <a:uFillTx/>
                <a:latin typeface="ＭＳ Ｐゴシック"/>
                <a:ea typeface="ＭＳ Ｐゴシック"/>
              </a:rPr>
              <a:t>二次元座標を推定</a:t>
            </a:r>
            <a:endParaRPr lang="en-US" sz="32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en-US" sz="3200" b="0" u="none" strike="noStrike" dirty="0">
                <a:solidFill>
                  <a:schemeClr val="dk1"/>
                </a:solidFill>
                <a:effectLst/>
                <a:uFillTx/>
                <a:latin typeface="ＭＳ Ｐゴシック"/>
                <a:ea typeface="ＭＳ Ｐゴシック"/>
              </a:rPr>
              <a:t>③OpenCV</a:t>
            </a:r>
            <a:r>
              <a:rPr lang="ja-JP" sz="3200" b="0" u="none" strike="noStrike" dirty="0">
                <a:solidFill>
                  <a:schemeClr val="dk1"/>
                </a:solidFill>
                <a:effectLst/>
                <a:uFillTx/>
                <a:latin typeface="ＭＳ Ｐゴシック"/>
                <a:ea typeface="ＭＳ Ｐゴシック"/>
              </a:rPr>
              <a:t>の関数を用いて三角測量を行い三次元座標を推定する</a:t>
            </a:r>
            <a:endParaRPr lang="en-US" sz="3200" b="0" u="none" strike="noStrike" dirty="0">
              <a:solidFill>
                <a:srgbClr val="000000"/>
              </a:solidFill>
              <a:effectLst/>
              <a:uFillTx/>
              <a:latin typeface="Arial"/>
            </a:endParaRPr>
          </a:p>
        </p:txBody>
      </p:sp>
      <p:pic>
        <p:nvPicPr>
          <p:cNvPr id="114" name="図 16" descr="ダイアグラム&#10;&#10;AI 生成コンテンツは誤りを含む可能性があります。"/>
          <p:cNvPicPr/>
          <p:nvPr/>
        </p:nvPicPr>
        <p:blipFill>
          <a:blip r:embed="rId3"/>
          <a:stretch/>
        </p:blipFill>
        <p:spPr>
          <a:xfrm>
            <a:off x="3554610" y="1551960"/>
            <a:ext cx="4785480" cy="2240640"/>
          </a:xfrm>
          <a:prstGeom prst="rect">
            <a:avLst/>
          </a:prstGeom>
          <a:noFill/>
          <a:ln w="0">
            <a:noFill/>
          </a:ln>
        </p:spPr>
      </p:pic>
      <p:sp>
        <p:nvSpPr>
          <p:cNvPr id="115" name="正方形/長方形 17"/>
          <p:cNvSpPr/>
          <p:nvPr/>
        </p:nvSpPr>
        <p:spPr>
          <a:xfrm>
            <a:off x="3613320" y="1451693"/>
            <a:ext cx="4964040" cy="2439000"/>
          </a:xfrm>
          <a:prstGeom prst="rect">
            <a:avLst/>
          </a:prstGeom>
          <a:noFill/>
          <a:ln w="936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dk1"/>
              </a:solidFill>
              <a:effectLst/>
              <a:uFillTx/>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キャリブレーション</a:t>
            </a:r>
            <a:endParaRPr lang="en-US" sz="4400" b="0" u="none" strike="noStrike">
              <a:solidFill>
                <a:srgbClr val="000000"/>
              </a:solidFill>
              <a:effectLst/>
              <a:uFillTx/>
              <a:latin typeface="Arial"/>
            </a:endParaRPr>
          </a:p>
        </p:txBody>
      </p:sp>
      <p:pic>
        <p:nvPicPr>
          <p:cNvPr id="117" name="図 97"/>
          <p:cNvPicPr/>
          <p:nvPr/>
        </p:nvPicPr>
        <p:blipFill>
          <a:blip r:embed="rId3"/>
          <a:stretch/>
        </p:blipFill>
        <p:spPr>
          <a:xfrm>
            <a:off x="6415200" y="3060000"/>
            <a:ext cx="4384080" cy="3239280"/>
          </a:xfrm>
          <a:prstGeom prst="rect">
            <a:avLst/>
          </a:prstGeom>
          <a:noFill/>
          <a:ln w="0">
            <a:noFill/>
          </a:ln>
        </p:spPr>
      </p:pic>
      <p:sp>
        <p:nvSpPr>
          <p:cNvPr id="118" name="テキスト ボックス 98"/>
          <p:cNvSpPr/>
          <p:nvPr/>
        </p:nvSpPr>
        <p:spPr>
          <a:xfrm>
            <a:off x="720360" y="4140000"/>
            <a:ext cx="5219280" cy="155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3200" b="0" u="none" strike="noStrike" dirty="0">
                <a:solidFill>
                  <a:schemeClr val="dk1"/>
                </a:solidFill>
                <a:effectLst/>
                <a:uFillTx/>
                <a:latin typeface="ＭＳ Ｐゴシック"/>
                <a:ea typeface="ＭＳ Ｐゴシック"/>
              </a:rPr>
              <a:t>チェスボードを様々な視点で撮影し、コーナー座標を検出</a:t>
            </a:r>
            <a:endParaRPr lang="en-US" sz="3200" b="0" u="none" strike="noStrike" dirty="0">
              <a:solidFill>
                <a:srgbClr val="000000"/>
              </a:solidFill>
              <a:effectLst/>
              <a:uFillTx/>
              <a:latin typeface="Arial"/>
            </a:endParaRPr>
          </a:p>
          <a:p>
            <a:pPr defTabSz="914400">
              <a:lnSpc>
                <a:spcPct val="100000"/>
              </a:lnSpc>
            </a:pPr>
            <a:r>
              <a:rPr lang="ja-JP" sz="3200" b="0" u="none" strike="noStrike" dirty="0">
                <a:solidFill>
                  <a:schemeClr val="dk1"/>
                </a:solidFill>
                <a:effectLst/>
                <a:uFillTx/>
                <a:latin typeface="ＭＳ Ｐゴシック"/>
                <a:ea typeface="ＭＳ Ｐゴシック"/>
              </a:rPr>
              <a:t>キャリブレーションに用いる</a:t>
            </a:r>
            <a:endParaRPr lang="en-US" sz="3200" b="0" u="none" strike="noStrike" dirty="0">
              <a:solidFill>
                <a:srgbClr val="000000"/>
              </a:solidFill>
              <a:effectLst/>
              <a:uFillTx/>
              <a:latin typeface="Arial"/>
            </a:endParaRPr>
          </a:p>
        </p:txBody>
      </p:sp>
      <p:sp>
        <p:nvSpPr>
          <p:cNvPr id="119" name="正方形/長方形 118"/>
          <p:cNvSpPr/>
          <p:nvPr/>
        </p:nvSpPr>
        <p:spPr>
          <a:xfrm>
            <a:off x="349920" y="1673640"/>
            <a:ext cx="12011760" cy="1553760"/>
          </a:xfrm>
          <a:prstGeom prst="rect">
            <a:avLst/>
          </a:prstGeom>
          <a:noFill/>
          <a:ln w="360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ja-JP" sz="3200" b="0" u="none" strike="noStrike">
                <a:solidFill>
                  <a:schemeClr val="dk1"/>
                </a:solidFill>
                <a:effectLst/>
                <a:uFillTx/>
                <a:latin typeface="ＭＳ Ｐゴシック"/>
                <a:ea typeface="ＭＳ Ｐゴシック"/>
              </a:rPr>
              <a:t>・内部パラメータ</a:t>
            </a:r>
            <a:r>
              <a:rPr lang="en-US" sz="3200" b="0" u="none" strike="noStrike">
                <a:solidFill>
                  <a:schemeClr val="dk1"/>
                </a:solidFill>
                <a:effectLst/>
                <a:uFillTx/>
                <a:latin typeface="ＭＳ Ｐゴシック"/>
                <a:ea typeface="ＭＳ Ｐゴシック"/>
              </a:rPr>
              <a:t>(</a:t>
            </a:r>
            <a:r>
              <a:rPr lang="ja-JP" sz="3200" b="0" u="none" strike="noStrike">
                <a:solidFill>
                  <a:schemeClr val="dk1"/>
                </a:solidFill>
                <a:effectLst/>
                <a:uFillTx/>
                <a:latin typeface="ＭＳ Ｐゴシック"/>
                <a:ea typeface="ＭＳ Ｐゴシック"/>
              </a:rPr>
              <a:t>レンズの歪み等の補正</a:t>
            </a:r>
            <a:r>
              <a:rPr lang="en-US" sz="3200" b="0" u="none" strike="noStrike">
                <a:solidFill>
                  <a:schemeClr val="dk1"/>
                </a:solidFill>
                <a:effectLst/>
                <a:uFillTx/>
                <a:latin typeface="ＭＳ Ｐゴシック"/>
                <a:ea typeface="ＭＳ Ｐゴシック"/>
              </a:rPr>
              <a:t>) → </a:t>
            </a:r>
            <a:r>
              <a:rPr lang="ja-JP" sz="3200" b="0" u="none" strike="noStrike">
                <a:solidFill>
                  <a:schemeClr val="dk1"/>
                </a:solidFill>
                <a:effectLst/>
                <a:uFillTx/>
                <a:latin typeface="ＭＳ Ｐゴシック"/>
                <a:ea typeface="ＭＳ Ｐゴシック"/>
              </a:rPr>
              <a:t>カメラキャリブレーション</a:t>
            </a:r>
            <a:endParaRPr lang="en-US" sz="3200" b="0" u="none" strike="noStrike">
              <a:solidFill>
                <a:srgbClr val="000000"/>
              </a:solidFill>
              <a:effectLst/>
              <a:uFillTx/>
              <a:latin typeface="Arial"/>
            </a:endParaRPr>
          </a:p>
          <a:p>
            <a:pPr>
              <a:lnSpc>
                <a:spcPct val="100000"/>
              </a:lnSpc>
            </a:pPr>
            <a:r>
              <a:rPr lang="ja-JP" sz="3200" b="0" u="none" strike="noStrike">
                <a:solidFill>
                  <a:schemeClr val="dk1"/>
                </a:solidFill>
                <a:effectLst/>
                <a:uFillTx/>
                <a:latin typeface="ＭＳ Ｐゴシック"/>
                <a:ea typeface="ＭＳ Ｐゴシック"/>
              </a:rPr>
              <a:t>・外部パラメータ</a:t>
            </a:r>
            <a:r>
              <a:rPr lang="en-US" sz="3200" b="0" u="none" strike="noStrike">
                <a:solidFill>
                  <a:schemeClr val="dk1"/>
                </a:solidFill>
                <a:effectLst/>
                <a:uFillTx/>
                <a:latin typeface="ＭＳ Ｐゴシック"/>
                <a:ea typeface="ＭＳ Ｐゴシック"/>
              </a:rPr>
              <a:t>(</a:t>
            </a:r>
            <a:r>
              <a:rPr lang="ja-JP" sz="3200" b="0" u="none" strike="noStrike">
                <a:solidFill>
                  <a:schemeClr val="dk1"/>
                </a:solidFill>
                <a:effectLst/>
                <a:uFillTx/>
                <a:latin typeface="ＭＳ Ｐゴシック"/>
                <a:ea typeface="ＭＳ Ｐゴシック"/>
              </a:rPr>
              <a:t>カメラ間の位置関係</a:t>
            </a:r>
            <a:r>
              <a:rPr lang="en-US" sz="3200" b="0" u="none" strike="noStrike">
                <a:solidFill>
                  <a:schemeClr val="dk1"/>
                </a:solidFill>
                <a:effectLst/>
                <a:uFillTx/>
                <a:latin typeface="ＭＳ Ｐゴシック"/>
                <a:ea typeface="ＭＳ Ｐゴシック"/>
              </a:rPr>
              <a:t>) → </a:t>
            </a:r>
            <a:r>
              <a:rPr lang="ja-JP" sz="3200" b="0" u="none" strike="noStrike">
                <a:solidFill>
                  <a:schemeClr val="dk1"/>
                </a:solidFill>
                <a:effectLst/>
                <a:uFillTx/>
                <a:latin typeface="ＭＳ Ｐゴシック"/>
                <a:ea typeface="ＭＳ Ｐゴシック"/>
              </a:rPr>
              <a:t>ステレオキャリブレーション</a:t>
            </a:r>
            <a:endParaRPr lang="en-US" sz="3200" b="0" u="none" strike="noStrike">
              <a:solidFill>
                <a:srgbClr val="000000"/>
              </a:solidFill>
              <a:effectLst/>
              <a:uFillTx/>
              <a:latin typeface="Arial"/>
            </a:endParaRPr>
          </a:p>
          <a:p>
            <a:pPr>
              <a:lnSpc>
                <a:spcPct val="100000"/>
              </a:lnSpc>
            </a:pPr>
            <a:r>
              <a:rPr lang="ja-JP" sz="3200" b="0" u="none" strike="noStrike">
                <a:solidFill>
                  <a:schemeClr val="dk1"/>
                </a:solidFill>
                <a:effectLst/>
                <a:uFillTx/>
                <a:latin typeface="ＭＳ Ｐゴシック"/>
                <a:ea typeface="ＭＳ Ｐゴシック"/>
              </a:rPr>
              <a:t>でそれぞれ計算　</a:t>
            </a:r>
            <a:endParaRPr lang="en-US" sz="3200" b="0" u="none" strike="noStrike">
              <a:solidFill>
                <a:srgbClr val="000000"/>
              </a:solidFill>
              <a:effectLst/>
              <a:uFillTx/>
              <a:latin typeface="Arial"/>
            </a:endParaRPr>
          </a:p>
        </p:txBody>
      </p:sp>
      <p:sp>
        <p:nvSpPr>
          <p:cNvPr id="120" name="正方形/長方形 119"/>
          <p:cNvSpPr/>
          <p:nvPr/>
        </p:nvSpPr>
        <p:spPr>
          <a:xfrm>
            <a:off x="540000" y="3461400"/>
            <a:ext cx="3097621" cy="583321"/>
          </a:xfrm>
          <a:prstGeom prst="rect">
            <a:avLst/>
          </a:prstGeom>
          <a:noFill/>
          <a:ln w="3600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ja-JP" sz="3200" b="0" u="none" strike="noStrike" dirty="0">
                <a:solidFill>
                  <a:srgbClr val="000000"/>
                </a:solidFill>
                <a:effectLst/>
                <a:uFillTx/>
                <a:latin typeface="Arial"/>
              </a:rPr>
              <a:t>・</a:t>
            </a:r>
            <a:r>
              <a:rPr lang="en-US" sz="3200" b="0" u="none" strike="noStrike" dirty="0">
                <a:solidFill>
                  <a:srgbClr val="000000"/>
                </a:solidFill>
                <a:effectLst/>
                <a:uFillTx/>
                <a:latin typeface="Arial"/>
              </a:rPr>
              <a:t>Zhang</a:t>
            </a:r>
            <a:r>
              <a:rPr lang="ja-JP" sz="3200" b="0" u="none" strike="noStrike" dirty="0">
                <a:solidFill>
                  <a:srgbClr val="000000"/>
                </a:solidFill>
                <a:effectLst/>
                <a:uFillTx/>
                <a:latin typeface="Arial"/>
              </a:rPr>
              <a:t>の方法</a:t>
            </a:r>
            <a:endParaRPr lang="en-US" sz="32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射影行列</a:t>
            </a:r>
            <a:r>
              <a:rPr lang="en-US" sz="4400" b="0" u="none" strike="noStrike">
                <a:solidFill>
                  <a:schemeClr val="dk1"/>
                </a:solidFill>
                <a:effectLst/>
                <a:uFillTx/>
                <a:latin typeface="ＭＳ Ｐゴシック"/>
                <a:ea typeface="ＭＳ Ｐゴシック"/>
              </a:rPr>
              <a:t>P</a:t>
            </a:r>
            <a:endParaRPr lang="en-US" sz="4400" b="0" u="none" strike="noStrike">
              <a:solidFill>
                <a:srgbClr val="000000"/>
              </a:solidFill>
              <a:effectLst/>
              <a:uFillTx/>
              <a:latin typeface="Arial"/>
            </a:endParaRPr>
          </a:p>
        </p:txBody>
      </p:sp>
      <p:sp>
        <p:nvSpPr>
          <p:cNvPr id="122" name="テキスト ボックス 87"/>
          <p:cNvSpPr/>
          <p:nvPr/>
        </p:nvSpPr>
        <p:spPr>
          <a:xfrm>
            <a:off x="1080000" y="3079800"/>
            <a:ext cx="2747880" cy="69984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
        <p:nvSpPr>
          <p:cNvPr id="123" name="テキスト ボックス 94"/>
          <p:cNvSpPr/>
          <p:nvPr/>
        </p:nvSpPr>
        <p:spPr>
          <a:xfrm>
            <a:off x="1080000" y="1620000"/>
            <a:ext cx="10619280" cy="106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3200" b="0" u="none" strike="noStrike" dirty="0">
                <a:solidFill>
                  <a:schemeClr val="dk1"/>
                </a:solidFill>
                <a:effectLst/>
                <a:uFillTx/>
                <a:latin typeface="ＭＳ Ｐゴシック"/>
                <a:ea typeface="ＭＳ Ｐゴシック"/>
              </a:rPr>
              <a:t>・世界座標系から画像座標系への変換</a:t>
            </a:r>
            <a:endParaRPr lang="en-US" altLang="ja-JP" sz="3200" b="0" u="none" strike="noStrike" dirty="0">
              <a:solidFill>
                <a:schemeClr val="dk1"/>
              </a:solidFill>
              <a:effectLst/>
              <a:uFillTx/>
              <a:latin typeface="ＭＳ Ｐゴシック"/>
              <a:ea typeface="ＭＳ Ｐゴシック"/>
            </a:endParaRPr>
          </a:p>
          <a:p>
            <a:pPr defTabSz="914400">
              <a:lnSpc>
                <a:spcPct val="100000"/>
              </a:lnSpc>
            </a:pPr>
            <a:r>
              <a:rPr lang="ja-JP" sz="3200" b="0" u="none" strike="noStrike" dirty="0">
                <a:solidFill>
                  <a:schemeClr val="dk1"/>
                </a:solidFill>
                <a:effectLst/>
                <a:uFillTx/>
                <a:latin typeface="ＭＳ Ｐゴシック"/>
                <a:ea typeface="ＭＳ Ｐゴシック"/>
              </a:rPr>
              <a:t>　次の式で表される。</a:t>
            </a:r>
            <a:endParaRPr lang="en-US" sz="3200" b="0" u="none" strike="noStrike" dirty="0">
              <a:solidFill>
                <a:srgbClr val="000000"/>
              </a:solidFill>
              <a:effectLst/>
              <a:uFillTx/>
              <a:latin typeface="Arial"/>
            </a:endParaRPr>
          </a:p>
        </p:txBody>
      </p:sp>
      <p:sp>
        <p:nvSpPr>
          <p:cNvPr id="124" name="フリーフォーム: 図形 123"/>
          <p:cNvSpPr/>
          <p:nvPr/>
        </p:nvSpPr>
        <p:spPr>
          <a:xfrm>
            <a:off x="6743520" y="4837320"/>
            <a:ext cx="359280" cy="1154880"/>
          </a:xfrm>
          <a:custGeom>
            <a:avLst/>
            <a:gdLst>
              <a:gd name="textAreaLeft" fmla="*/ 0 w 359280"/>
              <a:gd name="textAreaRight" fmla="*/ 129960 w 359280"/>
              <a:gd name="textAreaTop" fmla="*/ 29880 h 1154880"/>
              <a:gd name="textAreaBottom" fmla="*/ 1125360 h 115488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3600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125" name="テキスト ボックス 1"/>
          <p:cNvSpPr/>
          <p:nvPr/>
        </p:nvSpPr>
        <p:spPr>
          <a:xfrm>
            <a:off x="7103160" y="4954680"/>
            <a:ext cx="10619280" cy="94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800" b="0" u="none" strike="noStrike">
                <a:solidFill>
                  <a:schemeClr val="dk1"/>
                </a:solidFill>
                <a:effectLst/>
                <a:uFillTx/>
                <a:latin typeface="ＭＳ Ｐゴシック"/>
                <a:ea typeface="ＭＳ Ｐゴシック"/>
              </a:rPr>
              <a:t>外部パラメータ</a:t>
            </a:r>
            <a:endParaRPr lang="en-US" sz="2800" b="0" u="none" strike="noStrike">
              <a:solidFill>
                <a:srgbClr val="000000"/>
              </a:solidFill>
              <a:effectLst/>
              <a:uFillTx/>
              <a:latin typeface="Arial"/>
            </a:endParaRPr>
          </a:p>
          <a:p>
            <a:pPr defTabSz="914400">
              <a:lnSpc>
                <a:spcPct val="100000"/>
              </a:lnSpc>
            </a:pPr>
            <a:r>
              <a:rPr lang="ja-JP" sz="2800" b="0" u="none" strike="noStrike">
                <a:solidFill>
                  <a:schemeClr val="dk1"/>
                </a:solidFill>
                <a:effectLst/>
                <a:uFillTx/>
                <a:latin typeface="ＭＳ Ｐゴシック"/>
                <a:ea typeface="ＭＳ Ｐゴシック"/>
              </a:rPr>
              <a:t>カメラ間の位置関係</a:t>
            </a:r>
            <a:endParaRPr lang="en-US" sz="2800" b="0" u="none" strike="noStrike">
              <a:solidFill>
                <a:srgbClr val="000000"/>
              </a:solidFill>
              <a:effectLst/>
              <a:uFillTx/>
              <a:latin typeface="Arial"/>
            </a:endParaRPr>
          </a:p>
        </p:txBody>
      </p:sp>
      <p:sp>
        <p:nvSpPr>
          <p:cNvPr id="126" name="正方形/長方形 125"/>
          <p:cNvSpPr/>
          <p:nvPr/>
        </p:nvSpPr>
        <p:spPr>
          <a:xfrm>
            <a:off x="1163880" y="4860000"/>
            <a:ext cx="4955400" cy="517320"/>
          </a:xfrm>
          <a:prstGeom prst="rect">
            <a:avLst/>
          </a:prstGeom>
          <a:noFill/>
          <a:ln w="360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0" u="none" strike="noStrike">
                <a:solidFill>
                  <a:schemeClr val="dk1"/>
                </a:solidFill>
                <a:effectLst/>
                <a:uFillTx/>
                <a:latin typeface="ＭＳ Ｐゴシック"/>
                <a:ea typeface="ＭＳ Ｐゴシック"/>
              </a:rPr>
              <a:t>R: </a:t>
            </a:r>
            <a:r>
              <a:rPr lang="ja-JP" sz="2800" b="0" u="none" strike="noStrike">
                <a:solidFill>
                  <a:schemeClr val="dk1"/>
                </a:solidFill>
                <a:effectLst/>
                <a:uFillTx/>
                <a:latin typeface="ＭＳ Ｐゴシック"/>
                <a:ea typeface="ＭＳ Ｐゴシック"/>
              </a:rPr>
              <a:t>回転行列、カメラの姿勢</a:t>
            </a:r>
            <a:endParaRPr lang="en-US" sz="2800" b="0" u="none" strike="noStrike">
              <a:solidFill>
                <a:srgbClr val="000000"/>
              </a:solidFill>
              <a:effectLst/>
              <a:uFillTx/>
              <a:latin typeface="Arial"/>
            </a:endParaRPr>
          </a:p>
        </p:txBody>
      </p:sp>
      <p:sp>
        <p:nvSpPr>
          <p:cNvPr id="127" name="正方形/長方形 126"/>
          <p:cNvSpPr/>
          <p:nvPr/>
        </p:nvSpPr>
        <p:spPr>
          <a:xfrm>
            <a:off x="1260000" y="5400000"/>
            <a:ext cx="5060160" cy="517320"/>
          </a:xfrm>
          <a:prstGeom prst="rect">
            <a:avLst/>
          </a:prstGeom>
          <a:noFill/>
          <a:ln w="360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ja-JP" sz="2800" b="0" u="none" strike="noStrike">
                <a:solidFill>
                  <a:schemeClr val="dk1"/>
                </a:solidFill>
                <a:effectLst/>
                <a:uFillTx/>
                <a:latin typeface="ＭＳ Ｐゴシック"/>
                <a:ea typeface="ＭＳ Ｐゴシック"/>
              </a:rPr>
              <a:t>ｔ</a:t>
            </a:r>
            <a:r>
              <a:rPr lang="en-US" sz="2800" b="0" u="none" strike="noStrike">
                <a:solidFill>
                  <a:schemeClr val="dk1"/>
                </a:solidFill>
                <a:effectLst/>
                <a:uFillTx/>
                <a:latin typeface="ＭＳ Ｐゴシック"/>
                <a:ea typeface="ＭＳ Ｐゴシック"/>
              </a:rPr>
              <a:t>: </a:t>
            </a:r>
            <a:r>
              <a:rPr lang="ja-JP" sz="2800" b="0" u="none" strike="noStrike">
                <a:solidFill>
                  <a:schemeClr val="dk1"/>
                </a:solidFill>
                <a:effectLst/>
                <a:uFillTx/>
                <a:latin typeface="ＭＳ Ｐゴシック"/>
                <a:ea typeface="ＭＳ Ｐゴシック"/>
              </a:rPr>
              <a:t>並進ベクトル、カメラの位置   </a:t>
            </a:r>
            <a:endParaRPr lang="en-US" sz="2800" b="0" u="none" strike="noStrike">
              <a:solidFill>
                <a:srgbClr val="000000"/>
              </a:solidFill>
              <a:effectLst/>
              <a:uFillTx/>
              <a:latin typeface="Arial"/>
            </a:endParaRPr>
          </a:p>
        </p:txBody>
      </p:sp>
      <p:sp>
        <p:nvSpPr>
          <p:cNvPr id="128" name="正方形/長方形 127"/>
          <p:cNvSpPr/>
          <p:nvPr/>
        </p:nvSpPr>
        <p:spPr>
          <a:xfrm>
            <a:off x="1163880" y="4320000"/>
            <a:ext cx="6479640" cy="517320"/>
          </a:xfrm>
          <a:prstGeom prst="rect">
            <a:avLst/>
          </a:prstGeom>
          <a:noFill/>
          <a:ln w="360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0" u="none" strike="noStrike">
                <a:solidFill>
                  <a:schemeClr val="dk1"/>
                </a:solidFill>
                <a:effectLst/>
                <a:uFillTx/>
                <a:latin typeface="ＭＳ Ｐゴシック"/>
                <a:ea typeface="ＭＳ Ｐゴシック"/>
              </a:rPr>
              <a:t>K: </a:t>
            </a:r>
            <a:r>
              <a:rPr lang="ja-JP" sz="2800" b="0" u="none" strike="noStrike">
                <a:solidFill>
                  <a:schemeClr val="dk1"/>
                </a:solidFill>
                <a:effectLst/>
                <a:uFillTx/>
                <a:latin typeface="ＭＳ Ｐゴシック"/>
                <a:ea typeface="ＭＳ Ｐゴシック"/>
              </a:rPr>
              <a:t>内部パラメータ、レンズの歪み等の補正</a:t>
            </a:r>
            <a:endParaRPr lang="en-US" sz="2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24760" y="2948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三角測量</a:t>
            </a:r>
            <a:endParaRPr lang="en-US" sz="4400" b="0" u="none" strike="noStrike">
              <a:solidFill>
                <a:srgbClr val="000000"/>
              </a:solidFill>
              <a:effectLst/>
              <a:uFillTx/>
              <a:latin typeface="Arial"/>
            </a:endParaRPr>
          </a:p>
        </p:txBody>
      </p:sp>
      <p:sp>
        <p:nvSpPr>
          <p:cNvPr id="130" name="PlaceHolder 2"/>
          <p:cNvSpPr>
            <a:spLocks noGrp="1"/>
          </p:cNvSpPr>
          <p:nvPr>
            <p:ph/>
          </p:nvPr>
        </p:nvSpPr>
        <p:spPr>
          <a:xfrm>
            <a:off x="900000" y="1800000"/>
            <a:ext cx="10514520" cy="4350240"/>
          </a:xfrm>
          <a:prstGeom prst="rect">
            <a:avLst/>
          </a:prstGeom>
          <a:noFill/>
          <a:ln w="0">
            <a:noFill/>
          </a:ln>
        </p:spPr>
        <p:txBody>
          <a:bodyPr lIns="91440" tIns="45720" rIns="91440" bIns="45720" anchor="t">
            <a:noAutofit/>
          </a:bodyPr>
          <a:lstStyle/>
          <a:p>
            <a:pPr marL="228600" indent="0" defTabSz="914400">
              <a:lnSpc>
                <a:spcPct val="90000"/>
              </a:lnSpc>
              <a:spcBef>
                <a:spcPts val="1191"/>
              </a:spcBef>
              <a:spcAft>
                <a:spcPts val="992"/>
              </a:spcAft>
              <a:buNone/>
              <a:tabLst>
                <a:tab pos="0" algn="l"/>
              </a:tabLst>
            </a:pPr>
            <a:r>
              <a:rPr lang="ja-JP" sz="2800" b="0" u="none" strike="noStrike">
                <a:solidFill>
                  <a:schemeClr val="dk1"/>
                </a:solidFill>
                <a:effectLst/>
                <a:uFillTx/>
                <a:latin typeface="ＭＳ Ｐゴシック"/>
                <a:ea typeface="ＭＳ Ｐゴシック"/>
              </a:rPr>
              <a:t>以下のような方程式を解き、既知である二次元座標</a:t>
            </a:r>
            <a:r>
              <a:rPr lang="en-US" sz="2800" b="0" u="none" strike="noStrike">
                <a:solidFill>
                  <a:schemeClr val="dk1"/>
                </a:solidFill>
                <a:effectLst/>
                <a:uFillTx/>
                <a:latin typeface="ＭＳ Ｐゴシック"/>
                <a:ea typeface="ＭＳ Ｐゴシック"/>
              </a:rPr>
              <a:t>x</a:t>
            </a:r>
            <a:r>
              <a:rPr lang="ja-JP" sz="2800" b="0" u="none" strike="noStrike">
                <a:solidFill>
                  <a:schemeClr val="dk1"/>
                </a:solidFill>
                <a:effectLst/>
                <a:uFillTx/>
                <a:latin typeface="ＭＳ Ｐゴシック"/>
                <a:ea typeface="ＭＳ Ｐゴシック"/>
              </a:rPr>
              <a:t>射影行列</a:t>
            </a:r>
            <a:r>
              <a:rPr lang="en-US" sz="2800" b="0" u="none" strike="noStrike">
                <a:solidFill>
                  <a:schemeClr val="dk1"/>
                </a:solidFill>
                <a:effectLst/>
                <a:uFillTx/>
                <a:latin typeface="ＭＳ Ｐゴシック"/>
                <a:ea typeface="ＭＳ Ｐゴシック"/>
              </a:rPr>
              <a:t>P</a:t>
            </a:r>
            <a:r>
              <a:rPr lang="ja-JP" sz="2800" b="0" u="none" strike="noStrike">
                <a:solidFill>
                  <a:schemeClr val="dk1"/>
                </a:solidFill>
                <a:effectLst/>
                <a:uFillTx/>
                <a:latin typeface="ＭＳ Ｐゴシック"/>
                <a:ea typeface="ＭＳ Ｐゴシック"/>
              </a:rPr>
              <a:t>から三次元座標</a:t>
            </a:r>
            <a:r>
              <a:rPr lang="en-US" sz="2800" b="0" u="none" strike="noStrike">
                <a:solidFill>
                  <a:schemeClr val="dk1"/>
                </a:solidFill>
                <a:effectLst/>
                <a:uFillTx/>
                <a:latin typeface="ＭＳ Ｐゴシック"/>
                <a:ea typeface="ＭＳ Ｐゴシック"/>
              </a:rPr>
              <a:t>X</a:t>
            </a:r>
            <a:r>
              <a:rPr lang="ja-JP" sz="2800" b="0" u="none" strike="noStrike">
                <a:solidFill>
                  <a:schemeClr val="dk1"/>
                </a:solidFill>
                <a:effectLst/>
                <a:uFillTx/>
                <a:latin typeface="ＭＳ Ｐゴシック"/>
                <a:ea typeface="ＭＳ Ｐゴシック"/>
              </a:rPr>
              <a:t>を推定している。</a:t>
            </a:r>
            <a:endParaRPr lang="en-US" sz="2800" b="0" u="none" strike="noStrike">
              <a:solidFill>
                <a:srgbClr val="000000"/>
              </a:solidFill>
              <a:effectLst/>
              <a:uFillTx/>
              <a:latin typeface="Arial"/>
            </a:endParaRPr>
          </a:p>
          <a:p>
            <a:pPr marL="228600" indent="0" defTabSz="914400">
              <a:lnSpc>
                <a:spcPct val="90000"/>
              </a:lnSpc>
              <a:spcBef>
                <a:spcPts val="1191"/>
              </a:spcBef>
              <a:spcAft>
                <a:spcPts val="992"/>
              </a:spcAft>
              <a:buNone/>
              <a:tabLst>
                <a:tab pos="0" algn="l"/>
              </a:tabLst>
            </a:pPr>
            <a:endParaRPr lang="en-US" sz="2800" b="0" u="none" strike="noStrike">
              <a:solidFill>
                <a:srgbClr val="000000"/>
              </a:solidFill>
              <a:effectLst/>
              <a:uFillTx/>
              <a:latin typeface="Arial"/>
            </a:endParaRPr>
          </a:p>
        </p:txBody>
      </p:sp>
      <p:sp>
        <p:nvSpPr>
          <p:cNvPr id="131" name="正方形/長方形 130"/>
          <p:cNvSpPr/>
          <p:nvPr/>
        </p:nvSpPr>
        <p:spPr>
          <a:xfrm>
            <a:off x="5515560" y="3147840"/>
            <a:ext cx="1269000" cy="21924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 name="テキスト ボックス 79"/>
          <p:cNvSpPr/>
          <p:nvPr/>
        </p:nvSpPr>
        <p:spPr>
          <a:xfrm>
            <a:off x="720000" y="3061800"/>
            <a:ext cx="5580000" cy="898200"/>
          </a:xfrm>
          <a:prstGeom prst="rect">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
        <p:nvSpPr>
          <p:cNvPr id="133" name="テキスト ボックス 83"/>
          <p:cNvSpPr/>
          <p:nvPr/>
        </p:nvSpPr>
        <p:spPr>
          <a:xfrm>
            <a:off x="1183680" y="4267800"/>
            <a:ext cx="7364520" cy="951840"/>
          </a:xfrm>
          <a:prstGeom prst="rect">
            <a:avLst/>
          </a:pr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
        <p:nvSpPr>
          <p:cNvPr id="134" name="テキスト ボックス 84"/>
          <p:cNvSpPr/>
          <p:nvPr/>
        </p:nvSpPr>
        <p:spPr>
          <a:xfrm>
            <a:off x="1440000" y="4920480"/>
            <a:ext cx="7364520" cy="951840"/>
          </a:xfrm>
          <a:prstGeom prst="rect">
            <a:avLst/>
          </a:pr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
        <p:nvSpPr>
          <p:cNvPr id="135" name="テキスト ボックス 85"/>
          <p:cNvSpPr/>
          <p:nvPr/>
        </p:nvSpPr>
        <p:spPr>
          <a:xfrm>
            <a:off x="900000" y="5527800"/>
            <a:ext cx="7364520" cy="951840"/>
          </a:xfrm>
          <a:prstGeom prst="rect">
            <a:avLst/>
          </a:pr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研究の現状</a:t>
            </a:r>
            <a:endParaRPr lang="en-US" sz="4400" b="0" u="none" strike="noStrike">
              <a:solidFill>
                <a:srgbClr val="000000"/>
              </a:solidFill>
              <a:effectLst/>
              <a:uFillTx/>
              <a:latin typeface="Arial"/>
            </a:endParaRPr>
          </a:p>
        </p:txBody>
      </p:sp>
      <p:sp>
        <p:nvSpPr>
          <p:cNvPr id="137" name="PlaceHolder 2"/>
          <p:cNvSpPr>
            <a:spLocks noGrp="1"/>
          </p:cNvSpPr>
          <p:nvPr>
            <p:ph/>
          </p:nvPr>
        </p:nvSpPr>
        <p:spPr>
          <a:xfrm>
            <a:off x="838080" y="158940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ja-JP" sz="2800" b="0" u="none" strike="noStrike">
                <a:solidFill>
                  <a:schemeClr val="dk1"/>
                </a:solidFill>
                <a:effectLst/>
                <a:uFillTx/>
                <a:latin typeface="ＭＳ Ｐゴシック"/>
                <a:ea typeface="ＭＳ Ｐゴシック"/>
              </a:rPr>
              <a:t>リアルタイムでの三次元座標推定は実装できた</a:t>
            </a:r>
            <a:endParaRPr lang="en-US" sz="2800" b="0" u="none" strike="noStrike">
              <a:solidFill>
                <a:srgbClr val="000000"/>
              </a:solidFill>
              <a:effectLst/>
              <a:uFillTx/>
              <a:latin typeface="Arial"/>
            </a:endParaRPr>
          </a:p>
        </p:txBody>
      </p:sp>
      <p:pic>
        <p:nvPicPr>
          <p:cNvPr id="138" name="図 4" descr="グラフ&#10;&#10;AI 生成コンテンツは誤りを含む可能性があります。"/>
          <p:cNvPicPr/>
          <p:nvPr/>
        </p:nvPicPr>
        <p:blipFill>
          <a:blip r:embed="rId3"/>
          <a:stretch/>
        </p:blipFill>
        <p:spPr>
          <a:xfrm>
            <a:off x="7533360" y="2218320"/>
            <a:ext cx="3986280" cy="4261320"/>
          </a:xfrm>
          <a:prstGeom prst="rect">
            <a:avLst/>
          </a:prstGeom>
          <a:noFill/>
          <a:ln w="0">
            <a:noFill/>
          </a:ln>
        </p:spPr>
      </p:pic>
      <p:pic>
        <p:nvPicPr>
          <p:cNvPr id="139" name="図 6" descr="キーボードとマウス&#10;&#10;AI 生成コンテンツは誤りを含む可能性があります。"/>
          <p:cNvPicPr/>
          <p:nvPr/>
        </p:nvPicPr>
        <p:blipFill>
          <a:blip r:embed="rId4"/>
          <a:stretch/>
        </p:blipFill>
        <p:spPr>
          <a:xfrm>
            <a:off x="900000" y="2610000"/>
            <a:ext cx="4679640" cy="3509640"/>
          </a:xfrm>
          <a:prstGeom prst="rect">
            <a:avLst/>
          </a:prstGeom>
          <a:noFill/>
          <a:ln w="0">
            <a:noFill/>
          </a:ln>
        </p:spPr>
      </p:pic>
      <p:sp>
        <p:nvSpPr>
          <p:cNvPr id="140" name="矢印: 右 1"/>
          <p:cNvSpPr/>
          <p:nvPr/>
        </p:nvSpPr>
        <p:spPr>
          <a:xfrm>
            <a:off x="5760000" y="4140000"/>
            <a:ext cx="1619280" cy="359280"/>
          </a:xfrm>
          <a:prstGeom prst="rightArrow">
            <a:avLst>
              <a:gd name="adj1" fmla="val 50000"/>
              <a:gd name="adj2" fmla="val 112500"/>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研究の現状</a:t>
            </a:r>
            <a:endParaRPr lang="en-US" sz="4400" b="0" u="none" strike="noStrike">
              <a:solidFill>
                <a:srgbClr val="000000"/>
              </a:solidFill>
              <a:effectLst/>
              <a:uFillTx/>
              <a:latin typeface="Arial"/>
            </a:endParaRPr>
          </a:p>
        </p:txBody>
      </p:sp>
      <p:sp>
        <p:nvSpPr>
          <p:cNvPr id="142" name="PlaceHolder 2"/>
          <p:cNvSpPr>
            <a:spLocks noGrp="1"/>
          </p:cNvSpPr>
          <p:nvPr>
            <p:ph/>
          </p:nvPr>
        </p:nvSpPr>
        <p:spPr>
          <a:xfrm>
            <a:off x="838080" y="158940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ＭＳ Ｐゴシック"/>
                <a:ea typeface="ＭＳ Ｐゴシック"/>
              </a:rPr>
              <a:t>Z</a:t>
            </a:r>
            <a:r>
              <a:rPr lang="ja-JP" sz="2800" b="0" u="none" strike="noStrike">
                <a:solidFill>
                  <a:schemeClr val="dk1"/>
                </a:solidFill>
                <a:effectLst/>
                <a:uFillTx/>
                <a:latin typeface="ＭＳ Ｐゴシック"/>
                <a:ea typeface="ＭＳ Ｐゴシック"/>
              </a:rPr>
              <a:t>軸誤差も改善</a:t>
            </a:r>
            <a:endParaRPr lang="en-US" sz="2800" b="0" u="none" strike="noStrike">
              <a:solidFill>
                <a:srgbClr val="000000"/>
              </a:solidFill>
              <a:effectLst/>
              <a:uFillTx/>
              <a:latin typeface="Arial"/>
            </a:endParaRPr>
          </a:p>
        </p:txBody>
      </p:sp>
      <p:sp>
        <p:nvSpPr>
          <p:cNvPr id="143" name="矢印: 右 2"/>
          <p:cNvSpPr/>
          <p:nvPr/>
        </p:nvSpPr>
        <p:spPr>
          <a:xfrm>
            <a:off x="5760360" y="4140360"/>
            <a:ext cx="1619280" cy="359280"/>
          </a:xfrm>
          <a:prstGeom prst="rightArrow">
            <a:avLst>
              <a:gd name="adj1" fmla="val 50000"/>
              <a:gd name="adj2" fmla="val 112500"/>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44" name="図 143"/>
          <p:cNvPicPr/>
          <p:nvPr/>
        </p:nvPicPr>
        <p:blipFill>
          <a:blip r:embed="rId3"/>
          <a:stretch/>
        </p:blipFill>
        <p:spPr>
          <a:xfrm>
            <a:off x="900000" y="2610000"/>
            <a:ext cx="4679640" cy="3509640"/>
          </a:xfrm>
          <a:prstGeom prst="rect">
            <a:avLst/>
          </a:prstGeom>
          <a:noFill/>
          <a:ln w="36000">
            <a:noFill/>
          </a:ln>
        </p:spPr>
      </p:pic>
      <p:pic>
        <p:nvPicPr>
          <p:cNvPr id="145" name="図 144"/>
          <p:cNvPicPr/>
          <p:nvPr/>
        </p:nvPicPr>
        <p:blipFill>
          <a:blip r:embed="rId4"/>
          <a:srcRect l="26169" r="15385" b="13173"/>
          <a:stretch/>
        </p:blipFill>
        <p:spPr>
          <a:xfrm>
            <a:off x="7740000" y="1800000"/>
            <a:ext cx="3959640" cy="4411800"/>
          </a:xfrm>
          <a:prstGeom prst="rect">
            <a:avLst/>
          </a:prstGeom>
          <a:noFill/>
          <a:ln w="3600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ja-JP" sz="4400" b="0" u="none" strike="noStrike">
                <a:solidFill>
                  <a:schemeClr val="dk1"/>
                </a:solidFill>
                <a:effectLst/>
                <a:uFillTx/>
                <a:latin typeface="ＭＳ Ｐゴシック"/>
                <a:ea typeface="ＭＳ Ｐゴシック"/>
              </a:rPr>
              <a:t>今後の方針・課題</a:t>
            </a:r>
            <a:endParaRPr lang="en-US" sz="4400" b="0" u="none" strike="noStrike">
              <a:solidFill>
                <a:srgbClr val="000000"/>
              </a:solidFill>
              <a:effectLst/>
              <a:uFillTx/>
              <a:latin typeface="Arial"/>
            </a:endParaRPr>
          </a:p>
        </p:txBody>
      </p:sp>
      <p:sp>
        <p:nvSpPr>
          <p:cNvPr id="147"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ja-JP" sz="2800" b="0" u="none" strike="noStrike" dirty="0">
                <a:solidFill>
                  <a:schemeClr val="dk1"/>
                </a:solidFill>
                <a:effectLst/>
                <a:uFillTx/>
                <a:latin typeface="ＭＳ Ｐゴシック"/>
                <a:ea typeface="ＭＳ Ｐゴシック"/>
              </a:rPr>
              <a:t>座標推定の遅延、誤差を評価</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effectLst/>
                <a:uFillTx/>
                <a:latin typeface="ＭＳ Ｐゴシック"/>
                <a:ea typeface="ＭＳ Ｐゴシック"/>
              </a:rPr>
              <a:t>→</a:t>
            </a:r>
            <a:r>
              <a:rPr lang="en-US" sz="2800" b="0" u="none" strike="noStrike" dirty="0" err="1">
                <a:solidFill>
                  <a:schemeClr val="dk1"/>
                </a:solidFill>
                <a:effectLst/>
                <a:uFillTx/>
                <a:latin typeface="ＭＳ Ｐゴシック"/>
                <a:ea typeface="ＭＳ Ｐゴシック"/>
              </a:rPr>
              <a:t>キャリブレーション手法、カメラ間隔の調整等</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ja-JP" sz="2800" b="0" u="none" strike="noStrike" dirty="0">
                <a:solidFill>
                  <a:schemeClr val="dk1"/>
                </a:solidFill>
                <a:effectLst/>
                <a:uFillTx/>
                <a:latin typeface="ＭＳ Ｐゴシック"/>
                <a:ea typeface="ＭＳ Ｐゴシック"/>
              </a:rPr>
              <a:t>・カメラを基準としたカメラ座標系からキーボードを基準とした世界座標系への変換</a:t>
            </a:r>
            <a:endParaRPr lang="en-US" sz="2800" b="0" u="none" strike="noStrike" dirty="0">
              <a:solidFill>
                <a:srgbClr val="000000"/>
              </a:solidFill>
              <a:effectLst/>
              <a:uFillTx/>
              <a:latin typeface="Arial"/>
            </a:endParaRPr>
          </a:p>
          <a:p>
            <a:pPr indent="0" defTabSz="914400">
              <a:lnSpc>
                <a:spcPct val="90000"/>
              </a:lnSpc>
              <a:spcBef>
                <a:spcPts val="1001"/>
              </a:spcBef>
              <a:buNone/>
              <a:tabLst>
                <a:tab pos="0" algn="l"/>
              </a:tabLst>
            </a:pPr>
            <a:r>
              <a:rPr lang="ja-JP" altLang="en-US" sz="2800" dirty="0">
                <a:solidFill>
                  <a:schemeClr val="dk1"/>
                </a:solidFill>
                <a:latin typeface="ＭＳ Ｐゴシック"/>
                <a:ea typeface="ＭＳ Ｐゴシック"/>
              </a:rPr>
              <a:t>→</a:t>
            </a:r>
            <a:r>
              <a:rPr lang="ja-JP" sz="2800" b="0" u="none" strike="noStrike" dirty="0">
                <a:solidFill>
                  <a:schemeClr val="dk1"/>
                </a:solidFill>
                <a:effectLst/>
                <a:uFillTx/>
                <a:latin typeface="ＭＳ Ｐゴシック"/>
                <a:ea typeface="ＭＳ Ｐゴシック"/>
              </a:rPr>
              <a:t>共同研究との統合</a:t>
            </a:r>
            <a:endParaRPr lang="en-US" sz="2800" b="0" u="none" strike="noStrike" dirty="0">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2.xml><?xml version="1.0" encoding="utf-8"?>
<a:theme xmlns:a="http://schemas.openxmlformats.org/drawingml/2006/main"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1083</TotalTime>
  <Words>1570</Words>
  <Application>Microsoft Office PowerPoint</Application>
  <PresentationFormat>ワイド画面</PresentationFormat>
  <Paragraphs>114</Paragraphs>
  <Slides>13</Slides>
  <Notes>13</Notes>
  <HiddenSlides>0</HiddenSlides>
  <MMClips>0</MMClips>
  <ScaleCrop>false</ScaleCrop>
  <HeadingPairs>
    <vt:vector size="6" baseType="variant">
      <vt:variant>
        <vt:lpstr>使用されているフォント</vt:lpstr>
      </vt:variant>
      <vt:variant>
        <vt:i4>7</vt:i4>
      </vt:variant>
      <vt:variant>
        <vt:lpstr>テーマ</vt:lpstr>
      </vt:variant>
      <vt:variant>
        <vt:i4>12</vt:i4>
      </vt:variant>
      <vt:variant>
        <vt:lpstr>スライド タイトル</vt:lpstr>
      </vt:variant>
      <vt:variant>
        <vt:i4>13</vt:i4>
      </vt:variant>
    </vt:vector>
  </HeadingPairs>
  <TitlesOfParts>
    <vt:vector size="32" baseType="lpstr">
      <vt:lpstr>ＭＳ Ｐゴシック</vt:lpstr>
      <vt:lpstr>Noto Serif CJK JP</vt:lpstr>
      <vt:lpstr>Aptos</vt:lpstr>
      <vt:lpstr>Aptos Display</vt:lpstr>
      <vt:lpstr>Arial</vt:lpstr>
      <vt:lpstr>Symbol</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両眼カメラによるMediaPipe Hand Landmarkerタスクの精度向上</vt:lpstr>
      <vt:lpstr>背景</vt:lpstr>
      <vt:lpstr>システム概要</vt:lpstr>
      <vt:lpstr> MediaPipe Hand Landmarkerについて</vt:lpstr>
      <vt:lpstr>先行研究の課題</vt:lpstr>
      <vt:lpstr>目的</vt:lpstr>
      <vt:lpstr>座標推定概要</vt:lpstr>
      <vt:lpstr>キャリブレーション</vt:lpstr>
      <vt:lpstr>射影行列P</vt:lpstr>
      <vt:lpstr>三角測量</vt:lpstr>
      <vt:lpstr>研究の現状</vt:lpstr>
      <vt:lpstr>研究の現状</vt:lpstr>
      <vt:lpstr>今後の方針・課題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5I25 萩 郁人【鈴鹿】</dc:creator>
  <dc:description/>
  <cp:lastModifiedBy>5I25 萩 郁人【鈴鹿】</cp:lastModifiedBy>
  <cp:revision>15</cp:revision>
  <dcterms:created xsi:type="dcterms:W3CDTF">2025-10-07T12:17:36Z</dcterms:created>
  <dcterms:modified xsi:type="dcterms:W3CDTF">2025-10-09T19:38:00Z</dcterms:modified>
  <dc:language>ja-JP</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0x0101003F66480A09F15D42854004C53E6862D1</vt:lpwstr>
  </property>
  <property fmtid="{D5CDD505-2E9C-101B-9397-08002B2CF9AE}" pid="3" name="PresentationFormat">
    <vt:lpwstr>ワイド画面</vt:lpwstr>
  </property>
  <property fmtid="{D5CDD505-2E9C-101B-9397-08002B2CF9AE}" pid="4" name="Slides">
    <vt:r8>11</vt:r8>
  </property>
</Properties>
</file>