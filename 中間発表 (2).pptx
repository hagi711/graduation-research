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_rels/slideLayout3.xml.rels" ContentType="application/vnd.openxmlformats-package.relationships+xml"/>
  <Override PartName="/ppt/slideLayouts/_rels/slideLayout2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0.png" ContentType="image/png"/>
  <Override PartName="/ppt/media/image6.jpeg" ContentType="image/jpeg"/>
  <Override PartName="/ppt/media/image1.png" ContentType="image/png"/>
  <Override PartName="/ppt/media/image9.wmf" ContentType="image/x-wmf"/>
  <Override PartName="/ppt/media/image15.png" ContentType="image/png"/>
  <Override PartName="/ppt/media/image14.png" ContentType="image/png"/>
  <Override PartName="/ppt/media/image5.png" ContentType="image/png"/>
  <Override PartName="/ppt/media/image4.png" ContentType="image/png"/>
  <Override PartName="/ppt/media/image13.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media/image12.png" ContentType="image/png"/>
  <Override PartName="/ppt/media/image3.png" ContentType="image/pn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5" r:id="rId10"/>
    <p:sldMasterId id="2147483667" r:id="rId11"/>
    <p:sldMasterId id="2147483669" r:id="rId12"/>
    <p:sldMasterId id="2147483671" r:id="rId13"/>
    <p:sldMasterId id="2147483673"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Lst>
  <p:notesMasterIdLst>
    <p:notesMasterId r:id="rId23"/>
  </p:notesMasterIdLst>
  <p:sldIdLst>
    <p:sldId id="256"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notesMaster" Target="notesMasters/notesMaster1.xml"/><Relationship Id="rId24" Type="http://schemas.openxmlformats.org/officeDocument/2006/relationships/slide" Target="slides/slide1.xml"/><Relationship Id="rId25" Type="http://schemas.openxmlformats.org/officeDocument/2006/relationships/slide" Target="slides/slide2.xml"/><Relationship Id="rId26" Type="http://schemas.openxmlformats.org/officeDocument/2006/relationships/slide" Target="slides/slide3.xml"/><Relationship Id="rId27" Type="http://schemas.openxmlformats.org/officeDocument/2006/relationships/slide" Target="slides/slide4.xml"/><Relationship Id="rId28" Type="http://schemas.openxmlformats.org/officeDocument/2006/relationships/slide" Target="slides/slide5.xml"/><Relationship Id="rId29" Type="http://schemas.openxmlformats.org/officeDocument/2006/relationships/slide" Target="slides/slide6.xml"/><Relationship Id="rId30" Type="http://schemas.openxmlformats.org/officeDocument/2006/relationships/slide" Target="slides/slide7.xml"/><Relationship Id="rId31" Type="http://schemas.openxmlformats.org/officeDocument/2006/relationships/slide" Target="slides/slide8.xml"/><Relationship Id="rId32" Type="http://schemas.openxmlformats.org/officeDocument/2006/relationships/slide" Target="slides/slide9.xml"/><Relationship Id="rId33" Type="http://schemas.openxmlformats.org/officeDocument/2006/relationships/slide" Target="slides/slide10.xml"/><Relationship Id="rId34" Type="http://schemas.openxmlformats.org/officeDocument/2006/relationships/slide" Target="slides/slide11.xml"/><Relationship Id="rId35" Type="http://schemas.openxmlformats.org/officeDocument/2006/relationships/slide" Target="slides/slide12.xml"/><Relationship Id="rId36" Type="http://schemas.openxmlformats.org/officeDocument/2006/relationships/slide" Target="slides/slide13.xml"/><Relationship Id="rId3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sldImg"/>
          </p:nvPr>
        </p:nvSpPr>
        <p:spPr>
          <a:xfrm>
            <a:off x="0" y="812520"/>
            <a:ext cx="360" cy="360"/>
          </a:xfrm>
          <a:prstGeom prst="rect">
            <a:avLst/>
          </a:prstGeom>
          <a:noFill/>
          <a:ln w="0">
            <a:noFill/>
          </a:ln>
        </p:spPr>
        <p:txBody>
          <a:bodyPr lIns="0" rIns="0" tIns="0" bIns="0" anchor="ctr">
            <a:noAutofit/>
          </a:bodyPr>
          <a:p>
            <a:r>
              <a:rPr b="0" lang="ja-JP" sz="1800" strike="noStrike" u="none">
                <a:solidFill>
                  <a:schemeClr val="dk1"/>
                </a:solidFill>
                <a:effectLst/>
                <a:uFillTx/>
                <a:latin typeface="Arial"/>
              </a:rPr>
              <a:t>クリックしてスライドを移動</a:t>
            </a:r>
            <a:endParaRPr b="0" lang="en-US" sz="1800" strike="noStrike" u="none">
              <a:solidFill>
                <a:schemeClr val="dk1"/>
              </a:solidFill>
              <a:effectLst/>
              <a:uFillTx/>
              <a:latin typeface="Arial"/>
            </a:endParaRPr>
          </a:p>
        </p:txBody>
      </p:sp>
      <p:sp>
        <p:nvSpPr>
          <p:cNvPr id="1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ja-JP" sz="2000" strike="noStrike" u="none">
                <a:solidFill>
                  <a:srgbClr val="000000"/>
                </a:solidFill>
                <a:effectLst/>
                <a:uFillTx/>
                <a:latin typeface="Arial"/>
              </a:rPr>
              <a:t>クリックしてノートの書式を編集</a:t>
            </a:r>
            <a:endParaRPr b="0" lang="en-US" sz="2000" strike="noStrike" u="none">
              <a:solidFill>
                <a:srgbClr val="000000"/>
              </a:solidFill>
              <a:effectLst/>
              <a:uFillTx/>
              <a:latin typeface="Arial"/>
            </a:endParaRPr>
          </a:p>
        </p:txBody>
      </p:sp>
      <p:sp>
        <p:nvSpPr>
          <p:cNvPr id="1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Noto Serif CJK JP"/>
              </a:rPr>
              <a:t>&lt;ヘッダー&gt;</a:t>
            </a:r>
            <a:endParaRPr b="0" lang="en-US" sz="1400" strike="noStrike" u="none">
              <a:solidFill>
                <a:srgbClr val="000000"/>
              </a:solidFill>
              <a:effectLst/>
              <a:uFillTx/>
              <a:latin typeface="Noto Serif CJK JP"/>
            </a:endParaRPr>
          </a:p>
        </p:txBody>
      </p:sp>
      <p:sp>
        <p:nvSpPr>
          <p:cNvPr id="152" name="PlaceHolder 4"/>
          <p:cNvSpPr>
            <a:spLocks noGrp="1"/>
          </p:cNvSpPr>
          <p:nvPr>
            <p:ph type="dt" idx="6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Noto Serif CJK JP"/>
              </a:defRPr>
            </a:lvl1pPr>
          </a:lstStyle>
          <a:p>
            <a:pPr indent="0" algn="r">
              <a:buNone/>
            </a:pPr>
            <a:r>
              <a:rPr b="0" lang="en-US" sz="1400" strike="noStrike" u="none">
                <a:solidFill>
                  <a:srgbClr val="000000"/>
                </a:solidFill>
                <a:effectLst/>
                <a:uFillTx/>
                <a:latin typeface="Noto Serif CJK JP"/>
              </a:rPr>
              <a:t>&lt;日付/時刻&gt;</a:t>
            </a:r>
            <a:endParaRPr b="0" lang="en-US" sz="1400" strike="noStrike" u="none">
              <a:solidFill>
                <a:srgbClr val="000000"/>
              </a:solidFill>
              <a:effectLst/>
              <a:uFillTx/>
              <a:latin typeface="Noto Serif CJK JP"/>
            </a:endParaRPr>
          </a:p>
        </p:txBody>
      </p:sp>
      <p:sp>
        <p:nvSpPr>
          <p:cNvPr id="153" name="PlaceHolder 5"/>
          <p:cNvSpPr>
            <a:spLocks noGrp="1"/>
          </p:cNvSpPr>
          <p:nvPr>
            <p:ph type="ftr" idx="65"/>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Noto Serif CJK JP"/>
              </a:defRPr>
            </a:lvl1pPr>
          </a:lstStyle>
          <a:p>
            <a:pPr indent="0">
              <a:buNone/>
            </a:pPr>
            <a:r>
              <a:rPr b="0" lang="en-US" sz="1400" strike="noStrike" u="none">
                <a:solidFill>
                  <a:srgbClr val="000000"/>
                </a:solidFill>
                <a:effectLst/>
                <a:uFillTx/>
                <a:latin typeface="Noto Serif CJK JP"/>
              </a:rPr>
              <a:t>&lt;フッター&gt;</a:t>
            </a:r>
            <a:endParaRPr b="0" lang="en-US" sz="1400" strike="noStrike" u="none">
              <a:solidFill>
                <a:srgbClr val="000000"/>
              </a:solidFill>
              <a:effectLst/>
              <a:uFillTx/>
              <a:latin typeface="Noto Serif CJK JP"/>
            </a:endParaRPr>
          </a:p>
        </p:txBody>
      </p:sp>
      <p:sp>
        <p:nvSpPr>
          <p:cNvPr id="154" name="PlaceHolder 6"/>
          <p:cNvSpPr>
            <a:spLocks noGrp="1"/>
          </p:cNvSpPr>
          <p:nvPr>
            <p:ph type="sldNum" idx="6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Noto Serif CJK JP"/>
              </a:defRPr>
            </a:lvl1pPr>
          </a:lstStyle>
          <a:p>
            <a:pPr indent="0" algn="r">
              <a:buNone/>
            </a:pPr>
            <a:fld id="{FDC1C09C-2361-492C-A12C-F5A2B75A2096}" type="slidenum">
              <a:rPr b="0" lang="en-US" sz="1400" strike="noStrike" u="none">
                <a:solidFill>
                  <a:srgbClr val="000000"/>
                </a:solidFill>
                <a:effectLst/>
                <a:uFillTx/>
                <a:latin typeface="Noto Serif CJK JP"/>
              </a:rPr>
              <a:t>&lt;番号&gt;</a:t>
            </a:fld>
            <a:endParaRPr b="0" lang="en-US" sz="1400" strike="noStrike" u="none">
              <a:solidFill>
                <a:srgbClr val="000000"/>
              </a:solidFill>
              <a:effectLst/>
              <a:uFillTx/>
              <a:latin typeface="Noto Serif CJK JP"/>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0" y="812880"/>
            <a:ext cx="0" cy="0"/>
          </a:xfrm>
          <a:prstGeom prst="rect">
            <a:avLst/>
          </a:prstGeom>
          <a:ln w="0">
            <a:noFill/>
          </a:ln>
        </p:spPr>
      </p:sp>
      <p:sp>
        <p:nvSpPr>
          <p:cNvPr id="231"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232" name="PlaceHolder 3"/>
          <p:cNvSpPr>
            <a:spLocks noGrp="1"/>
          </p:cNvSpPr>
          <p:nvPr>
            <p:ph type="sldNum" idx="80"/>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AA5B9BC6-2663-4C05-BA91-9D48B92CA46C}" type="slidenum">
              <a:rPr b="0" lang="en-US" sz="1400" strike="noStrike" u="none">
                <a:solidFill>
                  <a:srgbClr val="000000"/>
                </a:solidFill>
                <a:effectLst/>
                <a:uFillTx/>
                <a:latin typeface="Noto Serif CJK JP"/>
                <a:ea typeface="+mn-ea"/>
              </a:rPr>
              <a:t>7</a:t>
            </a:fld>
            <a:endParaRPr b="0" lang="en-US" sz="1400" strike="noStrike" u="none">
              <a:solidFill>
                <a:srgbClr val="000000"/>
              </a:solidFill>
              <a:effectLst/>
              <a:uFillTx/>
              <a:latin typeface="Noto Serif CJK JP"/>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360" y="812520"/>
            <a:ext cx="720" cy="720"/>
          </a:xfrm>
          <a:prstGeom prst="rect">
            <a:avLst/>
          </a:prstGeom>
          <a:ln w="0">
            <a:noFill/>
          </a:ln>
        </p:spPr>
      </p:sp>
      <p:sp>
        <p:nvSpPr>
          <p:cNvPr id="234"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defTabSz="914400">
              <a:lnSpc>
                <a:spcPct val="90000"/>
              </a:lnSpc>
              <a:spcBef>
                <a:spcPts val="1001"/>
              </a:spcBef>
              <a:buNone/>
              <a:tabLst>
                <a:tab algn="l" pos="0"/>
              </a:tabLst>
            </a:pPr>
            <a:endParaRPr b="0" lang="en-US" sz="1200" strike="noStrike" u="none">
              <a:solidFill>
                <a:srgbClr val="000000"/>
              </a:solidFill>
              <a:effectLst/>
              <a:uFillTx/>
              <a:latin typeface="Arial"/>
            </a:endParaRPr>
          </a:p>
          <a:p>
            <a:pPr indent="0" defTabSz="914400">
              <a:lnSpc>
                <a:spcPct val="90000"/>
              </a:lnSpc>
              <a:spcBef>
                <a:spcPts val="1001"/>
              </a:spcBef>
              <a:buNone/>
              <a:tabLst>
                <a:tab algn="l" pos="0"/>
              </a:tabLst>
            </a:pPr>
            <a:endParaRPr b="0" lang="en-US" sz="1200" strike="noStrike" u="none">
              <a:solidFill>
                <a:srgbClr val="000000"/>
              </a:solidFill>
              <a:effectLst/>
              <a:uFillTx/>
              <a:latin typeface="Arial"/>
            </a:endParaRPr>
          </a:p>
          <a:p>
            <a:pPr indent="0" defTabSz="914400">
              <a:lnSpc>
                <a:spcPct val="90000"/>
              </a:lnSpc>
              <a:spcBef>
                <a:spcPts val="1001"/>
              </a:spcBef>
              <a:buNone/>
              <a:tabLst>
                <a:tab algn="l" pos="0"/>
              </a:tabLst>
            </a:pPr>
            <a:r>
              <a:rPr b="0" lang="ja-JP" sz="1200" strike="noStrike" u="none">
                <a:solidFill>
                  <a:schemeClr val="dk1"/>
                </a:solidFill>
                <a:effectLst/>
                <a:uFillTx/>
                <a:latin typeface="Aptos"/>
              </a:rPr>
              <a:t>背景については、先程村田さんに説明してもらった通りです。改めて説明すると、現在のタイピング練習ソフトでは正しい運指による入力ができているか判定できないため、入力を行う手やキーボードをカメラで撮影し、その結果から正しい入力方法かどうかを含めて判定するシステムを開発します。</a:t>
            </a:r>
            <a:endParaRPr b="0" lang="en-US" sz="1200" strike="noStrike" u="none">
              <a:solidFill>
                <a:srgbClr val="000000"/>
              </a:solidFill>
              <a:effectLst/>
              <a:uFillTx/>
              <a:latin typeface="Arial"/>
            </a:endParaRPr>
          </a:p>
        </p:txBody>
      </p:sp>
      <p:sp>
        <p:nvSpPr>
          <p:cNvPr id="235" name="PlaceHolder 3"/>
          <p:cNvSpPr>
            <a:spLocks noGrp="1"/>
          </p:cNvSpPr>
          <p:nvPr>
            <p:ph type="sldNum" idx="81"/>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D35DA17F-8498-4237-BA66-9681AD48A9C3}"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0" y="812880"/>
            <a:ext cx="0" cy="0"/>
          </a:xfrm>
          <a:prstGeom prst="rect">
            <a:avLst/>
          </a:prstGeom>
          <a:ln w="0">
            <a:noFill/>
          </a:ln>
        </p:spPr>
      </p:sp>
      <p:sp>
        <p:nvSpPr>
          <p:cNvPr id="237"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開発するシステムは、大きく</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つの工程で構成されます。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まず、カメラ映像から指先の座標を推定します。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しかし、この座標はカメラを基準とした座標系であるため、次にキーボード基準の座標系へ変換します。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最後に、同一の座標系上に変換された指先とキーの座標を比較し、どのキーがどのような方法で入力されたかを判定します。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r>
              <a:rPr b="0" lang="ja-JP" sz="2000" strike="noStrike" u="none">
                <a:solidFill>
                  <a:srgbClr val="000000"/>
                </a:solidFill>
                <a:effectLst/>
                <a:uFillTx/>
                <a:latin typeface="Arial"/>
              </a:rPr>
              <a:t>本研究は共同研究であり、私はこの中で</a:t>
            </a:r>
            <a:r>
              <a:rPr b="0" lang="en-US" sz="2000" strike="noStrike" u="none">
                <a:solidFill>
                  <a:srgbClr val="000000"/>
                </a:solidFill>
                <a:effectLst/>
                <a:uFillTx/>
                <a:latin typeface="Arial"/>
              </a:rPr>
              <a:t>1</a:t>
            </a:r>
            <a:r>
              <a:rPr b="0" lang="ja-JP" sz="2000" strike="noStrike" u="none">
                <a:solidFill>
                  <a:srgbClr val="000000"/>
                </a:solidFill>
                <a:effectLst/>
                <a:uFillTx/>
                <a:latin typeface="Arial"/>
              </a:rPr>
              <a:t>番の「指先座標の推定」を担当しています。</a:t>
            </a:r>
            <a:endParaRPr b="0" lang="en-US" sz="2000" strike="noStrike" u="none">
              <a:solidFill>
                <a:srgbClr val="000000"/>
              </a:solidFill>
              <a:effectLst/>
              <a:uFillTx/>
              <a:latin typeface="Arial"/>
            </a:endParaRPr>
          </a:p>
          <a:p>
            <a:pPr indent="0">
              <a:lnSpc>
                <a:spcPct val="100000"/>
              </a:lnSpc>
              <a:spcBef>
                <a:spcPts val="1191"/>
              </a:spcBef>
              <a:spcAft>
                <a:spcPts val="992"/>
              </a:spcAft>
              <a:buNone/>
              <a:tabLst>
                <a:tab algn="l" pos="0"/>
              </a:tabLst>
            </a:pPr>
            <a:endParaRPr b="0" lang="en-US" sz="20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120</a:t>
            </a:r>
            <a:endParaRPr b="0" lang="en-US" sz="1200" strike="noStrike" u="none">
              <a:solidFill>
                <a:srgbClr val="000000"/>
              </a:solidFill>
              <a:effectLst/>
              <a:uFillTx/>
              <a:latin typeface="Arial"/>
            </a:endParaRPr>
          </a:p>
        </p:txBody>
      </p:sp>
      <p:sp>
        <p:nvSpPr>
          <p:cNvPr id="238" name="PlaceHolder 3"/>
          <p:cNvSpPr>
            <a:spLocks noGrp="1"/>
          </p:cNvSpPr>
          <p:nvPr>
            <p:ph type="sldNum" idx="82"/>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DB2E97D0-569F-4396-A34B-97BCFF0D760E}"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217440" y="812880"/>
            <a:ext cx="7121160" cy="4006440"/>
          </a:xfrm>
          <a:prstGeom prst="rect">
            <a:avLst/>
          </a:prstGeom>
          <a:ln w="0">
            <a:noFill/>
          </a:ln>
        </p:spPr>
      </p:sp>
      <p:sp>
        <p:nvSpPr>
          <p:cNvPr id="240"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映像からの手の座標の推定には</a:t>
            </a:r>
            <a:r>
              <a:rPr b="0" lang="en-US" sz="2000" strike="noStrike" u="none">
                <a:solidFill>
                  <a:srgbClr val="000000"/>
                </a:solidFill>
                <a:effectLst/>
                <a:uFillTx/>
                <a:latin typeface="Arial"/>
              </a:rPr>
              <a:t>MediaPipe Hand Landmarker</a:t>
            </a:r>
            <a:r>
              <a:rPr b="0" lang="ja-JP" sz="2000" strike="noStrike" u="none">
                <a:solidFill>
                  <a:srgbClr val="000000"/>
                </a:solidFill>
                <a:effectLst/>
                <a:uFillTx/>
                <a:latin typeface="Arial"/>
              </a:rPr>
              <a:t>を使用します。</a:t>
            </a:r>
            <a:r>
              <a:rPr b="0" lang="en-US" sz="2000" strike="noStrike" u="none">
                <a:solidFill>
                  <a:srgbClr val="000000"/>
                </a:solidFill>
                <a:effectLst/>
                <a:uFillTx/>
                <a:latin typeface="Arial"/>
              </a:rPr>
              <a:t>MediaPipe</a:t>
            </a:r>
            <a:r>
              <a:rPr b="0" lang="ja-JP" sz="2000" strike="noStrike" u="none">
                <a:solidFill>
                  <a:srgbClr val="000000"/>
                </a:solidFill>
                <a:effectLst/>
                <a:uFillTx/>
                <a:latin typeface="Arial"/>
              </a:rPr>
              <a:t>とは</a:t>
            </a:r>
            <a:r>
              <a:rPr b="0" lang="en-US" sz="2000" strike="noStrike" u="none">
                <a:solidFill>
                  <a:srgbClr val="000000"/>
                </a:solidFill>
                <a:effectLst/>
                <a:uFillTx/>
                <a:latin typeface="Arial"/>
              </a:rPr>
              <a:t>Google</a:t>
            </a:r>
            <a:r>
              <a:rPr b="0" lang="ja-JP" sz="2000" strike="noStrike" u="none">
                <a:solidFill>
                  <a:srgbClr val="000000"/>
                </a:solidFill>
                <a:effectLst/>
                <a:uFillTx/>
                <a:latin typeface="Arial"/>
              </a:rPr>
              <a:t>社が提供するライブメディア処理のためのオープンソース機械学習ソリューションです。その中でも</a:t>
            </a:r>
            <a:r>
              <a:rPr b="0" lang="en-US" sz="2000" strike="noStrike" u="none">
                <a:solidFill>
                  <a:srgbClr val="000000"/>
                </a:solidFill>
                <a:effectLst/>
                <a:uFillTx/>
                <a:latin typeface="Arial"/>
              </a:rPr>
              <a:t>Hand Landmarker</a:t>
            </a:r>
            <a:r>
              <a:rPr b="0" lang="ja-JP" sz="2000" strike="noStrike" u="none">
                <a:solidFill>
                  <a:srgbClr val="000000"/>
                </a:solidFill>
                <a:effectLst/>
                <a:uFillTx/>
                <a:latin typeface="Arial"/>
              </a:rPr>
              <a:t>は手や指の座標推定を行うモデルで、手の位置や</a:t>
            </a:r>
            <a:r>
              <a:rPr b="0" lang="en-US" sz="2000" strike="noStrike" u="none">
                <a:solidFill>
                  <a:srgbClr val="000000"/>
                </a:solidFill>
                <a:effectLst/>
                <a:uFillTx/>
                <a:latin typeface="Arial"/>
              </a:rPr>
              <a:t>21</a:t>
            </a:r>
            <a:r>
              <a:rPr b="0" lang="ja-JP" sz="2000" strike="noStrike" u="none">
                <a:solidFill>
                  <a:srgbClr val="000000"/>
                </a:solidFill>
                <a:effectLst/>
                <a:uFillTx/>
                <a:latin typeface="Arial"/>
              </a:rPr>
              <a:t>個のランドマークをリアルタイムに推定します。具体的なランドマークは図のように設定されていて、手首を含む各関節点と指先の座標を推定することができます。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154</a:t>
            </a:r>
            <a:endParaRPr b="0" lang="en-US" sz="20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217440" y="812880"/>
            <a:ext cx="7121160" cy="4006440"/>
          </a:xfrm>
          <a:prstGeom prst="rect">
            <a:avLst/>
          </a:prstGeom>
          <a:ln w="0">
            <a:noFill/>
          </a:ln>
        </p:spPr>
      </p:sp>
      <p:sp>
        <p:nvSpPr>
          <p:cNvPr id="242"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MediaPipe Hand Landmarker</a:t>
            </a:r>
            <a:r>
              <a:rPr b="0" lang="ja-JP" sz="2000" strike="noStrike" u="none">
                <a:solidFill>
                  <a:srgbClr val="000000"/>
                </a:solidFill>
                <a:effectLst/>
                <a:uFillTx/>
                <a:latin typeface="Arial"/>
              </a:rPr>
              <a:t>は主に映像から手の</a:t>
            </a:r>
            <a:r>
              <a:rPr b="0" lang="en-US" sz="2000" strike="noStrike" u="none">
                <a:solidFill>
                  <a:srgbClr val="000000"/>
                </a:solidFill>
                <a:effectLst/>
                <a:uFillTx/>
                <a:latin typeface="Arial"/>
              </a:rPr>
              <a:t>2</a:t>
            </a:r>
            <a:r>
              <a:rPr b="0" lang="ja-JP" sz="2000" strike="noStrike" u="none">
                <a:solidFill>
                  <a:srgbClr val="000000"/>
                </a:solidFill>
                <a:effectLst/>
                <a:uFillTx/>
                <a:latin typeface="Arial"/>
              </a:rPr>
              <a:t>次元座標を推定するために用いられますが、</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座標を含む</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次元推定も可能です。</a:t>
            </a:r>
            <a:br>
              <a:rPr sz="2000"/>
            </a:br>
            <a:r>
              <a:rPr b="0" lang="ja-JP" sz="2000" strike="noStrike" u="none">
                <a:solidFill>
                  <a:srgbClr val="000000"/>
                </a:solidFill>
                <a:effectLst/>
                <a:uFillTx/>
                <a:latin typeface="Arial"/>
              </a:rPr>
              <a:t>昨年度の先行研究ではこの</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次元座標推定を利用しましたが、奥行方向の精度に大きな問題があることが分かりました。</a:t>
            </a:r>
            <a:br>
              <a:rPr sz="2000"/>
            </a:br>
            <a:r>
              <a:rPr b="0" lang="ja-JP" sz="2000" strike="noStrike" u="none">
                <a:solidFill>
                  <a:srgbClr val="000000"/>
                </a:solidFill>
                <a:effectLst/>
                <a:uFillTx/>
                <a:latin typeface="Arial"/>
              </a:rPr>
              <a:t>写真のように手を平面に置いて座標推定を行った場合の結果がこのようになっています。このグラフは</a:t>
            </a:r>
            <a:r>
              <a:rPr b="0" lang="en-US" sz="2000" strike="noStrike" u="none">
                <a:solidFill>
                  <a:srgbClr val="000000"/>
                </a:solidFill>
                <a:effectLst/>
                <a:uFillTx/>
                <a:latin typeface="Arial"/>
              </a:rPr>
              <a:t>xz</a:t>
            </a:r>
            <a:r>
              <a:rPr b="0" lang="ja-JP" sz="2000" strike="noStrike" u="none">
                <a:solidFill>
                  <a:srgbClr val="000000"/>
                </a:solidFill>
                <a:effectLst/>
                <a:uFillTx/>
                <a:latin typeface="Arial"/>
              </a:rPr>
              <a:t>座標を表していて、手を真横から見たものに相当します。このあたりが中指や薬指、小指、そして人差し指、親指のように分布しています。平面上に手を置いているにも関わらず、推定された各点は</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軸方向に大きくばらつき、特に親指では最大</a:t>
            </a:r>
            <a:r>
              <a:rPr b="0" lang="en-US" sz="2000" strike="noStrike" u="none">
                <a:solidFill>
                  <a:srgbClr val="000000"/>
                </a:solidFill>
                <a:effectLst/>
                <a:uFillTx/>
                <a:latin typeface="Arial"/>
              </a:rPr>
              <a:t>40mm</a:t>
            </a:r>
            <a:r>
              <a:rPr b="0" lang="ja-JP" sz="2000" strike="noStrike" u="none">
                <a:solidFill>
                  <a:srgbClr val="000000"/>
                </a:solidFill>
                <a:effectLst/>
                <a:uFillTx/>
                <a:latin typeface="Arial"/>
              </a:rPr>
              <a:t>以上の誤差が生じています。</a:t>
            </a:r>
            <a:br>
              <a:rPr sz="2000"/>
            </a:br>
            <a:r>
              <a:rPr b="0" lang="ja-JP" sz="2000" strike="noStrike" u="none">
                <a:solidFill>
                  <a:srgbClr val="000000"/>
                </a:solidFill>
                <a:effectLst/>
                <a:uFillTx/>
                <a:latin typeface="Arial"/>
              </a:rPr>
              <a:t>このままシステムに組み込むにはｚ軸方向の精度が不十分で、改善が求められていました。</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236</a:t>
            </a:r>
            <a:endParaRPr b="0" lang="en-US" sz="20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0" y="812880"/>
            <a:ext cx="0" cy="0"/>
          </a:xfrm>
          <a:prstGeom prst="rect">
            <a:avLst/>
          </a:prstGeom>
          <a:ln w="0">
            <a:noFill/>
          </a:ln>
        </p:spPr>
      </p:sp>
      <p:sp>
        <p:nvSpPr>
          <p:cNvPr id="244"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そこで本研究は、前述したとおりの「</a:t>
            </a:r>
            <a:r>
              <a:rPr b="0" lang="ja-JP" sz="1200" strike="noStrike" u="none">
                <a:solidFill>
                  <a:schemeClr val="dk1"/>
                </a:solidFill>
                <a:effectLst/>
                <a:uFillTx/>
                <a:latin typeface="Aptos"/>
              </a:rPr>
              <a:t>入力を行う手やキーボードの映像から正しい入力が行われているか判定するシステム</a:t>
            </a:r>
            <a:r>
              <a:rPr b="0" lang="ja-JP" sz="2000" strike="noStrike" u="none">
                <a:solidFill>
                  <a:srgbClr val="000000"/>
                </a:solidFill>
                <a:effectLst/>
                <a:uFillTx/>
                <a:latin typeface="Aptos"/>
              </a:rPr>
              <a:t>を開発する」ため</a:t>
            </a:r>
            <a:r>
              <a:rPr b="0" lang="ja-JP" sz="1200" strike="noStrike" u="none">
                <a:solidFill>
                  <a:schemeClr val="dk1"/>
                </a:solidFill>
                <a:effectLst/>
                <a:uFillTx/>
                <a:latin typeface="ＭＳ Ｐゴシック"/>
                <a:ea typeface="ＭＳ Ｐゴシック"/>
              </a:rPr>
              <a:t>に必要な</a:t>
            </a:r>
            <a:endParaRPr b="0" lang="en-US" sz="1200" strike="noStrike" u="none">
              <a:solidFill>
                <a:srgbClr val="000000"/>
              </a:solidFill>
              <a:effectLst/>
              <a:uFillTx/>
              <a:latin typeface="Arial"/>
            </a:endParaRPr>
          </a:p>
          <a:p>
            <a:pPr indent="0">
              <a:lnSpc>
                <a:spcPct val="100000"/>
              </a:lnSpc>
              <a:buNone/>
              <a:tabLst>
                <a:tab algn="l" pos="0"/>
              </a:tabLst>
            </a:pPr>
            <a:r>
              <a:rPr b="0" lang="ja-JP" sz="1200" strike="noStrike" u="none">
                <a:solidFill>
                  <a:schemeClr val="dk1"/>
                </a:solidFill>
                <a:effectLst/>
                <a:uFillTx/>
                <a:latin typeface="ＭＳ Ｐゴシック"/>
                <a:ea typeface="ＭＳ Ｐゴシック"/>
              </a:rPr>
              <a:t>「座標推定の精度改善」も</a:t>
            </a:r>
            <a:r>
              <a:rPr b="0" lang="ja-JP" sz="2000" strike="noStrike" u="none">
                <a:solidFill>
                  <a:srgbClr val="000000"/>
                </a:solidFill>
                <a:effectLst/>
                <a:uFillTx/>
                <a:latin typeface="ＭＳ Ｐゴシック"/>
                <a:ea typeface="ＭＳ Ｐゴシック"/>
              </a:rPr>
              <a:t>もう一つの</a:t>
            </a:r>
            <a:r>
              <a:rPr b="0" lang="ja-JP" sz="1200" strike="noStrike" u="none">
                <a:solidFill>
                  <a:schemeClr val="dk1"/>
                </a:solidFill>
                <a:effectLst/>
                <a:uFillTx/>
                <a:latin typeface="ＭＳ Ｐゴシック"/>
                <a:ea typeface="ＭＳ Ｐゴシック"/>
              </a:rPr>
              <a:t>重要な目的となっています。</a:t>
            </a:r>
            <a:endParaRPr b="0" lang="en-US" sz="12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ＭＳ Ｐゴシック"/>
                <a:ea typeface="ＭＳ Ｐゴシック"/>
              </a:rPr>
              <a:t>その方法として、両眼カメラを用いた三角測量により</a:t>
            </a:r>
            <a:r>
              <a:rPr b="0" lang="en-US" sz="2000" strike="noStrike" u="none">
                <a:solidFill>
                  <a:srgbClr val="000000"/>
                </a:solidFill>
                <a:effectLst/>
                <a:uFillTx/>
                <a:latin typeface="ＭＳ Ｐゴシック"/>
                <a:ea typeface="ＭＳ Ｐゴシック"/>
              </a:rPr>
              <a:t>3</a:t>
            </a:r>
            <a:r>
              <a:rPr b="0" lang="ja-JP" sz="2000" strike="noStrike" u="none">
                <a:solidFill>
                  <a:srgbClr val="000000"/>
                </a:solidFill>
                <a:effectLst/>
                <a:uFillTx/>
                <a:latin typeface="ＭＳ Ｐゴシック"/>
                <a:ea typeface="ＭＳ Ｐゴシック"/>
              </a:rPr>
              <a:t>次元座標を推定し、その精度を評価します。</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245" name="PlaceHolder 3"/>
          <p:cNvSpPr>
            <a:spLocks noGrp="1"/>
          </p:cNvSpPr>
          <p:nvPr>
            <p:ph type="sldNum" idx="83"/>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6BFA58AB-38B9-47DA-84BA-C307031F15D0}"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0" y="812880"/>
            <a:ext cx="0" cy="0"/>
          </a:xfrm>
          <a:prstGeom prst="rect">
            <a:avLst/>
          </a:prstGeom>
          <a:ln w="0">
            <a:noFill/>
          </a:ln>
        </p:spPr>
      </p:sp>
      <p:sp>
        <p:nvSpPr>
          <p:cNvPr id="247"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具体的な座標推定の手順の概要はこのようになっています。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２台の</a:t>
            </a:r>
            <a:r>
              <a:rPr b="0" lang="en-US" sz="2000" strike="noStrike" u="none">
                <a:solidFill>
                  <a:srgbClr val="000000"/>
                </a:solidFill>
                <a:effectLst/>
                <a:uFillTx/>
                <a:latin typeface="Arial"/>
              </a:rPr>
              <a:t>Web</a:t>
            </a:r>
            <a:r>
              <a:rPr b="0" lang="ja-JP" sz="2000" strike="noStrike" u="none">
                <a:solidFill>
                  <a:srgbClr val="000000"/>
                </a:solidFill>
                <a:effectLst/>
                <a:uFillTx/>
                <a:latin typeface="Arial"/>
              </a:rPr>
              <a:t>カメラから映像を取得し、 </a:t>
            </a:r>
            <a:r>
              <a:rPr b="0" lang="en-US" sz="2000" strike="noStrike" u="none">
                <a:solidFill>
                  <a:srgbClr val="000000"/>
                </a:solidFill>
                <a:effectLst/>
                <a:uFillTx/>
                <a:latin typeface="Arial"/>
              </a:rPr>
              <a:t>MediaPipe Hand Landmarker</a:t>
            </a:r>
            <a:r>
              <a:rPr b="0" lang="ja-JP" sz="2000" strike="noStrike" u="none">
                <a:solidFill>
                  <a:srgbClr val="000000"/>
                </a:solidFill>
                <a:effectLst/>
                <a:uFillTx/>
                <a:latin typeface="Arial"/>
              </a:rPr>
              <a:t>によりそれぞれの手の二次元座標を推定、 </a:t>
            </a:r>
            <a:r>
              <a:rPr b="0" lang="en-US" sz="2000" strike="noStrike" u="none">
                <a:solidFill>
                  <a:srgbClr val="000000"/>
                </a:solidFill>
                <a:effectLst/>
                <a:uFillTx/>
                <a:latin typeface="Arial"/>
              </a:rPr>
              <a:t>OpenCV</a:t>
            </a:r>
            <a:r>
              <a:rPr b="0" lang="ja-JP" sz="2000" strike="noStrike" u="none">
                <a:solidFill>
                  <a:srgbClr val="000000"/>
                </a:solidFill>
                <a:effectLst/>
                <a:uFillTx/>
                <a:latin typeface="Arial"/>
              </a:rPr>
              <a:t>を用いて三角測量を行い三次元座標を推定します。</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248" name="PlaceHolder 3"/>
          <p:cNvSpPr>
            <a:spLocks noGrp="1"/>
          </p:cNvSpPr>
          <p:nvPr>
            <p:ph type="sldNum" idx="84"/>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8916FD8B-419F-4E95-A9DF-7127B596A982}"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0" y="812880"/>
            <a:ext cx="0" cy="0"/>
          </a:xfrm>
          <a:prstGeom prst="rect">
            <a:avLst/>
          </a:prstGeom>
          <a:ln w="0">
            <a:noFill/>
          </a:ln>
        </p:spPr>
      </p:sp>
      <p:sp>
        <p:nvSpPr>
          <p:cNvPr id="250"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三角測量を正確に行うためには、映像上の二次元座標だけでなく、レンズの歪みなどを補正してくれる内部パラメータと、２台のカメラ間の位置関係を表す外部パラメータが必要になります。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内部パラメータはカメラキャリブレーション、外部パラメータはステレオキャリブレーションでそれぞれ求めることができ、</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今回、これらのキャリブレーションはどちらも </a:t>
            </a:r>
            <a:r>
              <a:rPr b="0" lang="en-US" sz="2000" strike="noStrike" u="none">
                <a:solidFill>
                  <a:srgbClr val="000000"/>
                </a:solidFill>
                <a:effectLst/>
                <a:uFillTx/>
                <a:latin typeface="Arial"/>
              </a:rPr>
              <a:t>Zhang(</a:t>
            </a:r>
            <a:r>
              <a:rPr b="0" lang="ja-JP" sz="2000" strike="noStrike" u="none">
                <a:solidFill>
                  <a:srgbClr val="000000"/>
                </a:solidFill>
                <a:effectLst/>
                <a:uFillTx/>
                <a:latin typeface="Arial"/>
              </a:rPr>
              <a:t>ジャン</a:t>
            </a:r>
            <a:r>
              <a:rPr b="0" lang="en-US" sz="2000" strike="noStrike" u="none">
                <a:solidFill>
                  <a:srgbClr val="000000"/>
                </a:solidFill>
                <a:effectLst/>
                <a:uFillTx/>
                <a:latin typeface="Arial"/>
              </a:rPr>
              <a:t>)</a:t>
            </a:r>
            <a:r>
              <a:rPr b="0" lang="ja-JP" sz="2000" strike="noStrike" u="none">
                <a:solidFill>
                  <a:srgbClr val="000000"/>
                </a:solidFill>
                <a:effectLst/>
                <a:uFillTx/>
                <a:latin typeface="Arial"/>
              </a:rPr>
              <a:t>の方法を用いて行いました。</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これはチェスボードのような、特徴点が明確で、それらの位置関係が規則的なパターンを、様々な角度から、複数枚撮影することでキャリブレーションを行う方法です。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 Zhang(</a:t>
            </a:r>
            <a:r>
              <a:rPr b="0" lang="ja-JP" sz="2000" strike="noStrike" u="none">
                <a:solidFill>
                  <a:srgbClr val="000000"/>
                </a:solidFill>
                <a:effectLst/>
                <a:uFillTx/>
                <a:latin typeface="Arial"/>
              </a:rPr>
              <a:t>ジャン</a:t>
            </a:r>
            <a:r>
              <a:rPr b="0" lang="en-US" sz="2000" strike="noStrike" u="none">
                <a:solidFill>
                  <a:srgbClr val="000000"/>
                </a:solidFill>
                <a:effectLst/>
                <a:uFillTx/>
                <a:latin typeface="Arial"/>
              </a:rPr>
              <a:t>)</a:t>
            </a:r>
            <a:r>
              <a:rPr b="0" lang="ja-JP" sz="2000" strike="noStrike" u="none">
                <a:solidFill>
                  <a:srgbClr val="000000"/>
                </a:solidFill>
                <a:effectLst/>
                <a:uFillTx/>
                <a:latin typeface="Arial"/>
              </a:rPr>
              <a:t>の方法はすでに分かっている既知の三次元座標と、画像上で推定された二次元座標の対応が必要になり、この座標にチェスボードのコーナーを利用しています。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416</a:t>
            </a:r>
            <a:endParaRPr b="0" lang="en-US" sz="2000" strike="noStrike" u="none">
              <a:solidFill>
                <a:srgbClr val="000000"/>
              </a:solidFill>
              <a:effectLst/>
              <a:uFillTx/>
              <a:latin typeface="Arial"/>
            </a:endParaRPr>
          </a:p>
        </p:txBody>
      </p:sp>
      <p:sp>
        <p:nvSpPr>
          <p:cNvPr id="251" name="PlaceHolder 3"/>
          <p:cNvSpPr>
            <a:spLocks noGrp="1"/>
          </p:cNvSpPr>
          <p:nvPr>
            <p:ph type="sldNum" idx="85"/>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2AE9F931-3E6E-4FC7-B00B-B2BCF24D0DEF}"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0" y="812880"/>
            <a:ext cx="0" cy="0"/>
          </a:xfrm>
          <a:prstGeom prst="rect">
            <a:avLst/>
          </a:prstGeom>
          <a:ln w="0">
            <a:noFill/>
          </a:ln>
        </p:spPr>
      </p:sp>
      <p:sp>
        <p:nvSpPr>
          <p:cNvPr id="253"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そのように求められた内部パラメータと外部パラメータから、三角測量に必要となる射影行列を求めることができます。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射影行列は次のような式で求められ、三次元座標系から二次元の画像座標系への変換を表します。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ここで、</a:t>
            </a:r>
            <a:r>
              <a:rPr b="0" lang="en-US" sz="2000" strike="noStrike" u="none">
                <a:solidFill>
                  <a:srgbClr val="000000"/>
                </a:solidFill>
                <a:effectLst/>
                <a:uFillTx/>
                <a:latin typeface="Arial"/>
              </a:rPr>
              <a:t>K</a:t>
            </a:r>
            <a:r>
              <a:rPr b="0" lang="ja-JP" sz="2000" strike="noStrike" u="none">
                <a:solidFill>
                  <a:srgbClr val="000000"/>
                </a:solidFill>
                <a:effectLst/>
                <a:uFillTx/>
                <a:latin typeface="Arial"/>
              </a:rPr>
              <a:t>は内部パラメータ、 </a:t>
            </a:r>
            <a:r>
              <a:rPr b="0" lang="en-US" sz="2000" strike="noStrike" u="none">
                <a:solidFill>
                  <a:srgbClr val="000000"/>
                </a:solidFill>
                <a:effectLst/>
                <a:uFillTx/>
                <a:latin typeface="Arial"/>
              </a:rPr>
              <a:t>R</a:t>
            </a:r>
            <a:r>
              <a:rPr b="0" lang="ja-JP" sz="2000" strike="noStrike" u="none">
                <a:solidFill>
                  <a:srgbClr val="000000"/>
                </a:solidFill>
                <a:effectLst/>
                <a:uFillTx/>
                <a:latin typeface="Arial"/>
              </a:rPr>
              <a:t>はカメラの姿勢を表す回転行列、ｔはカメラの位置を表す並進ベクトルで、 </a:t>
            </a:r>
            <a:r>
              <a:rPr b="0" lang="en-US" sz="2000" strike="noStrike" u="none">
                <a:solidFill>
                  <a:srgbClr val="000000"/>
                </a:solidFill>
                <a:effectLst/>
                <a:uFillTx/>
                <a:latin typeface="Arial"/>
              </a:rPr>
              <a:t>R</a:t>
            </a:r>
            <a:r>
              <a:rPr b="0" lang="ja-JP" sz="2000" strike="noStrike" u="none">
                <a:solidFill>
                  <a:srgbClr val="000000"/>
                </a:solidFill>
                <a:effectLst/>
                <a:uFillTx/>
                <a:latin typeface="Arial"/>
              </a:rPr>
              <a:t>とｔを合わせてカメラの位置関係を表す外部パラメータとなっています。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455</a:t>
            </a:r>
            <a:endParaRPr b="0" lang="en-US" sz="2000" strike="noStrike" u="none">
              <a:solidFill>
                <a:srgbClr val="000000"/>
              </a:solidFill>
              <a:effectLst/>
              <a:uFillTx/>
              <a:latin typeface="Arial"/>
            </a:endParaRPr>
          </a:p>
        </p:txBody>
      </p:sp>
      <p:sp>
        <p:nvSpPr>
          <p:cNvPr id="254" name="PlaceHolder 3"/>
          <p:cNvSpPr>
            <a:spLocks noGrp="1"/>
          </p:cNvSpPr>
          <p:nvPr>
            <p:ph type="sldNum" idx="86"/>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9F0EBA32-A008-4A17-8EA5-E65E63782407}"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0" y="812880"/>
            <a:ext cx="0" cy="0"/>
          </a:xfrm>
          <a:prstGeom prst="rect">
            <a:avLst/>
          </a:prstGeom>
          <a:ln w="0">
            <a:noFill/>
          </a:ln>
        </p:spPr>
      </p:sp>
      <p:sp>
        <p:nvSpPr>
          <p:cNvPr id="256"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ea typeface="Noto Sans CJK JP"/>
              </a:rPr>
              <a:t>キャリブレーションで射影行列を求めた後は、この方程式を用いて三角測量を行い、三次元座標を推定します。</a:t>
            </a:r>
            <a:br>
              <a:rPr sz="2000"/>
            </a:br>
            <a:r>
              <a:rPr b="0" lang="ja-JP" sz="2000" strike="noStrike" u="none">
                <a:solidFill>
                  <a:srgbClr val="000000"/>
                </a:solidFill>
                <a:effectLst/>
                <a:uFillTx/>
                <a:latin typeface="Arial"/>
                <a:ea typeface="Noto Sans CJK JP"/>
              </a:rPr>
              <a:t>ここで スモール</a:t>
            </a:r>
            <a:r>
              <a:rPr b="0" i="1" lang="en-US" sz="2000" strike="noStrike" u="none">
                <a:solidFill>
                  <a:srgbClr val="000000"/>
                </a:solidFill>
                <a:effectLst/>
                <a:uFillTx/>
                <a:latin typeface="Arial"/>
                <a:ea typeface="Noto Sans CJK JP"/>
              </a:rPr>
              <a:t>x</a:t>
            </a:r>
            <a:r>
              <a:rPr b="0" lang="en-US" sz="2000" strike="noStrike" u="none">
                <a:solidFill>
                  <a:srgbClr val="000000"/>
                </a:solidFill>
                <a:effectLst/>
                <a:uFillTx/>
                <a:latin typeface="Arial"/>
                <a:ea typeface="Noto Sans CJK JP"/>
              </a:rPr>
              <a:t> </a:t>
            </a:r>
            <a:r>
              <a:rPr b="0" lang="ja-JP" sz="2000" strike="noStrike" u="none">
                <a:solidFill>
                  <a:srgbClr val="000000"/>
                </a:solidFill>
                <a:effectLst/>
                <a:uFillTx/>
                <a:latin typeface="Arial"/>
                <a:ea typeface="Noto Sans CJK JP"/>
              </a:rPr>
              <a:t>は映像上の二次元座標、</a:t>
            </a:r>
            <a:r>
              <a:rPr b="0" i="1" lang="en-US" sz="2000" strike="noStrike" u="none">
                <a:solidFill>
                  <a:srgbClr val="000000"/>
                </a:solidFill>
                <a:effectLst/>
                <a:uFillTx/>
                <a:latin typeface="Arial"/>
                <a:ea typeface="Noto Sans CJK JP"/>
              </a:rPr>
              <a:t>P₁</a:t>
            </a:r>
            <a:r>
              <a:rPr b="0" lang="ja-JP" sz="2000" strike="noStrike" u="none">
                <a:solidFill>
                  <a:srgbClr val="000000"/>
                </a:solidFill>
                <a:effectLst/>
                <a:uFillTx/>
                <a:latin typeface="Arial"/>
                <a:ea typeface="Noto Sans CJK JP"/>
              </a:rPr>
              <a:t>・</a:t>
            </a:r>
            <a:r>
              <a:rPr b="0" i="1" lang="en-US" sz="2000" strike="noStrike" u="none">
                <a:solidFill>
                  <a:srgbClr val="000000"/>
                </a:solidFill>
                <a:effectLst/>
                <a:uFillTx/>
                <a:latin typeface="Arial"/>
                <a:ea typeface="Noto Sans CJK JP"/>
              </a:rPr>
              <a:t>P₂</a:t>
            </a:r>
            <a:r>
              <a:rPr b="0" lang="en-US" sz="2000" strike="noStrike" u="none">
                <a:solidFill>
                  <a:srgbClr val="000000"/>
                </a:solidFill>
                <a:effectLst/>
                <a:uFillTx/>
                <a:latin typeface="Arial"/>
                <a:ea typeface="Noto Sans CJK JP"/>
              </a:rPr>
              <a:t> </a:t>
            </a:r>
            <a:r>
              <a:rPr b="0" lang="ja-JP" sz="2000" strike="noStrike" u="none">
                <a:solidFill>
                  <a:srgbClr val="000000"/>
                </a:solidFill>
                <a:effectLst/>
                <a:uFillTx/>
                <a:latin typeface="Arial"/>
                <a:ea typeface="Noto Sans CJK JP"/>
              </a:rPr>
              <a:t>は左右カメラの射影行列を表し、これら既知の値から</a:t>
            </a:r>
            <a:r>
              <a:rPr b="0" lang="ja-JP" sz="2000" strike="noStrike" u="none">
                <a:solidFill>
                  <a:srgbClr val="000000"/>
                </a:solidFill>
                <a:effectLst/>
                <a:uFillTx/>
                <a:latin typeface="Arial"/>
              </a:rPr>
              <a:t>求めたい三次元座標であるラージ</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を求めます。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射影行列は、</a:t>
            </a:r>
            <a:r>
              <a:rPr b="0" lang="en-US" sz="2000" strike="noStrike" u="none">
                <a:solidFill>
                  <a:srgbClr val="000000"/>
                </a:solidFill>
                <a:effectLst/>
                <a:uFillTx/>
                <a:latin typeface="Arial"/>
              </a:rPr>
              <a:t>3</a:t>
            </a:r>
            <a:r>
              <a:rPr b="0" lang="ja-JP" sz="2000" strike="noStrike" u="none">
                <a:solidFill>
                  <a:srgbClr val="000000"/>
                </a:solidFill>
                <a:effectLst/>
                <a:uFillTx/>
                <a:latin typeface="Arial"/>
              </a:rPr>
              <a:t>次元座標を画像上の</a:t>
            </a:r>
            <a:r>
              <a:rPr b="0" lang="en-US" sz="2000" strike="noStrike" u="none">
                <a:solidFill>
                  <a:srgbClr val="000000"/>
                </a:solidFill>
                <a:effectLst/>
                <a:uFillTx/>
                <a:latin typeface="Arial"/>
              </a:rPr>
              <a:t>2</a:t>
            </a:r>
            <a:r>
              <a:rPr b="0" lang="ja-JP" sz="2000" strike="noStrike" u="none">
                <a:solidFill>
                  <a:srgbClr val="000000"/>
                </a:solidFill>
                <a:effectLst/>
                <a:uFillTx/>
                <a:latin typeface="Arial"/>
              </a:rPr>
              <a:t>次元座標に変換する行列です。</a:t>
            </a:r>
            <a:br>
              <a:rPr sz="2000"/>
            </a:br>
            <a:r>
              <a:rPr b="0" lang="ja-JP" sz="2000" strike="noStrike" u="none">
                <a:solidFill>
                  <a:srgbClr val="000000"/>
                </a:solidFill>
                <a:effectLst/>
                <a:uFillTx/>
                <a:latin typeface="Arial"/>
              </a:rPr>
              <a:t>そのため、世界座標 ラージ</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に射影行列 </a:t>
            </a:r>
            <a:r>
              <a:rPr b="0" i="1" lang="en-US" sz="2000" strike="noStrike" u="none">
                <a:solidFill>
                  <a:srgbClr val="000000"/>
                </a:solidFill>
                <a:effectLst/>
                <a:uFillTx/>
                <a:latin typeface="Arial"/>
              </a:rPr>
              <a:t>P</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をかけることで 二次元座標スモール</a:t>
            </a:r>
            <a:r>
              <a:rPr b="0" i="1" lang="en-US" sz="2000" strike="noStrike" u="none">
                <a:solidFill>
                  <a:srgbClr val="000000"/>
                </a:solidFill>
                <a:effectLst/>
                <a:uFillTx/>
                <a:latin typeface="Arial"/>
              </a:rPr>
              <a:t>x</a:t>
            </a:r>
            <a:r>
              <a:rPr b="0" lang="en-US" sz="2000" strike="noStrike" u="none">
                <a:solidFill>
                  <a:srgbClr val="000000"/>
                </a:solidFill>
                <a:effectLst/>
                <a:uFillTx/>
                <a:latin typeface="Arial"/>
              </a:rPr>
              <a:t> </a:t>
            </a:r>
            <a:r>
              <a:rPr b="0" lang="ja-JP" sz="2000" strike="noStrike" u="none">
                <a:solidFill>
                  <a:srgbClr val="000000"/>
                </a:solidFill>
                <a:effectLst/>
                <a:uFillTx/>
                <a:latin typeface="Arial"/>
              </a:rPr>
              <a:t>が得られ、この関係から三角測量の方程式を立てることができます。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535</a:t>
            </a:r>
            <a:endParaRPr b="0" lang="en-US" sz="2000" strike="noStrike" u="none">
              <a:solidFill>
                <a:srgbClr val="000000"/>
              </a:solidFill>
              <a:effectLst/>
              <a:uFillTx/>
              <a:latin typeface="Arial"/>
            </a:endParaRPr>
          </a:p>
          <a:p>
            <a:pPr indent="0">
              <a:lnSpc>
                <a:spcPct val="100000"/>
              </a:lnSpc>
              <a:buNone/>
              <a:tabLst>
                <a:tab algn="l" pos="0"/>
              </a:tabLst>
            </a:pPr>
            <a:endParaRPr b="0" lang="en-US" sz="2000" strike="noStrike" u="none">
              <a:solidFill>
                <a:srgbClr val="000000"/>
              </a:solidFill>
              <a:effectLst/>
              <a:uFillTx/>
              <a:latin typeface="Arial"/>
            </a:endParaRPr>
          </a:p>
        </p:txBody>
      </p:sp>
      <p:sp>
        <p:nvSpPr>
          <p:cNvPr id="257" name="PlaceHolder 3"/>
          <p:cNvSpPr>
            <a:spLocks noGrp="1"/>
          </p:cNvSpPr>
          <p:nvPr>
            <p:ph type="sldNum" idx="87"/>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5CA25B20-E12E-4187-95F0-8A775D83506D}"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0" y="812880"/>
            <a:ext cx="0" cy="0"/>
          </a:xfrm>
          <a:prstGeom prst="rect">
            <a:avLst/>
          </a:prstGeom>
          <a:ln w="0">
            <a:noFill/>
          </a:ln>
        </p:spPr>
      </p:sp>
      <p:sp>
        <p:nvSpPr>
          <p:cNvPr id="259"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研究の現状です。現時点でリアルタイムでの三次元座標推定が実装できています。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画像のようにキーボードのホームポジションに置いた両手の各座標点が、３</a:t>
            </a:r>
            <a:r>
              <a:rPr b="0" lang="en-US" sz="2000" strike="noStrike" u="none">
                <a:solidFill>
                  <a:srgbClr val="000000"/>
                </a:solidFill>
                <a:effectLst/>
                <a:uFillTx/>
                <a:latin typeface="Arial"/>
              </a:rPr>
              <a:t>d</a:t>
            </a:r>
            <a:r>
              <a:rPr b="0" lang="ja-JP" sz="2000" strike="noStrike" u="none">
                <a:solidFill>
                  <a:srgbClr val="000000"/>
                </a:solidFill>
                <a:effectLst/>
                <a:uFillTx/>
                <a:latin typeface="Arial"/>
              </a:rPr>
              <a:t>グラフとして表示できています。座標の精度としても、目測ではありますが概ね手の形を表せる程度になっています。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 555</a:t>
            </a:r>
            <a:endParaRPr b="0" lang="en-US" sz="2000" strike="noStrike" u="none">
              <a:solidFill>
                <a:srgbClr val="000000"/>
              </a:solidFill>
              <a:effectLst/>
              <a:uFillTx/>
              <a:latin typeface="Arial"/>
            </a:endParaRPr>
          </a:p>
        </p:txBody>
      </p:sp>
      <p:sp>
        <p:nvSpPr>
          <p:cNvPr id="260" name="PlaceHolder 3"/>
          <p:cNvSpPr>
            <a:spLocks noGrp="1"/>
          </p:cNvSpPr>
          <p:nvPr>
            <p:ph type="sldNum" idx="88"/>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19773879-FA54-4F42-8B29-DDA884473397}"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0" y="812880"/>
            <a:ext cx="0" cy="0"/>
          </a:xfrm>
          <a:prstGeom prst="rect">
            <a:avLst/>
          </a:prstGeom>
          <a:ln w="0">
            <a:noFill/>
          </a:ln>
        </p:spPr>
      </p:sp>
      <p:sp>
        <p:nvSpPr>
          <p:cNvPr id="262"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en-US" sz="2000" strike="noStrike" u="none">
                <a:solidFill>
                  <a:srgbClr val="000000"/>
                </a:solidFill>
                <a:effectLst/>
                <a:uFillTx/>
                <a:latin typeface="Arial"/>
              </a:rPr>
              <a:t> MediaPipe Hand Landmarker</a:t>
            </a:r>
            <a:r>
              <a:rPr b="0" lang="ja-JP" sz="2000" strike="noStrike" u="none">
                <a:solidFill>
                  <a:srgbClr val="000000"/>
                </a:solidFill>
                <a:effectLst/>
                <a:uFillTx/>
                <a:latin typeface="Arial"/>
              </a:rPr>
              <a:t>の懸念点であった</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軸座標の推定についても改善できました。</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写真のように平面に置いた両手の座標を推定した結果ががこのようになっています。先行研究に比べ各座標点の</a:t>
            </a:r>
            <a:r>
              <a:rPr b="0" lang="en-US" sz="2000" strike="noStrike" u="none">
                <a:solidFill>
                  <a:srgbClr val="000000"/>
                </a:solidFill>
                <a:effectLst/>
                <a:uFillTx/>
                <a:latin typeface="Arial"/>
              </a:rPr>
              <a:t>Z</a:t>
            </a:r>
            <a:r>
              <a:rPr b="0" lang="ja-JP" sz="2000" strike="noStrike" u="none">
                <a:solidFill>
                  <a:srgbClr val="000000"/>
                </a:solidFill>
                <a:effectLst/>
                <a:uFillTx/>
                <a:latin typeface="Arial"/>
              </a:rPr>
              <a:t>軸方向のばらつきが大幅に小さくなっていることがわかります。</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615</a:t>
            </a:r>
            <a:endParaRPr b="0" lang="en-US" sz="2000" strike="noStrike" u="none">
              <a:solidFill>
                <a:srgbClr val="000000"/>
              </a:solidFill>
              <a:effectLst/>
              <a:uFillTx/>
              <a:latin typeface="Arial"/>
            </a:endParaRPr>
          </a:p>
        </p:txBody>
      </p:sp>
      <p:sp>
        <p:nvSpPr>
          <p:cNvPr id="263" name="PlaceHolder 3"/>
          <p:cNvSpPr>
            <a:spLocks noGrp="1"/>
          </p:cNvSpPr>
          <p:nvPr>
            <p:ph type="sldNum" idx="89"/>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40E91154-C05E-49B9-A8FD-66EF46929864}"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0" y="812880"/>
            <a:ext cx="0" cy="0"/>
          </a:xfrm>
          <a:prstGeom prst="rect">
            <a:avLst/>
          </a:prstGeom>
          <a:ln w="0">
            <a:noFill/>
          </a:ln>
        </p:spPr>
      </p:sp>
      <p:sp>
        <p:nvSpPr>
          <p:cNvPr id="265" name="PlaceHolder 2"/>
          <p:cNvSpPr>
            <a:spLocks noGrp="1"/>
          </p:cNvSpPr>
          <p:nvPr>
            <p:ph type="body"/>
          </p:nvPr>
        </p:nvSpPr>
        <p:spPr>
          <a:xfrm>
            <a:off x="756000" y="5078520"/>
            <a:ext cx="6044760" cy="4808160"/>
          </a:xfrm>
          <a:prstGeom prst="rect">
            <a:avLst/>
          </a:prstGeom>
          <a:noFill/>
          <a:ln w="0">
            <a:noFill/>
          </a:ln>
        </p:spPr>
        <p:txBody>
          <a:bodyPr lIns="0" rIns="0" tIns="0" bIns="0" anchor="t">
            <a:noAutofit/>
          </a:bodyPr>
          <a:p>
            <a:pPr indent="0">
              <a:lnSpc>
                <a:spcPct val="100000"/>
              </a:lnSpc>
              <a:buNone/>
              <a:tabLst>
                <a:tab algn="l" pos="0"/>
              </a:tabLst>
            </a:pPr>
            <a:r>
              <a:rPr b="0" lang="ja-JP" sz="2000" strike="noStrike" u="none">
                <a:solidFill>
                  <a:srgbClr val="000000"/>
                </a:solidFill>
                <a:effectLst/>
                <a:uFillTx/>
                <a:latin typeface="Arial"/>
              </a:rPr>
              <a:t>今後の方針として、まず座標推定の評価を行います。</a:t>
            </a:r>
            <a:br>
              <a:rPr sz="2000"/>
            </a:br>
            <a:r>
              <a:rPr b="0" lang="ja-JP" sz="2000" strike="noStrike" u="none">
                <a:solidFill>
                  <a:srgbClr val="000000"/>
                </a:solidFill>
                <a:effectLst/>
                <a:uFillTx/>
                <a:latin typeface="Arial"/>
              </a:rPr>
              <a:t>具体的には、映像取得から推定完了までの遅延時間や、推定された座標の誤差を測定し、誤差が大きい場合にはキャリブレーション手法やカメラ間隔の調整によって精度の改善を図ります。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また、三角測量で得られる座標はカメラ基準のカメラ座標系となるため、実際のシステムに組み込むには、キーボードを基準とした世界座標系へ変換する必要があります。</a:t>
            </a:r>
            <a:br>
              <a:rPr sz="2000"/>
            </a:br>
            <a:r>
              <a:rPr b="0" lang="ja-JP" sz="2000" strike="noStrike" u="none">
                <a:solidFill>
                  <a:srgbClr val="000000"/>
                </a:solidFill>
                <a:effectLst/>
                <a:uFillTx/>
                <a:latin typeface="Arial"/>
              </a:rPr>
              <a:t>この部分は共同研究との連携が重要であり、座標評価と並行して進めていきます。</a:t>
            </a:r>
            <a:endParaRPr b="0" lang="en-US" sz="2000" strike="noStrike" u="none">
              <a:solidFill>
                <a:srgbClr val="000000"/>
              </a:solidFill>
              <a:effectLst/>
              <a:uFillTx/>
              <a:latin typeface="Arial"/>
            </a:endParaRPr>
          </a:p>
          <a:p>
            <a:pPr indent="0">
              <a:lnSpc>
                <a:spcPct val="100000"/>
              </a:lnSpc>
              <a:buNone/>
              <a:tabLst>
                <a:tab algn="l" pos="0"/>
              </a:tabLst>
            </a:pPr>
            <a:r>
              <a:rPr b="0" lang="ja-JP" sz="2000" strike="noStrike" u="none">
                <a:solidFill>
                  <a:srgbClr val="000000"/>
                </a:solidFill>
                <a:effectLst/>
                <a:uFillTx/>
                <a:latin typeface="Arial"/>
              </a:rPr>
              <a:t>以上で発表を終わります。</a:t>
            </a:r>
            <a:br>
              <a:rPr sz="2000"/>
            </a:br>
            <a:r>
              <a:rPr b="0" lang="ja-JP" sz="2000" strike="noStrike" u="none">
                <a:solidFill>
                  <a:srgbClr val="000000"/>
                </a:solidFill>
                <a:effectLst/>
                <a:uFillTx/>
                <a:latin typeface="Arial"/>
              </a:rPr>
              <a:t>ご清聴ありがとうございました。</a:t>
            </a:r>
            <a:endParaRPr b="0" lang="en-US" sz="2000" strike="noStrike" u="none">
              <a:solidFill>
                <a:srgbClr val="000000"/>
              </a:solidFill>
              <a:effectLst/>
              <a:uFillTx/>
              <a:latin typeface="Arial"/>
            </a:endParaRPr>
          </a:p>
          <a:p>
            <a:pPr indent="0">
              <a:lnSpc>
                <a:spcPct val="100000"/>
              </a:lnSpc>
              <a:buNone/>
              <a:tabLst>
                <a:tab algn="l" pos="0"/>
              </a:tabLst>
            </a:pPr>
            <a:r>
              <a:rPr b="0" lang="en-US" sz="2000" strike="noStrike" u="none">
                <a:solidFill>
                  <a:srgbClr val="000000"/>
                </a:solidFill>
                <a:effectLst/>
                <a:uFillTx/>
                <a:latin typeface="Arial"/>
              </a:rPr>
              <a:t>657</a:t>
            </a:r>
            <a:endParaRPr b="0" lang="en-US" sz="2000" strike="noStrike" u="none">
              <a:solidFill>
                <a:srgbClr val="000000"/>
              </a:solidFill>
              <a:effectLst/>
              <a:uFillTx/>
              <a:latin typeface="Arial"/>
            </a:endParaRPr>
          </a:p>
        </p:txBody>
      </p:sp>
      <p:sp>
        <p:nvSpPr>
          <p:cNvPr id="266" name="PlaceHolder 3"/>
          <p:cNvSpPr>
            <a:spLocks noGrp="1"/>
          </p:cNvSpPr>
          <p:nvPr>
            <p:ph type="sldNum" idx="90"/>
          </p:nvPr>
        </p:nvSpPr>
        <p:spPr>
          <a:xfrm>
            <a:off x="4278960" y="10157400"/>
            <a:ext cx="3277800" cy="531360"/>
          </a:xfrm>
          <a:prstGeom prst="rect">
            <a:avLst/>
          </a:prstGeom>
          <a:noFill/>
          <a:ln w="0">
            <a:noFill/>
          </a:ln>
        </p:spPr>
        <p:txBody>
          <a:bodyPr lIns="0" rIns="0" tIns="0" bIns="0" anchor="b">
            <a:noAutofit/>
          </a:bodyPr>
          <a:lstStyle>
            <a:lvl1pPr indent="0" algn="r" defTabSz="914400">
              <a:lnSpc>
                <a:spcPct val="100000"/>
              </a:lnSpc>
              <a:buNone/>
              <a:tabLst>
                <a:tab algn="l" pos="0"/>
              </a:tabLst>
              <a:defRPr b="0" lang="en-US" sz="1400" strike="noStrike" u="none">
                <a:solidFill>
                  <a:srgbClr val="000000"/>
                </a:solidFill>
                <a:effectLst/>
                <a:uFillTx/>
                <a:latin typeface="Noto Serif CJK JP"/>
                <a:ea typeface="+mn-ea"/>
              </a:defRPr>
            </a:lvl1pPr>
          </a:lstStyle>
          <a:p>
            <a:pPr indent="0" algn="r" defTabSz="914400">
              <a:lnSpc>
                <a:spcPct val="100000"/>
              </a:lnSpc>
              <a:buNone/>
              <a:tabLst>
                <a:tab algn="l" pos="0"/>
              </a:tabLst>
            </a:pPr>
            <a:fld id="{BC36F213-D734-4582-8A85-95A5EFAE146F}" type="slidenum">
              <a:rPr b="0" lang="en-US" sz="1400" strike="noStrike" u="none">
                <a:solidFill>
                  <a:srgbClr val="000000"/>
                </a:solidFill>
                <a:effectLst/>
                <a:uFillTx/>
                <a:latin typeface="Noto Serif CJK JP"/>
                <a:ea typeface="+mn-ea"/>
              </a:rPr>
              <a:t>&lt;番号&gt;</a:t>
            </a:fld>
            <a:endParaRPr b="0" lang="en-US" sz="1400" strike="noStrike" u="none">
              <a:solidFill>
                <a:srgbClr val="000000"/>
              </a:solidFill>
              <a:effectLst/>
              <a:uFillTx/>
              <a:latin typeface="Noto Serif CJK JP"/>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2 つのコンテンツ">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6"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B86D6613-A1FA-44FF-8690-1151CB81F969}" type="slidenum">
              <a:t>&lt;#&gt;</a:t>
            </a:fld>
          </a:p>
        </p:txBody>
      </p:sp>
      <p:sp>
        <p:nvSpPr>
          <p:cNvPr id="6" name="PlaceHolder 5"/>
          <p:cNvSpPr>
            <a:spLocks noGrp="1"/>
          </p:cNvSpPr>
          <p:nvPr>
            <p:ph type="dt" idx="3"/>
          </p:nvPr>
        </p:nvSpPr>
        <p:spPr/>
        <p:txBody>
          <a:bodyPr/>
          <a:p>
            <a:r>
              <a:rPr lang="ja-JP"/>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比較">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3"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5846906-27F0-4898-AB65-CA0DCE16B226}" type="slidenum">
              <a:t>&lt;#&gt;</a:t>
            </a:fld>
          </a:p>
        </p:txBody>
      </p:sp>
      <p:sp>
        <p:nvSpPr>
          <p:cNvPr id="6" name="PlaceHolder 5"/>
          <p:cNvSpPr>
            <a:spLocks noGrp="1"/>
          </p:cNvSpPr>
          <p:nvPr>
            <p:ph type="dt" idx="6"/>
          </p:nvPr>
        </p:nvSpPr>
        <p:spPr/>
        <p:txBody>
          <a:bodyPr/>
          <a:p>
            <a:r>
              <a:rPr lang="ja-JP"/>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のみ">
    <p:spTree>
      <p:nvGrpSpPr>
        <p:cNvPr id="1" name=""/>
        <p:cNvGrpSpPr/>
        <p:nvPr/>
      </p:nvGrpSpPr>
      <p:grpSpPr>
        <a:xfrm>
          <a:off x="0" y="0"/>
          <a:ext cx="0" cy="0"/>
          <a:chOff x="0" y="0"/>
          <a:chExt cx="0" cy="0"/>
        </a:xfrm>
      </p:grpSpPr>
      <p:sp>
        <p:nvSpPr>
          <p:cNvPr id="19"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20"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72AE8859-AB81-462A-BC37-280183354F09}" type="slidenum">
              <a:t>&lt;#&gt;</a:t>
            </a:fld>
          </a:p>
        </p:txBody>
      </p:sp>
      <p:sp>
        <p:nvSpPr>
          <p:cNvPr id="6" name="PlaceHolder 5"/>
          <p:cNvSpPr>
            <a:spLocks noGrp="1"/>
          </p:cNvSpPr>
          <p:nvPr>
            <p:ph type="dt" idx="9"/>
          </p:nvPr>
        </p:nvSpPr>
        <p:spPr/>
        <p:txBody>
          <a:bodyPr/>
          <a:p>
            <a:r>
              <a:rPr lang="ja-JP"/>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白紙">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27"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CC85247E-EFA0-4E8D-9CA4-3E70D12CCFF8}" type="slidenum">
              <a:t>&lt;#&gt;</a:t>
            </a:fld>
          </a:p>
        </p:txBody>
      </p:sp>
      <p:sp>
        <p:nvSpPr>
          <p:cNvPr id="6" name="PlaceHolder 5"/>
          <p:cNvSpPr>
            <a:spLocks noGrp="1"/>
          </p:cNvSpPr>
          <p:nvPr>
            <p:ph type="dt" idx="12"/>
          </p:nvPr>
        </p:nvSpPr>
        <p:spPr/>
        <p:txBody>
          <a:bodyPr/>
          <a:p>
            <a:r>
              <a:rPr lang="ja-JP"/>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 スライド">
    <p:spTree>
      <p:nvGrpSpPr>
        <p:cNvPr id="1" name=""/>
        <p:cNvGrpSpPr/>
        <p:nvPr/>
      </p:nvGrpSpPr>
      <p:grpSpPr>
        <a:xfrm>
          <a:off x="0" y="0"/>
          <a:ext cx="0" cy="0"/>
          <a:chOff x="0" y="0"/>
          <a:chExt cx="0" cy="0"/>
        </a:xfrm>
      </p:grpSpPr>
      <p:sp>
        <p:nvSpPr>
          <p:cNvPr id="33"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34"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1FF8A777-9E35-4F6C-BC1A-FB22F01E3971}" type="slidenum">
              <a:t>&lt;#&gt;</a:t>
            </a:fld>
          </a:p>
        </p:txBody>
      </p:sp>
      <p:sp>
        <p:nvSpPr>
          <p:cNvPr id="6" name="PlaceHolder 5"/>
          <p:cNvSpPr>
            <a:spLocks noGrp="1"/>
          </p:cNvSpPr>
          <p:nvPr>
            <p:ph type="dt" idx="15"/>
          </p:nvPr>
        </p:nvSpPr>
        <p:spPr/>
        <p:txBody>
          <a:bodyPr/>
          <a:p>
            <a:r>
              <a:rPr lang="ja-JP"/>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41"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59FAF510-621E-48C3-B06A-4B0B06BACECE}" type="slidenum">
              <a:t>&lt;#&gt;</a:t>
            </a:fld>
          </a:p>
        </p:txBody>
      </p:sp>
      <p:sp>
        <p:nvSpPr>
          <p:cNvPr id="6" name="PlaceHolder 5"/>
          <p:cNvSpPr>
            <a:spLocks noGrp="1"/>
          </p:cNvSpPr>
          <p:nvPr>
            <p:ph type="dt" idx="18"/>
          </p:nvPr>
        </p:nvSpPr>
        <p:spPr/>
        <p:txBody>
          <a:bodyPr/>
          <a:p>
            <a:r>
              <a:rPr lang="ja-JP"/>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1">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48"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79A7E42C-45CE-46D5-9189-CD32DE2F2306}" type="slidenum">
              <a:t>&lt;#&gt;</a:t>
            </a:fld>
          </a:p>
        </p:txBody>
      </p:sp>
      <p:sp>
        <p:nvSpPr>
          <p:cNvPr id="6" name="PlaceHolder 5"/>
          <p:cNvSpPr>
            <a:spLocks noGrp="1"/>
          </p:cNvSpPr>
          <p:nvPr>
            <p:ph type="dt" idx="21"/>
          </p:nvPr>
        </p:nvSpPr>
        <p:spPr/>
        <p:txBody>
          <a:bodyPr/>
          <a:p>
            <a:r>
              <a:rPr lang="ja-JP"/>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2">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55"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EDA31F13-0994-4F82-8F4E-90C129C8FDA9}" type="slidenum">
              <a:t>&lt;#&gt;</a:t>
            </a:fld>
          </a:p>
        </p:txBody>
      </p:sp>
      <p:sp>
        <p:nvSpPr>
          <p:cNvPr id="6" name="PlaceHolder 5"/>
          <p:cNvSpPr>
            <a:spLocks noGrp="1"/>
          </p:cNvSpPr>
          <p:nvPr>
            <p:ph type="dt" idx="24"/>
          </p:nvPr>
        </p:nvSpPr>
        <p:spPr/>
        <p:txBody>
          <a:bodyPr/>
          <a:p>
            <a:r>
              <a:rPr lang="ja-JP"/>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標準 2">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57" name="PlaceHolder 2"/>
          <p:cNvSpPr>
            <a:spLocks noGrp="1"/>
          </p:cNvSpPr>
          <p:nvPr>
            <p:ph type="subTitle"/>
          </p:nvPr>
        </p:nvSpPr>
        <p:spPr>
          <a:xfrm>
            <a:off x="838080" y="1825560"/>
            <a:ext cx="10511640" cy="434736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318F2CD9-3226-40DC-A804-FC5FEC1C8C63}" type="slidenum">
              <a:t>&lt;#&gt;</a:t>
            </a:fld>
          </a:p>
        </p:txBody>
      </p:sp>
      <p:sp>
        <p:nvSpPr>
          <p:cNvPr id="6" name="PlaceHolder 5"/>
          <p:cNvSpPr>
            <a:spLocks noGrp="1"/>
          </p:cNvSpPr>
          <p:nvPr>
            <p:ph type="dt" idx="24"/>
          </p:nvPr>
        </p:nvSpPr>
        <p:spPr/>
        <p:txBody>
          <a:bodyPr/>
          <a:p>
            <a:r>
              <a:rPr lang="ja-JP"/>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付きのコンテンツ">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64"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B0AA075A-E09B-4C89-9CC9-232EB2B2D3FE}" type="slidenum">
              <a:t>&lt;#&gt;</a:t>
            </a:fld>
          </a:p>
        </p:txBody>
      </p:sp>
      <p:sp>
        <p:nvSpPr>
          <p:cNvPr id="6" name="PlaceHolder 5"/>
          <p:cNvSpPr>
            <a:spLocks noGrp="1"/>
          </p:cNvSpPr>
          <p:nvPr>
            <p:ph type="dt" idx="27"/>
          </p:nvPr>
        </p:nvSpPr>
        <p:spPr/>
        <p:txBody>
          <a:bodyPr/>
          <a:p>
            <a:r>
              <a:rPr lang="ja-JP"/>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付きの図">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71"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80DF2AE7-BF47-406B-AC39-00BF46502584}" type="slidenum">
              <a:t>&lt;#&gt;</a:t>
            </a:fld>
          </a:p>
        </p:txBody>
      </p:sp>
      <p:sp>
        <p:nvSpPr>
          <p:cNvPr id="6" name="PlaceHolder 5"/>
          <p:cNvSpPr>
            <a:spLocks noGrp="1"/>
          </p:cNvSpPr>
          <p:nvPr>
            <p:ph type="dt" idx="30"/>
          </p:nvPr>
        </p:nvSpPr>
        <p:spPr/>
        <p:txBody>
          <a:bodyPr/>
          <a:p>
            <a:r>
              <a:rPr lang="ja-JP"/>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と縦書きテキスト">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78"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9DF1F311-A01E-4E5D-A47A-B00E628350D9}" type="slidenum">
              <a:t>&lt;#&gt;</a:t>
            </a:fld>
          </a:p>
        </p:txBody>
      </p:sp>
      <p:sp>
        <p:nvSpPr>
          <p:cNvPr id="6" name="PlaceHolder 5"/>
          <p:cNvSpPr>
            <a:spLocks noGrp="1"/>
          </p:cNvSpPr>
          <p:nvPr>
            <p:ph type="dt" idx="33"/>
          </p:nvPr>
        </p:nvSpPr>
        <p:spPr/>
        <p:txBody>
          <a:bodyPr/>
          <a:p>
            <a:r>
              <a:rPr lang="ja-JP"/>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3">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85"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CC9CAAE3-9FCA-4B4B-B79F-E659CCFA023A}" type="slidenum">
              <a:t>&lt;#&gt;</a:t>
            </a:fld>
          </a:p>
        </p:txBody>
      </p:sp>
      <p:sp>
        <p:nvSpPr>
          <p:cNvPr id="6" name="PlaceHolder 5"/>
          <p:cNvSpPr>
            <a:spLocks noGrp="1"/>
          </p:cNvSpPr>
          <p:nvPr>
            <p:ph type="dt" idx="36"/>
          </p:nvPr>
        </p:nvSpPr>
        <p:spPr/>
        <p:txBody>
          <a:bodyPr/>
          <a:p>
            <a:r>
              <a:rPr lang="ja-JP"/>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4">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92"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39976079-338A-4B21-A95F-FD874A71EACF}" type="slidenum">
              <a:t>&lt;#&gt;</a:t>
            </a:fld>
          </a:p>
        </p:txBody>
      </p:sp>
      <p:sp>
        <p:nvSpPr>
          <p:cNvPr id="6" name="PlaceHolder 5"/>
          <p:cNvSpPr>
            <a:spLocks noGrp="1"/>
          </p:cNvSpPr>
          <p:nvPr>
            <p:ph type="dt" idx="39"/>
          </p:nvPr>
        </p:nvSpPr>
        <p:spPr/>
        <p:txBody>
          <a:bodyPr/>
          <a:p>
            <a:r>
              <a:rPr lang="ja-JP"/>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標準 4">
    <p:spTree>
      <p:nvGrpSpPr>
        <p:cNvPr id="1" name=""/>
        <p:cNvGrpSpPr/>
        <p:nvPr/>
      </p:nvGrpSpPr>
      <p:grpSpPr>
        <a:xfrm>
          <a:off x="0" y="0"/>
          <a:ext cx="0" cy="0"/>
          <a:chOff x="0" y="0"/>
          <a:chExt cx="0" cy="0"/>
        </a:xfrm>
      </p:grpSpPr>
      <p:sp>
        <p:nvSpPr>
          <p:cNvPr id="2" name="PlaceHolder 1"/>
          <p:cNvSpPr>
            <a:spLocks noGrp="1"/>
          </p:cNvSpPr>
          <p:nvPr>
            <p:ph type="ftr" idx="37"/>
          </p:nvPr>
        </p:nvSpPr>
        <p:spPr/>
        <p:txBody>
          <a:bodyPr/>
          <a:p>
            <a:r>
              <a:t>Footer</a:t>
            </a:r>
          </a:p>
        </p:txBody>
      </p:sp>
      <p:sp>
        <p:nvSpPr>
          <p:cNvPr id="3" name="PlaceHolder 2"/>
          <p:cNvSpPr>
            <a:spLocks noGrp="1"/>
          </p:cNvSpPr>
          <p:nvPr>
            <p:ph type="sldNum" idx="38"/>
          </p:nvPr>
        </p:nvSpPr>
        <p:spPr/>
        <p:txBody>
          <a:bodyPr/>
          <a:p>
            <a:fld id="{F055C298-4C47-4CA0-A846-3F642DBD1149}" type="slidenum">
              <a:t>&lt;#&gt;</a:t>
            </a:fld>
          </a:p>
        </p:txBody>
      </p:sp>
      <p:sp>
        <p:nvSpPr>
          <p:cNvPr id="4" name="PlaceHolder 3"/>
          <p:cNvSpPr>
            <a:spLocks noGrp="1"/>
          </p:cNvSpPr>
          <p:nvPr>
            <p:ph type="dt" idx="39"/>
          </p:nvPr>
        </p:nvSpPr>
        <p:spPr/>
        <p:txBody>
          <a:bodyPr/>
          <a:p>
            <a:r>
              <a:rPr lang="ja-JP"/>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縦書きタイトルと&#10;縦書きテキスト">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99"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68D87DD5-9FD7-4DC9-85AE-415F533AFEA8}" type="slidenum">
              <a:t>&lt;#&gt;</a:t>
            </a:fld>
          </a:p>
        </p:txBody>
      </p:sp>
      <p:sp>
        <p:nvSpPr>
          <p:cNvPr id="6" name="PlaceHolder 5"/>
          <p:cNvSpPr>
            <a:spLocks noGrp="1"/>
          </p:cNvSpPr>
          <p:nvPr>
            <p:ph type="dt" idx="42"/>
          </p:nvPr>
        </p:nvSpPr>
        <p:spPr/>
        <p:txBody>
          <a:bodyPr/>
          <a:p>
            <a:r>
              <a:rPr lang="ja-JP"/>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タイトルとコンテンツ">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06"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951402AB-8B70-428D-AE41-71ADDF9CACA5}" type="slidenum">
              <a:t>&lt;#&gt;</a:t>
            </a:fld>
          </a:p>
        </p:txBody>
      </p:sp>
      <p:sp>
        <p:nvSpPr>
          <p:cNvPr id="6" name="PlaceHolder 5"/>
          <p:cNvSpPr>
            <a:spLocks noGrp="1"/>
          </p:cNvSpPr>
          <p:nvPr>
            <p:ph type="dt" idx="45"/>
          </p:nvPr>
        </p:nvSpPr>
        <p:spPr/>
        <p:txBody>
          <a:bodyPr/>
          <a:p>
            <a:r>
              <a:rPr lang="ja-JP"/>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5">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13"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193D9DA0-0966-482F-B3E6-7091E5760510}" type="slidenum">
              <a:t>&lt;#&gt;</a:t>
            </a:fld>
          </a:p>
        </p:txBody>
      </p:sp>
      <p:sp>
        <p:nvSpPr>
          <p:cNvPr id="6" name="PlaceHolder 5"/>
          <p:cNvSpPr>
            <a:spLocks noGrp="1"/>
          </p:cNvSpPr>
          <p:nvPr>
            <p:ph type="dt" idx="48"/>
          </p:nvPr>
        </p:nvSpPr>
        <p:spPr/>
        <p:txBody>
          <a:bodyPr/>
          <a:p>
            <a:r>
              <a:rPr lang="ja-JP"/>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6">
    <p:spTree>
      <p:nvGrpSpPr>
        <p:cNvPr id="1" name=""/>
        <p:cNvGrpSpPr/>
        <p:nvPr/>
      </p:nvGrpSpPr>
      <p:grpSpPr>
        <a:xfrm>
          <a:off x="0" y="0"/>
          <a:ext cx="0" cy="0"/>
          <a:chOff x="0" y="0"/>
          <a:chExt cx="0" cy="0"/>
        </a:xfrm>
      </p:grpSpPr>
      <p:sp>
        <p:nvSpPr>
          <p:cNvPr id="119"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20"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5BFBDD4B-197C-4C82-B17F-DC65267595E3}" type="slidenum">
              <a:t>&lt;#&gt;</a:t>
            </a:fld>
          </a:p>
        </p:txBody>
      </p:sp>
      <p:sp>
        <p:nvSpPr>
          <p:cNvPr id="6" name="PlaceHolder 5"/>
          <p:cNvSpPr>
            <a:spLocks noGrp="1"/>
          </p:cNvSpPr>
          <p:nvPr>
            <p:ph type="dt" idx="51"/>
          </p:nvPr>
        </p:nvSpPr>
        <p:spPr/>
        <p:txBody>
          <a:bodyPr/>
          <a:p>
            <a:r>
              <a:rPr lang="ja-JP"/>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7">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27"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5B253C4B-F523-47A4-A64C-89E56E2BE733}" type="slidenum">
              <a:t>&lt;#&gt;</a:t>
            </a:fld>
          </a:p>
        </p:txBody>
      </p:sp>
      <p:sp>
        <p:nvSpPr>
          <p:cNvPr id="6" name="PlaceHolder 5"/>
          <p:cNvSpPr>
            <a:spLocks noGrp="1"/>
          </p:cNvSpPr>
          <p:nvPr>
            <p:ph type="dt" idx="54"/>
          </p:nvPr>
        </p:nvSpPr>
        <p:spPr/>
        <p:txBody>
          <a:bodyPr/>
          <a:p>
            <a:r>
              <a:rPr lang="ja-JP"/>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8">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34"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9C4F2357-A92F-4152-8BBA-EC2025FA4673}" type="slidenum">
              <a:t>&lt;#&gt;</a:t>
            </a:fld>
          </a:p>
        </p:txBody>
      </p:sp>
      <p:sp>
        <p:nvSpPr>
          <p:cNvPr id="6" name="PlaceHolder 5"/>
          <p:cNvSpPr>
            <a:spLocks noGrp="1"/>
          </p:cNvSpPr>
          <p:nvPr>
            <p:ph type="dt" idx="57"/>
          </p:nvPr>
        </p:nvSpPr>
        <p:spPr/>
        <p:txBody>
          <a:bodyPr/>
          <a:p>
            <a:r>
              <a:rPr lang="ja-JP"/>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9">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41"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58"/>
          </p:nvPr>
        </p:nvSpPr>
        <p:spPr/>
        <p:txBody>
          <a:bodyPr/>
          <a:p>
            <a:r>
              <a:t>Footer</a:t>
            </a:r>
          </a:p>
        </p:txBody>
      </p:sp>
      <p:sp>
        <p:nvSpPr>
          <p:cNvPr id="5" name="PlaceHolder 4"/>
          <p:cNvSpPr>
            <a:spLocks noGrp="1"/>
          </p:cNvSpPr>
          <p:nvPr>
            <p:ph type="sldNum" idx="59"/>
          </p:nvPr>
        </p:nvSpPr>
        <p:spPr/>
        <p:txBody>
          <a:bodyPr/>
          <a:p>
            <a:fld id="{E2C2846A-33B4-4F66-BB4E-3F195D681EAA}" type="slidenum">
              <a:t>&lt;#&gt;</a:t>
            </a:fld>
          </a:p>
        </p:txBody>
      </p:sp>
      <p:sp>
        <p:nvSpPr>
          <p:cNvPr id="6" name="PlaceHolder 5"/>
          <p:cNvSpPr>
            <a:spLocks noGrp="1"/>
          </p:cNvSpPr>
          <p:nvPr>
            <p:ph type="dt" idx="60"/>
          </p:nvPr>
        </p:nvSpPr>
        <p:spPr/>
        <p:txBody>
          <a:bodyPr/>
          <a:p>
            <a:r>
              <a:rPr lang="ja-JP"/>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10">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Arial"/>
            </a:endParaRPr>
          </a:p>
        </p:txBody>
      </p:sp>
      <p:sp>
        <p:nvSpPr>
          <p:cNvPr id="148" name="PlaceHolder 2"/>
          <p:cNvSpPr>
            <a:spLocks noGrp="1"/>
          </p:cNvSpPr>
          <p:nvPr>
            <p:ph/>
          </p:nvPr>
        </p:nvSpPr>
        <p:spPr>
          <a:xfrm>
            <a:off x="838080" y="1825560"/>
            <a:ext cx="10511640" cy="4347360"/>
          </a:xfrm>
          <a:prstGeom prst="rect">
            <a:avLst/>
          </a:prstGeom>
          <a:noFill/>
          <a:ln w="0">
            <a:noFill/>
          </a:ln>
        </p:spPr>
        <p:txBody>
          <a:bodyPr lIns="0" rIns="0" tIns="0" bIns="0" anchor="t">
            <a:normAutofit/>
          </a:bodyPr>
          <a:p>
            <a:pPr indent="0">
              <a:lnSpc>
                <a:spcPct val="90000"/>
              </a:lnSpc>
              <a:spcBef>
                <a:spcPts val="1417"/>
              </a:spcBef>
              <a:buNone/>
            </a:pPr>
            <a:endParaRPr b="0" lang="en-US" sz="2800" strike="noStrike" u="none">
              <a:solidFill>
                <a:schemeClr val="dk1"/>
              </a:solidFill>
              <a:effectLst/>
              <a:uFillTx/>
              <a:latin typeface="Arial"/>
            </a:endParaRPr>
          </a:p>
        </p:txBody>
      </p:sp>
      <p:sp>
        <p:nvSpPr>
          <p:cNvPr id="4" name="PlaceHolder 3"/>
          <p:cNvSpPr>
            <a:spLocks noGrp="1"/>
          </p:cNvSpPr>
          <p:nvPr>
            <p:ph type="ftr" idx="61"/>
          </p:nvPr>
        </p:nvSpPr>
        <p:spPr/>
        <p:txBody>
          <a:bodyPr/>
          <a:p>
            <a:r>
              <a:t>Footer</a:t>
            </a:r>
          </a:p>
        </p:txBody>
      </p:sp>
      <p:sp>
        <p:nvSpPr>
          <p:cNvPr id="5" name="PlaceHolder 4"/>
          <p:cNvSpPr>
            <a:spLocks noGrp="1"/>
          </p:cNvSpPr>
          <p:nvPr>
            <p:ph type="sldNum" idx="62"/>
          </p:nvPr>
        </p:nvSpPr>
        <p:spPr/>
        <p:txBody>
          <a:bodyPr/>
          <a:p>
            <a:fld id="{C6C36593-857C-4030-A001-332C907A0C95}" type="slidenum">
              <a:t>&lt;#&gt;</a:t>
            </a:fld>
          </a:p>
        </p:txBody>
      </p:sp>
      <p:sp>
        <p:nvSpPr>
          <p:cNvPr id="6" name="PlaceHolder 5"/>
          <p:cNvSpPr>
            <a:spLocks noGrp="1"/>
          </p:cNvSpPr>
          <p:nvPr>
            <p:ph type="dt" idx="63"/>
          </p:nvPr>
        </p:nvSpPr>
        <p:spPr/>
        <p:txBody>
          <a:bodyPr/>
          <a:p>
            <a:r>
              <a:rPr lang="ja-JP"/>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 Id="rId3" Type="http://schemas.openxmlformats.org/officeDocument/2006/relationships/slideLayout" Target="../slideLayouts/slideLayout9.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0.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1.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3.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4.xml"/><Relationship Id="rId3" Type="http://schemas.openxmlformats.org/officeDocument/2006/relationships/slideLayout" Target="../slideLayouts/slideLayout15.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6.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7.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8.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9.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20.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21.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2.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1"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2" name="PlaceHolder 3"/>
          <p:cNvSpPr>
            <a:spLocks noGrp="1"/>
          </p:cNvSpPr>
          <p:nvPr>
            <p:ph type="ftr" idx="1"/>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3" name="PlaceHolder 4"/>
          <p:cNvSpPr>
            <a:spLocks noGrp="1"/>
          </p:cNvSpPr>
          <p:nvPr>
            <p:ph type="sldNum" idx="2"/>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352F38FE-5E4B-4C43-A7A3-AC4025E1B74E}"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4" name="PlaceHolder 5"/>
          <p:cNvSpPr>
            <a:spLocks noGrp="1"/>
          </p:cNvSpPr>
          <p:nvPr>
            <p:ph type="dt" idx="3"/>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8"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9" name="PlaceHolder 3"/>
          <p:cNvSpPr>
            <a:spLocks noGrp="1"/>
          </p:cNvSpPr>
          <p:nvPr>
            <p:ph type="ftr" idx="4"/>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0" name="PlaceHolder 4"/>
          <p:cNvSpPr>
            <a:spLocks noGrp="1"/>
          </p:cNvSpPr>
          <p:nvPr>
            <p:ph type="sldNum" idx="5"/>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92380401-1039-4323-AA85-568C7312BC0F}"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1" name="PlaceHolder 5"/>
          <p:cNvSpPr>
            <a:spLocks noGrp="1"/>
          </p:cNvSpPr>
          <p:nvPr>
            <p:ph type="dt" idx="6"/>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15"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16" name="PlaceHolder 3"/>
          <p:cNvSpPr>
            <a:spLocks noGrp="1"/>
          </p:cNvSpPr>
          <p:nvPr>
            <p:ph type="ftr" idx="7"/>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7" name="PlaceHolder 4"/>
          <p:cNvSpPr>
            <a:spLocks noGrp="1"/>
          </p:cNvSpPr>
          <p:nvPr>
            <p:ph type="sldNum" idx="8"/>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25B03354-4E53-478C-BAB6-4CAB81FFC00C}"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8" name="PlaceHolder 5"/>
          <p:cNvSpPr>
            <a:spLocks noGrp="1"/>
          </p:cNvSpPr>
          <p:nvPr>
            <p:ph type="dt" idx="9"/>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22"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23" name="PlaceHolder 3"/>
          <p:cNvSpPr>
            <a:spLocks noGrp="1"/>
          </p:cNvSpPr>
          <p:nvPr>
            <p:ph type="ftr" idx="10"/>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24" name="PlaceHolder 4"/>
          <p:cNvSpPr>
            <a:spLocks noGrp="1"/>
          </p:cNvSpPr>
          <p:nvPr>
            <p:ph type="sldNum" idx="11"/>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4A34A10F-F86D-430F-9437-1CAEA04F229E}"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25" name="PlaceHolder 5"/>
          <p:cNvSpPr>
            <a:spLocks noGrp="1"/>
          </p:cNvSpPr>
          <p:nvPr>
            <p:ph type="dt" idx="12"/>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29"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30" name="PlaceHolder 3"/>
          <p:cNvSpPr>
            <a:spLocks noGrp="1"/>
          </p:cNvSpPr>
          <p:nvPr>
            <p:ph type="ftr" idx="13"/>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31" name="PlaceHolder 4"/>
          <p:cNvSpPr>
            <a:spLocks noGrp="1"/>
          </p:cNvSpPr>
          <p:nvPr>
            <p:ph type="sldNum" idx="14"/>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6A772FED-E1BD-4D1F-82D3-00B87A43303C}"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32" name="PlaceHolder 5"/>
          <p:cNvSpPr>
            <a:spLocks noGrp="1"/>
          </p:cNvSpPr>
          <p:nvPr>
            <p:ph type="dt" idx="15"/>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36"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37" name="PlaceHolder 3"/>
          <p:cNvSpPr>
            <a:spLocks noGrp="1"/>
          </p:cNvSpPr>
          <p:nvPr>
            <p:ph type="ftr" idx="16"/>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38" name="PlaceHolder 4"/>
          <p:cNvSpPr>
            <a:spLocks noGrp="1"/>
          </p:cNvSpPr>
          <p:nvPr>
            <p:ph type="sldNum" idx="17"/>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4CFF70DD-7F44-48EA-AA26-A42609E7E49C}"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39" name="PlaceHolder 5"/>
          <p:cNvSpPr>
            <a:spLocks noGrp="1"/>
          </p:cNvSpPr>
          <p:nvPr>
            <p:ph type="dt" idx="18"/>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691200"/>
            <a:ext cx="10511640" cy="670680"/>
          </a:xfrm>
          <a:prstGeom prst="rect">
            <a:avLst/>
          </a:prstGeom>
          <a:noFill/>
          <a:ln w="0">
            <a:noFill/>
          </a:ln>
        </p:spPr>
        <p:txBody>
          <a:bodyPr lIns="0" rIns="0" tIns="0" bIns="0" anchor="ctr">
            <a:spAutoFit/>
          </a:bodyPr>
          <a:p>
            <a:pPr indent="0" defTabSz="914400">
              <a:lnSpc>
                <a:spcPct val="100000"/>
              </a:lnSpc>
              <a:buNone/>
              <a:tabLst>
                <a:tab algn="l" pos="0"/>
              </a:tabLst>
            </a:pPr>
            <a:r>
              <a:rPr b="0" lang="ja-JP" sz="4400" strike="noStrike" u="none">
                <a:solidFill>
                  <a:schemeClr val="dk1"/>
                </a:solidFill>
                <a:effectLst/>
                <a:uFillTx/>
                <a:latin typeface="Arial"/>
                <a:ea typeface="DejaVu Sans"/>
              </a:rPr>
              <a:t>クリックしてタイトルテキストを編集</a:t>
            </a:r>
            <a:endParaRPr b="0" lang="en-US" sz="4400" strike="noStrike" u="none">
              <a:solidFill>
                <a:schemeClr val="dk1"/>
              </a:solidFill>
              <a:effectLst/>
              <a:uFillTx/>
              <a:latin typeface="Arial"/>
            </a:endParaRPr>
          </a:p>
        </p:txBody>
      </p:sp>
      <p:sp>
        <p:nvSpPr>
          <p:cNvPr id="43"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ja-JP" sz="1800" strike="noStrike" u="none">
                <a:solidFill>
                  <a:schemeClr val="dk1"/>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2</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3</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4</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5</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6</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7</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44" name="PlaceHolder 3"/>
          <p:cNvSpPr>
            <a:spLocks noGrp="1"/>
          </p:cNvSpPr>
          <p:nvPr>
            <p:ph type="ftr" idx="19"/>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45" name="PlaceHolder 4"/>
          <p:cNvSpPr>
            <a:spLocks noGrp="1"/>
          </p:cNvSpPr>
          <p:nvPr>
            <p:ph type="sldNum" idx="20"/>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47335566-52A4-4340-AD71-5A5A62D3970A}"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46" name="PlaceHolder 5"/>
          <p:cNvSpPr>
            <a:spLocks noGrp="1"/>
          </p:cNvSpPr>
          <p:nvPr>
            <p:ph type="dt" idx="21"/>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8080" y="691200"/>
            <a:ext cx="10511640" cy="670680"/>
          </a:xfrm>
          <a:prstGeom prst="rect">
            <a:avLst/>
          </a:prstGeom>
          <a:noFill/>
          <a:ln w="0">
            <a:noFill/>
          </a:ln>
        </p:spPr>
        <p:txBody>
          <a:bodyPr lIns="0" rIns="0" tIns="0" bIns="0" anchor="ctr">
            <a:spAutoFit/>
          </a:bodyPr>
          <a:p>
            <a:pPr indent="0" defTabSz="914400">
              <a:lnSpc>
                <a:spcPct val="100000"/>
              </a:lnSpc>
              <a:buNone/>
              <a:tabLst>
                <a:tab algn="l" pos="0"/>
              </a:tabLst>
            </a:pPr>
            <a:r>
              <a:rPr b="0" lang="ja-JP" sz="4400" strike="noStrike" u="none">
                <a:solidFill>
                  <a:schemeClr val="dk1"/>
                </a:solidFill>
                <a:effectLst/>
                <a:uFillTx/>
                <a:latin typeface="Arial"/>
                <a:ea typeface="DejaVu Sans"/>
              </a:rPr>
              <a:t>クリックしてタイトルテキストを編集</a:t>
            </a:r>
            <a:endParaRPr b="0" lang="en-US" sz="4400" strike="noStrike" u="none">
              <a:solidFill>
                <a:schemeClr val="dk1"/>
              </a:solidFill>
              <a:effectLst/>
              <a:uFillTx/>
              <a:latin typeface="Arial"/>
            </a:endParaRPr>
          </a:p>
        </p:txBody>
      </p:sp>
      <p:sp>
        <p:nvSpPr>
          <p:cNvPr id="50" name="PlaceHolder 2"/>
          <p:cNvSpPr>
            <a:spLocks noGrp="1"/>
          </p:cNvSpPr>
          <p:nvPr>
            <p:ph type="ftr" idx="22"/>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51" name="PlaceHolder 3"/>
          <p:cNvSpPr>
            <a:spLocks noGrp="1"/>
          </p:cNvSpPr>
          <p:nvPr>
            <p:ph type="sldNum" idx="23"/>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58A43A31-0AAC-4633-8E9A-FAC52811B82D}"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52" name="PlaceHolder 4"/>
          <p:cNvSpPr>
            <a:spLocks noGrp="1"/>
          </p:cNvSpPr>
          <p:nvPr>
            <p:ph type="dt" idx="24"/>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
        <p:nvSpPr>
          <p:cNvPr id="53" name="PlaceHolder 5"/>
          <p:cNvSpPr>
            <a:spLocks noGrp="1"/>
          </p:cNvSpPr>
          <p:nvPr>
            <p:ph type="body"/>
          </p:nvPr>
        </p:nvSpPr>
        <p:spPr>
          <a:xfrm>
            <a:off x="609480" y="1604520"/>
            <a:ext cx="10970280" cy="397512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ea typeface="DejaVu Sans"/>
              </a:rPr>
              <a:t>クリックしてアウトラインのテキストを編集</a:t>
            </a:r>
            <a:endParaRPr b="0" lang="en-US" sz="2800" strike="noStrike" u="none">
              <a:solidFill>
                <a:schemeClr val="dk1"/>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2</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a:p>
            <a:pPr lvl="2" marL="1296000" indent="-288000" defTabSz="9144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3</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4</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5</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a:p>
            <a:pPr lvl="5" marL="2592000" indent="-216000" defTabSz="9144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6</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a:p>
            <a:pPr lvl="6" marL="3024000" indent="-216000" defTabSz="9144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7</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3" r:id="rId2"/>
    <p:sldLayoutId id="2147483664"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59"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60" name="PlaceHolder 3"/>
          <p:cNvSpPr>
            <a:spLocks noGrp="1"/>
          </p:cNvSpPr>
          <p:nvPr>
            <p:ph type="ftr" idx="25"/>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61" name="PlaceHolder 4"/>
          <p:cNvSpPr>
            <a:spLocks noGrp="1"/>
          </p:cNvSpPr>
          <p:nvPr>
            <p:ph type="sldNum" idx="26"/>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D8A80C0B-2DFB-4531-B51A-816156BBF2E7}"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62" name="PlaceHolder 5"/>
          <p:cNvSpPr>
            <a:spLocks noGrp="1"/>
          </p:cNvSpPr>
          <p:nvPr>
            <p:ph type="dt" idx="27"/>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6"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66"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67" name="PlaceHolder 3"/>
          <p:cNvSpPr>
            <a:spLocks noGrp="1"/>
          </p:cNvSpPr>
          <p:nvPr>
            <p:ph type="ftr" idx="28"/>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68" name="PlaceHolder 4"/>
          <p:cNvSpPr>
            <a:spLocks noGrp="1"/>
          </p:cNvSpPr>
          <p:nvPr>
            <p:ph type="sldNum" idx="29"/>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E61EBDEE-0463-4E43-8ED6-6AEF1639A60F}"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69" name="PlaceHolder 5"/>
          <p:cNvSpPr>
            <a:spLocks noGrp="1"/>
          </p:cNvSpPr>
          <p:nvPr>
            <p:ph type="dt" idx="30"/>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68"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73"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74" name="PlaceHolder 3"/>
          <p:cNvSpPr>
            <a:spLocks noGrp="1"/>
          </p:cNvSpPr>
          <p:nvPr>
            <p:ph type="ftr" idx="31"/>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75" name="PlaceHolder 4"/>
          <p:cNvSpPr>
            <a:spLocks noGrp="1"/>
          </p:cNvSpPr>
          <p:nvPr>
            <p:ph type="sldNum" idx="32"/>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69471870-23C8-4B76-9076-B8FBDEFB209A}"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76" name="PlaceHolder 5"/>
          <p:cNvSpPr>
            <a:spLocks noGrp="1"/>
          </p:cNvSpPr>
          <p:nvPr>
            <p:ph type="dt" idx="33"/>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70"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691200"/>
            <a:ext cx="10511640" cy="670680"/>
          </a:xfrm>
          <a:prstGeom prst="rect">
            <a:avLst/>
          </a:prstGeom>
          <a:noFill/>
          <a:ln w="0">
            <a:noFill/>
          </a:ln>
        </p:spPr>
        <p:txBody>
          <a:bodyPr lIns="0" rIns="0" tIns="0" bIns="0" anchor="ctr">
            <a:spAutoFit/>
          </a:bodyPr>
          <a:p>
            <a:pPr indent="0" defTabSz="914400">
              <a:lnSpc>
                <a:spcPct val="100000"/>
              </a:lnSpc>
              <a:buNone/>
              <a:tabLst>
                <a:tab algn="l" pos="0"/>
              </a:tabLst>
            </a:pPr>
            <a:r>
              <a:rPr b="0" lang="ja-JP" sz="4400" strike="noStrike" u="none">
                <a:solidFill>
                  <a:schemeClr val="dk1"/>
                </a:solidFill>
                <a:effectLst/>
                <a:uFillTx/>
                <a:latin typeface="Arial"/>
                <a:ea typeface="DejaVu Sans"/>
              </a:rPr>
              <a:t>クリックしてタイトルテキストを編集</a:t>
            </a:r>
            <a:endParaRPr b="0" lang="en-US" sz="4400" strike="noStrike" u="none">
              <a:solidFill>
                <a:schemeClr val="dk1"/>
              </a:solidFill>
              <a:effectLst/>
              <a:uFillTx/>
              <a:latin typeface="Arial"/>
            </a:endParaRPr>
          </a:p>
        </p:txBody>
      </p:sp>
      <p:sp>
        <p:nvSpPr>
          <p:cNvPr id="80"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ja-JP" sz="1800" strike="noStrike" u="none">
                <a:solidFill>
                  <a:schemeClr val="dk1"/>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2</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3</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4</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5</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6</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90000"/>
              </a:lnSpc>
              <a:spcBef>
                <a:spcPts val="283"/>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7</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81" name="PlaceHolder 3"/>
          <p:cNvSpPr>
            <a:spLocks noGrp="1"/>
          </p:cNvSpPr>
          <p:nvPr>
            <p:ph type="ftr" idx="34"/>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82" name="PlaceHolder 4"/>
          <p:cNvSpPr>
            <a:spLocks noGrp="1"/>
          </p:cNvSpPr>
          <p:nvPr>
            <p:ph type="sldNum" idx="35"/>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78F5DA27-F784-4C31-A6FC-09411A32E2D4}"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83" name="PlaceHolder 5"/>
          <p:cNvSpPr>
            <a:spLocks noGrp="1"/>
          </p:cNvSpPr>
          <p:nvPr>
            <p:ph type="dt" idx="36"/>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72"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PlaceHolder 1"/>
          <p:cNvSpPr>
            <a:spLocks noGrp="1"/>
          </p:cNvSpPr>
          <p:nvPr>
            <p:ph type="ftr" idx="37"/>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87" name="PlaceHolder 2"/>
          <p:cNvSpPr>
            <a:spLocks noGrp="1"/>
          </p:cNvSpPr>
          <p:nvPr>
            <p:ph type="sldNum" idx="38"/>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534BA9FC-B982-40F0-B197-4F6726425C50}"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88" name="PlaceHolder 3"/>
          <p:cNvSpPr>
            <a:spLocks noGrp="1"/>
          </p:cNvSpPr>
          <p:nvPr>
            <p:ph type="dt" idx="39"/>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
        <p:nvSpPr>
          <p:cNvPr id="89" name="PlaceHolder 4"/>
          <p:cNvSpPr>
            <a:spLocks noGrp="1"/>
          </p:cNvSpPr>
          <p:nvPr>
            <p:ph type="title"/>
          </p:nvPr>
        </p:nvSpPr>
        <p:spPr>
          <a:xfrm>
            <a:off x="609480" y="273600"/>
            <a:ext cx="10970280" cy="1142640"/>
          </a:xfrm>
          <a:prstGeom prst="rect">
            <a:avLst/>
          </a:prstGeom>
          <a:noFill/>
          <a:ln w="0">
            <a:noFill/>
          </a:ln>
        </p:spPr>
        <p:txBody>
          <a:bodyPr lIns="0" rIns="0" tIns="0" bIns="0" anchor="ctr">
            <a:noAutofit/>
          </a:bodyPr>
          <a:p>
            <a:pPr indent="0" defTabSz="914400">
              <a:lnSpc>
                <a:spcPct val="100000"/>
              </a:lnSpc>
              <a:buNone/>
              <a:tabLst>
                <a:tab algn="l" pos="0"/>
              </a:tabLst>
            </a:pPr>
            <a:r>
              <a:rPr b="0" lang="ja-JP" sz="1800" strike="noStrike" u="none">
                <a:solidFill>
                  <a:schemeClr val="dk1"/>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90" name="PlaceHolder 5"/>
          <p:cNvSpPr>
            <a:spLocks noGrp="1"/>
          </p:cNvSpPr>
          <p:nvPr>
            <p:ph type="body"/>
          </p:nvPr>
        </p:nvSpPr>
        <p:spPr>
          <a:xfrm>
            <a:off x="609480" y="1604520"/>
            <a:ext cx="10970280" cy="3975120"/>
          </a:xfrm>
          <a:prstGeom prst="rect">
            <a:avLst/>
          </a:prstGeom>
          <a:noFill/>
          <a:ln w="0">
            <a:noFill/>
          </a:ln>
        </p:spPr>
        <p:txBody>
          <a:bodyPr lIns="0" rIns="0" tIns="0" bIns="0" anchor="t">
            <a:normAutofit/>
          </a:bodyPr>
          <a:p>
            <a:pPr marL="432000" indent="-324000" defTabSz="9144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ea typeface="DejaVu Sans"/>
              </a:rPr>
              <a:t>クリックしてアウトラインのテキストを編集</a:t>
            </a:r>
            <a:endParaRPr b="0" lang="en-US" sz="2800" strike="noStrike" u="none">
              <a:solidFill>
                <a:schemeClr val="dk1"/>
              </a:solidFill>
              <a:effectLst/>
              <a:uFillTx/>
              <a:latin typeface="Arial"/>
            </a:endParaRPr>
          </a:p>
          <a:p>
            <a:pPr lvl="1" marL="864000" indent="-324000" defTabSz="9144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2</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a:p>
            <a:pPr lvl="2" marL="1296000" indent="-288000" defTabSz="9144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3</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ea typeface="DejaVu Sans"/>
              </a:rPr>
              <a:t>第</a:t>
            </a:r>
            <a:r>
              <a:rPr b="0" lang="en-US" sz="1800" strike="noStrike" u="none">
                <a:solidFill>
                  <a:schemeClr val="dk1"/>
                </a:solidFill>
                <a:effectLst/>
                <a:uFillTx/>
                <a:latin typeface="Arial"/>
                <a:ea typeface="DejaVu Sans"/>
              </a:rPr>
              <a:t>4</a:t>
            </a:r>
            <a:r>
              <a:rPr b="0" lang="ja-JP" sz="1800" strike="noStrike" u="none">
                <a:solidFill>
                  <a:schemeClr val="dk1"/>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5</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a:p>
            <a:pPr lvl="5" marL="2592000" indent="-216000" defTabSz="9144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6</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a:p>
            <a:pPr lvl="6" marL="3024000" indent="-216000" defTabSz="9144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ea typeface="DejaVu Sans"/>
              </a:rPr>
              <a:t>第</a:t>
            </a:r>
            <a:r>
              <a:rPr b="0" lang="en-US" sz="2000" strike="noStrike" u="none">
                <a:solidFill>
                  <a:schemeClr val="dk1"/>
                </a:solidFill>
                <a:effectLst/>
                <a:uFillTx/>
                <a:latin typeface="Arial"/>
                <a:ea typeface="DejaVu Sans"/>
              </a:rPr>
              <a:t>7</a:t>
            </a:r>
            <a:r>
              <a:rPr b="0" lang="ja-JP" sz="2000" strike="noStrike" u="none">
                <a:solidFill>
                  <a:schemeClr val="dk1"/>
                </a:solidFill>
                <a:effectLst/>
                <a:uFillTx/>
                <a:latin typeface="Arial"/>
                <a:ea typeface="DejaVu Sans"/>
              </a:rPr>
              <a:t>レベル アウトライン</a:t>
            </a:r>
            <a:endParaRPr b="0" lang="en-US"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4" r:id="rId2"/>
    <p:sldLayoutId id="2147483675"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889200"/>
            <a:ext cx="10511640" cy="274680"/>
          </a:xfrm>
          <a:prstGeom prst="rect">
            <a:avLst/>
          </a:prstGeom>
          <a:noFill/>
          <a:ln w="0">
            <a:noFill/>
          </a:ln>
        </p:spPr>
        <p:txBody>
          <a:bodyPr lIns="0" rIns="0" tIns="0" bIns="0" anchor="ctr">
            <a:noAutofit/>
          </a:bodyPr>
          <a:p>
            <a:pPr indent="0">
              <a:buNone/>
            </a:pPr>
            <a:r>
              <a:rPr b="0" lang="ja-JP" sz="1800" strike="noStrike" u="none">
                <a:solidFill>
                  <a:schemeClr val="dk1"/>
                </a:solidFill>
                <a:effectLst/>
                <a:uFillTx/>
                <a:latin typeface="Arial"/>
              </a:rPr>
              <a:t>クリックしてタイトルテキストを編集</a:t>
            </a:r>
            <a:endParaRPr b="0" lang="en-US" sz="1800" strike="noStrike" u="none">
              <a:solidFill>
                <a:schemeClr val="dk1"/>
              </a:solidFill>
              <a:effectLst/>
              <a:uFillTx/>
              <a:latin typeface="Arial"/>
            </a:endParaRPr>
          </a:p>
        </p:txBody>
      </p:sp>
      <p:sp>
        <p:nvSpPr>
          <p:cNvPr id="94"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ja-JP" sz="2800" strike="noStrike" u="none">
                <a:solidFill>
                  <a:schemeClr val="dk1"/>
                </a:solidFill>
                <a:effectLst/>
                <a:uFillTx/>
                <a:latin typeface="Arial"/>
              </a:rPr>
              <a:t>クリックしてアウトラインのテキストを編集</a:t>
            </a:r>
            <a:endParaRPr b="0" lang="en-US" sz="2800" strike="noStrike" u="none">
              <a:solidFill>
                <a:schemeClr val="dk1"/>
              </a:solidFill>
              <a:effectLst/>
              <a:uFillTx/>
              <a:latin typeface="Arial"/>
            </a:endParaRPr>
          </a:p>
          <a:p>
            <a:pPr lvl="1" marL="864000" indent="-324000">
              <a:lnSpc>
                <a:spcPct val="90000"/>
              </a:lnSpc>
              <a:spcBef>
                <a:spcPts val="1134"/>
              </a:spcBef>
              <a:buClr>
                <a:srgbClr val="000000"/>
              </a:buClr>
              <a:buSzPct val="75000"/>
              <a:buFont typeface="Symbol"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2</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2" marL="1296000" indent="-288000">
              <a:lnSpc>
                <a:spcPct val="90000"/>
              </a:lnSpc>
              <a:spcBef>
                <a:spcPts val="850"/>
              </a:spcBef>
              <a:buClr>
                <a:srgbClr val="000000"/>
              </a:buClr>
              <a:buSzPct val="45000"/>
              <a:buFont typeface="Wingdings"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3</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3" marL="1728000" indent="-216000">
              <a:lnSpc>
                <a:spcPct val="90000"/>
              </a:lnSpc>
              <a:spcBef>
                <a:spcPts val="567"/>
              </a:spcBef>
              <a:buClr>
                <a:srgbClr val="000000"/>
              </a:buClr>
              <a:buSzPct val="75000"/>
              <a:buFont typeface="Symbol" charset="2"/>
              <a:buChar char=""/>
            </a:pPr>
            <a:r>
              <a:rPr b="0" lang="ja-JP" sz="1800" strike="noStrike" u="none">
                <a:solidFill>
                  <a:schemeClr val="dk1"/>
                </a:solidFill>
                <a:effectLst/>
                <a:uFillTx/>
                <a:latin typeface="Arial"/>
              </a:rPr>
              <a:t>第</a:t>
            </a:r>
            <a:r>
              <a:rPr b="0" lang="en-US" sz="1800" strike="noStrike" u="none">
                <a:solidFill>
                  <a:schemeClr val="dk1"/>
                </a:solidFill>
                <a:effectLst/>
                <a:uFillTx/>
                <a:latin typeface="Arial"/>
              </a:rPr>
              <a:t>4</a:t>
            </a:r>
            <a:r>
              <a:rPr b="0" lang="ja-JP" sz="1800" strike="noStrike" u="none">
                <a:solidFill>
                  <a:schemeClr val="dk1"/>
                </a:solidFill>
                <a:effectLst/>
                <a:uFillTx/>
                <a:latin typeface="Arial"/>
              </a:rPr>
              <a:t>レベル アウトライン</a:t>
            </a:r>
            <a:endParaRPr b="0" lang="en-US" sz="1800" strike="noStrike" u="none">
              <a:solidFill>
                <a:schemeClr val="dk1"/>
              </a:solidFill>
              <a:effectLst/>
              <a:uFillTx/>
              <a:latin typeface="Arial"/>
            </a:endParaRPr>
          </a:p>
          <a:p>
            <a:pPr lvl="4" marL="2160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5</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5" marL="2592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6</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a:p>
            <a:pPr lvl="6" marL="3024000" indent="-216000">
              <a:lnSpc>
                <a:spcPct val="90000"/>
              </a:lnSpc>
              <a:spcBef>
                <a:spcPts val="283"/>
              </a:spcBef>
              <a:buClr>
                <a:srgbClr val="000000"/>
              </a:buClr>
              <a:buSzPct val="45000"/>
              <a:buFont typeface="Wingdings" charset="2"/>
              <a:buChar char=""/>
            </a:pPr>
            <a:r>
              <a:rPr b="0" lang="ja-JP" sz="2000" strike="noStrike" u="none">
                <a:solidFill>
                  <a:schemeClr val="dk1"/>
                </a:solidFill>
                <a:effectLst/>
                <a:uFillTx/>
                <a:latin typeface="Arial"/>
              </a:rPr>
              <a:t>第</a:t>
            </a:r>
            <a:r>
              <a:rPr b="0" lang="en-US" sz="2000" strike="noStrike" u="none">
                <a:solidFill>
                  <a:schemeClr val="dk1"/>
                </a:solidFill>
                <a:effectLst/>
                <a:uFillTx/>
                <a:latin typeface="Arial"/>
              </a:rPr>
              <a:t>7</a:t>
            </a:r>
            <a:r>
              <a:rPr b="0" lang="ja-JP" sz="2000" strike="noStrike" u="none">
                <a:solidFill>
                  <a:schemeClr val="dk1"/>
                </a:solidFill>
                <a:effectLst/>
                <a:uFillTx/>
                <a:latin typeface="Arial"/>
              </a:rPr>
              <a:t>レベル アウトライン</a:t>
            </a:r>
            <a:endParaRPr b="0" lang="en-US" sz="2000" strike="noStrike" u="none">
              <a:solidFill>
                <a:schemeClr val="dk1"/>
              </a:solidFill>
              <a:effectLst/>
              <a:uFillTx/>
              <a:latin typeface="Arial"/>
            </a:endParaRPr>
          </a:p>
        </p:txBody>
      </p:sp>
      <p:sp>
        <p:nvSpPr>
          <p:cNvPr id="95" name="PlaceHolder 3"/>
          <p:cNvSpPr>
            <a:spLocks noGrp="1"/>
          </p:cNvSpPr>
          <p:nvPr>
            <p:ph type="ftr" idx="40"/>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96" name="PlaceHolder 4"/>
          <p:cNvSpPr>
            <a:spLocks noGrp="1"/>
          </p:cNvSpPr>
          <p:nvPr>
            <p:ph type="sldNum" idx="41"/>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7274DE98-7346-439E-9042-B132A73596B4}"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97" name="PlaceHolder 5"/>
          <p:cNvSpPr>
            <a:spLocks noGrp="1"/>
          </p:cNvSpPr>
          <p:nvPr>
            <p:ph type="dt" idx="42"/>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77"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01"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02" name="PlaceHolder 3"/>
          <p:cNvSpPr>
            <a:spLocks noGrp="1"/>
          </p:cNvSpPr>
          <p:nvPr>
            <p:ph type="ftr" idx="43"/>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03" name="PlaceHolder 4"/>
          <p:cNvSpPr>
            <a:spLocks noGrp="1"/>
          </p:cNvSpPr>
          <p:nvPr>
            <p:ph type="sldNum" idx="44"/>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F87176BF-6F73-4AF7-B70C-2C3F0015C002}"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04" name="PlaceHolder 5"/>
          <p:cNvSpPr>
            <a:spLocks noGrp="1"/>
          </p:cNvSpPr>
          <p:nvPr>
            <p:ph type="dt" idx="45"/>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79"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08"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09" name="PlaceHolder 3"/>
          <p:cNvSpPr>
            <a:spLocks noGrp="1"/>
          </p:cNvSpPr>
          <p:nvPr>
            <p:ph type="ftr" idx="46"/>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10" name="PlaceHolder 4"/>
          <p:cNvSpPr>
            <a:spLocks noGrp="1"/>
          </p:cNvSpPr>
          <p:nvPr>
            <p:ph type="sldNum" idx="47"/>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62993CB3-9EE6-4E37-BBF8-17FDF81CF402}"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11" name="PlaceHolder 5"/>
          <p:cNvSpPr>
            <a:spLocks noGrp="1"/>
          </p:cNvSpPr>
          <p:nvPr>
            <p:ph type="dt" idx="48"/>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81"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15"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16" name="PlaceHolder 3"/>
          <p:cNvSpPr>
            <a:spLocks noGrp="1"/>
          </p:cNvSpPr>
          <p:nvPr>
            <p:ph type="ftr" idx="49"/>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17" name="PlaceHolder 4"/>
          <p:cNvSpPr>
            <a:spLocks noGrp="1"/>
          </p:cNvSpPr>
          <p:nvPr>
            <p:ph type="sldNum" idx="50"/>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681F596F-2DF4-4B45-80B0-D25A28442659}"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18" name="PlaceHolder 5"/>
          <p:cNvSpPr>
            <a:spLocks noGrp="1"/>
          </p:cNvSpPr>
          <p:nvPr>
            <p:ph type="dt" idx="51"/>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83"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1"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22"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23" name="PlaceHolder 3"/>
          <p:cNvSpPr>
            <a:spLocks noGrp="1"/>
          </p:cNvSpPr>
          <p:nvPr>
            <p:ph type="ftr" idx="52"/>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24" name="PlaceHolder 4"/>
          <p:cNvSpPr>
            <a:spLocks noGrp="1"/>
          </p:cNvSpPr>
          <p:nvPr>
            <p:ph type="sldNum" idx="53"/>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BEE12E41-019F-4E86-82F1-D4BE10B5A621}"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25" name="PlaceHolder 5"/>
          <p:cNvSpPr>
            <a:spLocks noGrp="1"/>
          </p:cNvSpPr>
          <p:nvPr>
            <p:ph type="dt" idx="54"/>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85"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29"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30" name="PlaceHolder 3"/>
          <p:cNvSpPr>
            <a:spLocks noGrp="1"/>
          </p:cNvSpPr>
          <p:nvPr>
            <p:ph type="ftr" idx="55"/>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31" name="PlaceHolder 4"/>
          <p:cNvSpPr>
            <a:spLocks noGrp="1"/>
          </p:cNvSpPr>
          <p:nvPr>
            <p:ph type="sldNum" idx="56"/>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1FC53E26-4BE7-44C4-9DFB-215F12521463}"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32" name="PlaceHolder 5"/>
          <p:cNvSpPr>
            <a:spLocks noGrp="1"/>
          </p:cNvSpPr>
          <p:nvPr>
            <p:ph type="dt" idx="57"/>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87"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36"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37" name="PlaceHolder 3"/>
          <p:cNvSpPr>
            <a:spLocks noGrp="1"/>
          </p:cNvSpPr>
          <p:nvPr>
            <p:ph type="ftr" idx="58"/>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38" name="PlaceHolder 4"/>
          <p:cNvSpPr>
            <a:spLocks noGrp="1"/>
          </p:cNvSpPr>
          <p:nvPr>
            <p:ph type="sldNum" idx="59"/>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DE8B8158-6EFB-414C-A27D-1CC567706786}"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39" name="PlaceHolder 5"/>
          <p:cNvSpPr>
            <a:spLocks noGrp="1"/>
          </p:cNvSpPr>
          <p:nvPr>
            <p:ph type="dt" idx="60"/>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89"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889560"/>
            <a:ext cx="10511640" cy="274680"/>
          </a:xfrm>
          <a:prstGeom prst="rect">
            <a:avLst/>
          </a:prstGeom>
          <a:noFill/>
          <a:ln w="0">
            <a:noFill/>
          </a:ln>
        </p:spPr>
        <p:txBody>
          <a:bodyPr lIns="0" rIns="0" tIns="0" bIns="0" anchor="ctr">
            <a:spAutoFit/>
          </a:bodyPr>
          <a:p>
            <a:pPr indent="0" defTabSz="914400">
              <a:lnSpc>
                <a:spcPct val="100000"/>
              </a:lnSpc>
              <a:buNone/>
              <a:tabLst>
                <a:tab algn="l" pos="0"/>
              </a:tabLst>
            </a:pPr>
            <a:r>
              <a:rPr b="0" lang="ja-JP" sz="1800" strike="noStrike" u="none">
                <a:solidFill>
                  <a:srgbClr val="000000"/>
                </a:solidFill>
                <a:effectLst/>
                <a:uFillTx/>
                <a:latin typeface="Arial"/>
                <a:ea typeface="DejaVu Sans"/>
              </a:rPr>
              <a:t>クリックしてタイトルテキストを編集</a:t>
            </a:r>
            <a:endParaRPr b="0" lang="en-US" sz="1800" strike="noStrike" u="none">
              <a:solidFill>
                <a:schemeClr val="dk1"/>
              </a:solidFill>
              <a:effectLst/>
              <a:uFillTx/>
              <a:latin typeface="Arial"/>
            </a:endParaRPr>
          </a:p>
        </p:txBody>
      </p:sp>
      <p:sp>
        <p:nvSpPr>
          <p:cNvPr id="143" name="PlaceHolder 2"/>
          <p:cNvSpPr>
            <a:spLocks noGrp="1"/>
          </p:cNvSpPr>
          <p:nvPr>
            <p:ph type="body"/>
          </p:nvPr>
        </p:nvSpPr>
        <p:spPr>
          <a:xfrm>
            <a:off x="838080" y="1825560"/>
            <a:ext cx="10511640" cy="4347360"/>
          </a:xfrm>
          <a:prstGeom prst="rect">
            <a:avLst/>
          </a:prstGeom>
          <a:noFill/>
          <a:ln w="0">
            <a:noFill/>
          </a:ln>
        </p:spPr>
        <p:txBody>
          <a:bodyPr lIns="0" rIns="0" tIns="0" bIns="0" anchor="t">
            <a:normAutofit/>
          </a:bodyPr>
          <a:p>
            <a:pPr marL="432000" indent="-324000" defTabSz="914400">
              <a:lnSpc>
                <a:spcPct val="100000"/>
              </a:lnSpc>
              <a:spcBef>
                <a:spcPts val="1417"/>
              </a:spcBef>
              <a:buClr>
                <a:srgbClr val="000000"/>
              </a:buClr>
              <a:buSzPct val="45000"/>
              <a:buFont typeface="Wingdings" charset="2"/>
              <a:buChar char=""/>
            </a:pPr>
            <a:r>
              <a:rPr b="0" lang="ja-JP" sz="1800" strike="noStrike" u="none">
                <a:solidFill>
                  <a:srgbClr val="000000"/>
                </a:solidFill>
                <a:effectLst/>
                <a:uFillTx/>
                <a:latin typeface="Arial"/>
                <a:ea typeface="DejaVu Sans"/>
              </a:rPr>
              <a:t>クリックしてアウトラインのテキストを編集</a:t>
            </a:r>
            <a:endParaRPr b="0" lang="en-US" sz="1800" strike="noStrike" u="none">
              <a:solidFill>
                <a:schemeClr val="dk1"/>
              </a:solidFill>
              <a:effectLst/>
              <a:uFillTx/>
              <a:latin typeface="Arial"/>
            </a:endParaRPr>
          </a:p>
          <a:p>
            <a:pPr lvl="1" marL="864000" indent="-324000" defTabSz="914400">
              <a:lnSpc>
                <a:spcPct val="100000"/>
              </a:lnSpc>
              <a:spcBef>
                <a:spcPts val="1134"/>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2</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2" marL="1296000" indent="-288000" defTabSz="914400">
              <a:lnSpc>
                <a:spcPct val="100000"/>
              </a:lnSpc>
              <a:spcBef>
                <a:spcPts val="850"/>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3</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3" marL="1728000" indent="-216000" defTabSz="914400">
              <a:lnSpc>
                <a:spcPct val="100000"/>
              </a:lnSpc>
              <a:spcBef>
                <a:spcPts val="567"/>
              </a:spcBef>
              <a:buClr>
                <a:srgbClr val="000000"/>
              </a:buClr>
              <a:buSzPct val="75000"/>
              <a:buFont typeface="Symbol"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4</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4" marL="2160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5</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5" marL="2592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6</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a:p>
            <a:pPr lvl="6" marL="3024000" indent="-216000" defTabSz="914400">
              <a:lnSpc>
                <a:spcPct val="100000"/>
              </a:lnSpc>
              <a:spcBef>
                <a:spcPts val="283"/>
              </a:spcBef>
              <a:buClr>
                <a:srgbClr val="000000"/>
              </a:buClr>
              <a:buSzPct val="45000"/>
              <a:buFont typeface="Wingdings" charset="2"/>
              <a:buChar char=""/>
            </a:pPr>
            <a:r>
              <a:rPr b="0" lang="ja-JP" sz="1800" strike="noStrike" u="none">
                <a:solidFill>
                  <a:srgbClr val="000000"/>
                </a:solidFill>
                <a:effectLst/>
                <a:uFillTx/>
                <a:latin typeface="Arial"/>
                <a:ea typeface="DejaVu Sans"/>
              </a:rPr>
              <a:t>第</a:t>
            </a:r>
            <a:r>
              <a:rPr b="0" lang="en-US" sz="1800" strike="noStrike" u="none">
                <a:solidFill>
                  <a:srgbClr val="000000"/>
                </a:solidFill>
                <a:effectLst/>
                <a:uFillTx/>
                <a:latin typeface="Arial"/>
                <a:ea typeface="DejaVu Sans"/>
              </a:rPr>
              <a:t>7</a:t>
            </a:r>
            <a:r>
              <a:rPr b="0" lang="ja-JP" sz="1800" strike="noStrike" u="none">
                <a:solidFill>
                  <a:srgbClr val="000000"/>
                </a:solidFill>
                <a:effectLst/>
                <a:uFillTx/>
                <a:latin typeface="Arial"/>
                <a:ea typeface="DejaVu Sans"/>
              </a:rPr>
              <a:t>レベル アウトライン</a:t>
            </a:r>
            <a:endParaRPr b="0" lang="en-US" sz="1800" strike="noStrike" u="none">
              <a:solidFill>
                <a:schemeClr val="dk1"/>
              </a:solidFill>
              <a:effectLst/>
              <a:uFillTx/>
              <a:latin typeface="Arial"/>
            </a:endParaRPr>
          </a:p>
        </p:txBody>
      </p:sp>
      <p:sp>
        <p:nvSpPr>
          <p:cNvPr id="144" name="PlaceHolder 3"/>
          <p:cNvSpPr>
            <a:spLocks noGrp="1"/>
          </p:cNvSpPr>
          <p:nvPr>
            <p:ph type="ftr" idx="61"/>
          </p:nvPr>
        </p:nvSpPr>
        <p:spPr>
          <a:xfrm>
            <a:off x="4038480" y="6356520"/>
            <a:ext cx="4110840" cy="361080"/>
          </a:xfrm>
          <a:prstGeom prst="rect">
            <a:avLst/>
          </a:prstGeom>
          <a:noFill/>
          <a:ln w="0">
            <a:noFill/>
          </a:ln>
        </p:spPr>
        <p:txBody>
          <a:bodyPr lIns="91440" rIns="91440" tIns="45720" bIns="45720" anchor="ctr">
            <a:noAutofit/>
          </a:bodyPr>
          <a:lstStyle>
            <a:lvl1pPr indent="0" algn="ctr"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algn="ctr" defTabSz="914400">
              <a:lnSpc>
                <a:spcPct val="100000"/>
              </a:lnSpc>
              <a:buNone/>
              <a:tabLst>
                <a:tab algn="l" pos="0"/>
              </a:tabLst>
            </a:pPr>
            <a:r>
              <a:rPr b="0" lang="en-US" sz="1400" strike="noStrike" u="none">
                <a:solidFill>
                  <a:srgbClr val="000000"/>
                </a:solidFill>
                <a:effectLst/>
                <a:uFillTx/>
                <a:latin typeface="Noto Serif CJK JP"/>
                <a:ea typeface="DejaVu Sans"/>
              </a:rPr>
              <a:t>&lt;フッター&gt;</a:t>
            </a:r>
            <a:endParaRPr b="0" lang="en-US" sz="1400" strike="noStrike" u="none">
              <a:solidFill>
                <a:srgbClr val="000000"/>
              </a:solidFill>
              <a:effectLst/>
              <a:uFillTx/>
              <a:latin typeface="Noto Serif CJK JP"/>
            </a:endParaRPr>
          </a:p>
        </p:txBody>
      </p:sp>
      <p:sp>
        <p:nvSpPr>
          <p:cNvPr id="145" name="PlaceHolder 4"/>
          <p:cNvSpPr>
            <a:spLocks noGrp="1"/>
          </p:cNvSpPr>
          <p:nvPr>
            <p:ph type="sldNum" idx="62"/>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F512D9A3-4821-4457-BB11-099A60407B56}" type="slidenum">
              <a:rPr b="0" lang="en-US" sz="1200" strike="noStrike" u="none">
                <a:solidFill>
                  <a:schemeClr val="dk1">
                    <a:tint val="82000"/>
                  </a:schemeClr>
                </a:solidFill>
                <a:effectLst/>
                <a:uFillTx/>
                <a:latin typeface="Aptos"/>
                <a:ea typeface="DejaVu Sans"/>
              </a:rPr>
              <a:t>&lt;番号&gt;</a:t>
            </a:fld>
            <a:endParaRPr b="0" lang="en-US" sz="1200" strike="noStrike" u="none">
              <a:solidFill>
                <a:srgbClr val="000000"/>
              </a:solidFill>
              <a:effectLst/>
              <a:uFillTx/>
              <a:latin typeface="Noto Serif CJK JP"/>
            </a:endParaRPr>
          </a:p>
        </p:txBody>
      </p:sp>
      <p:sp>
        <p:nvSpPr>
          <p:cNvPr id="146" name="PlaceHolder 5"/>
          <p:cNvSpPr>
            <a:spLocks noGrp="1"/>
          </p:cNvSpPr>
          <p:nvPr>
            <p:ph type="dt" idx="63"/>
          </p:nvPr>
        </p:nvSpPr>
        <p:spPr>
          <a:xfrm>
            <a:off x="838080" y="6356520"/>
            <a:ext cx="2739240" cy="36108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en-US" sz="1400" strike="noStrike" u="none">
                <a:solidFill>
                  <a:srgbClr val="000000"/>
                </a:solidFill>
                <a:effectLst/>
                <a:uFillTx/>
                <a:latin typeface="Noto Serif CJK JP"/>
                <a:ea typeface="DejaVu Sans"/>
              </a:defRPr>
            </a:lvl1pPr>
          </a:lstStyle>
          <a:p>
            <a:pPr indent="0" defTabSz="914400">
              <a:lnSpc>
                <a:spcPct val="100000"/>
              </a:lnSpc>
              <a:buNone/>
              <a:tabLst>
                <a:tab algn="l" pos="0"/>
              </a:tabLst>
            </a:pPr>
            <a:r>
              <a:rPr b="0" lang="en-US" sz="1400" strike="noStrike" u="none">
                <a:solidFill>
                  <a:srgbClr val="000000"/>
                </a:solidFill>
                <a:effectLst/>
                <a:uFillTx/>
                <a:latin typeface="Noto Serif CJK JP"/>
                <a:ea typeface="DejaVu Sans"/>
              </a:rPr>
              <a:t>&lt;日付/時刻&gt;</a:t>
            </a:r>
            <a:endParaRPr b="0" lang="en-US" sz="1400" strike="noStrike" u="none">
              <a:solidFill>
                <a:srgbClr val="000000"/>
              </a:solidFill>
              <a:effectLst/>
              <a:uFillTx/>
              <a:latin typeface="Noto Serif CJK JP"/>
            </a:endParaRPr>
          </a:p>
        </p:txBody>
      </p:sp>
    </p:spTree>
  </p:cSld>
  <p:clrMap bg1="lt1" tx1="dk1" bg2="lt2" tx2="dk2" accent1="accent1" accent2="accent2" accent3="accent3" accent4="accent4" accent5="accent5" accent6="accent6" hlink="hlink" folHlink="folHlink"/>
  <p:sldLayoutIdLst>
    <p:sldLayoutId id="214748369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hyperlink" Target="https://ai.google.dev/edge/mediapipe/solutions/vision/hand_landmarker?hl=ja" TargetMode="External"/><Relationship Id="rId4" Type="http://schemas.openxmlformats.org/officeDocument/2006/relationships/hyperlink" Target="https://ai.google.dev/edge/mediapipe/solutions/vision/hand_landmarker?hl=ja" TargetMode="External"/><Relationship Id="rId5" Type="http://schemas.openxmlformats.org/officeDocument/2006/relationships/slideLayout" Target="../slideLayouts/slideLayout23.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slideLayout" Target="../slideLayouts/slideLayout2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3.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slideLayout" Target="../slideLayouts/slideLayout23.xml"/><Relationship Id="rId7"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23.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3.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1523880" y="1392840"/>
            <a:ext cx="9140040" cy="238356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b="0" lang="ja-JP" sz="4800" strike="noStrike" u="none">
                <a:solidFill>
                  <a:schemeClr val="dk1"/>
                </a:solidFill>
                <a:effectLst/>
                <a:uFillTx/>
                <a:latin typeface="ＭＳ Ｐゴシック"/>
                <a:ea typeface="ＭＳ Ｐゴシック"/>
              </a:rPr>
              <a:t>両眼カメラによる</a:t>
            </a:r>
            <a:br>
              <a:rPr sz="4800"/>
            </a:br>
            <a:r>
              <a:rPr b="0" lang="en-US" sz="4800" strike="noStrike" u="none">
                <a:solidFill>
                  <a:schemeClr val="dk1"/>
                </a:solidFill>
                <a:effectLst/>
                <a:uFillTx/>
                <a:latin typeface="ＭＳ Ｐゴシック"/>
                <a:ea typeface="ＭＳ Ｐゴシック"/>
              </a:rPr>
              <a:t>MediaPipe Hand Landmarker</a:t>
            </a:r>
            <a:br>
              <a:rPr sz="4800"/>
            </a:br>
            <a:r>
              <a:rPr b="0" lang="ja-JP" sz="4800" strike="noStrike" u="none">
                <a:solidFill>
                  <a:schemeClr val="dk1"/>
                </a:solidFill>
                <a:effectLst/>
                <a:uFillTx/>
                <a:latin typeface="ＭＳ Ｐゴシック"/>
                <a:ea typeface="ＭＳ Ｐゴシック"/>
              </a:rPr>
              <a:t>タスクの精度向上</a:t>
            </a:r>
            <a:endParaRPr b="0" lang="en-US" sz="4800" strike="noStrike" u="none">
              <a:solidFill>
                <a:schemeClr val="dk1"/>
              </a:solidFill>
              <a:effectLst/>
              <a:uFillTx/>
              <a:latin typeface="Arial"/>
            </a:endParaRPr>
          </a:p>
        </p:txBody>
      </p:sp>
      <p:sp>
        <p:nvSpPr>
          <p:cNvPr id="156" name="PlaceHolder 2"/>
          <p:cNvSpPr>
            <a:spLocks noGrp="1"/>
          </p:cNvSpPr>
          <p:nvPr>
            <p:ph type="subTitle"/>
          </p:nvPr>
        </p:nvSpPr>
        <p:spPr>
          <a:xfrm>
            <a:off x="1523880" y="4320000"/>
            <a:ext cx="9140040" cy="1651680"/>
          </a:xfrm>
          <a:prstGeom prst="rect">
            <a:avLst/>
          </a:prstGeom>
          <a:noFill/>
          <a:ln w="0">
            <a:noFill/>
          </a:ln>
        </p:spPr>
        <p:txBody>
          <a:bodyPr lIns="91440" rIns="91440" tIns="45720" bIns="45720" anchor="t">
            <a:normAutofit/>
          </a:bodyPr>
          <a:p>
            <a:pPr marL="228600" indent="0" algn="ctr"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箕浦研究室　</a:t>
            </a:r>
            <a:r>
              <a:rPr b="0" lang="en-US" sz="3200" strike="noStrike" u="none">
                <a:solidFill>
                  <a:schemeClr val="dk1"/>
                </a:solidFill>
                <a:effectLst/>
                <a:uFillTx/>
                <a:latin typeface="ＭＳ Ｐゴシック"/>
                <a:ea typeface="ＭＳ Ｐゴシック"/>
              </a:rPr>
              <a:t>5I25 </a:t>
            </a:r>
            <a:r>
              <a:rPr b="0" lang="ja-JP" sz="3200" strike="noStrike" u="none">
                <a:solidFill>
                  <a:schemeClr val="dk1"/>
                </a:solidFill>
                <a:effectLst/>
                <a:uFillTx/>
                <a:latin typeface="ＭＳ Ｐゴシック"/>
                <a:ea typeface="ＭＳ Ｐゴシック"/>
              </a:rPr>
              <a:t>萩 郁人</a:t>
            </a:r>
            <a:endParaRPr b="0" lang="en-US" sz="3200" strike="noStrike" u="none">
              <a:solidFill>
                <a:srgbClr val="000000"/>
              </a:solidFill>
              <a:effectLst/>
              <a:uFillTx/>
              <a:latin typeface="Arial"/>
            </a:endParaRPr>
          </a:p>
        </p:txBody>
      </p:sp>
      <p:sp>
        <p:nvSpPr>
          <p:cNvPr id="157" name="PlaceHolder 3"/>
          <p:cNvSpPr>
            <a:spLocks noGrp="1"/>
          </p:cNvSpPr>
          <p:nvPr>
            <p:ph type="sldNum" idx="67"/>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AAB5B586-DB4D-4492-B180-5455FDBEDD61}" type="slidenum">
              <a:rPr b="0" lang="en-US" sz="1200" strike="noStrike" u="none">
                <a:solidFill>
                  <a:schemeClr val="dk1">
                    <a:tint val="82000"/>
                  </a:schemeClr>
                </a:solidFill>
                <a:effectLst/>
                <a:uFillTx/>
                <a:latin typeface="Aptos"/>
                <a:ea typeface="DejaVu Sans"/>
              </a:rPr>
              <a:t>1</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Aptos Display"/>
                <a:ea typeface="DejaVu Sans"/>
              </a:rPr>
              <a:t>背景</a:t>
            </a:r>
            <a:endParaRPr b="0" lang="en-US" sz="4400" strike="noStrike" u="none">
              <a:solidFill>
                <a:schemeClr val="dk1"/>
              </a:solidFill>
              <a:effectLst/>
              <a:uFillTx/>
              <a:latin typeface="Arial"/>
            </a:endParaRPr>
          </a:p>
        </p:txBody>
      </p:sp>
      <p:sp>
        <p:nvSpPr>
          <p:cNvPr id="159" name="PlaceHolder 2"/>
          <p:cNvSpPr>
            <a:spLocks noGrp="1"/>
          </p:cNvSpPr>
          <p:nvPr>
            <p:ph/>
          </p:nvPr>
        </p:nvSpPr>
        <p:spPr>
          <a:xfrm>
            <a:off x="838080" y="1825560"/>
            <a:ext cx="10511640" cy="4347360"/>
          </a:xfrm>
          <a:prstGeom prst="rect">
            <a:avLst/>
          </a:prstGeom>
          <a:noFill/>
          <a:ln w="0">
            <a:noFill/>
          </a:ln>
        </p:spPr>
        <p:txBody>
          <a:bodyPr lIns="91440" rIns="91440" tIns="45720" bIns="45720" anchor="t" anchorCtr="1">
            <a:noAutofit/>
          </a:bodyPr>
          <a:p>
            <a:pPr indent="0" defTabSz="914400">
              <a:lnSpc>
                <a:spcPct val="90000"/>
              </a:lnSpc>
              <a:spcBef>
                <a:spcPts val="1001"/>
              </a:spcBef>
              <a:buNone/>
              <a:tabLst>
                <a:tab algn="l" pos="0"/>
              </a:tabLst>
            </a:pPr>
            <a:r>
              <a:rPr b="0" lang="ja-JP" sz="2800" strike="noStrike" u="none">
                <a:solidFill>
                  <a:schemeClr val="dk1"/>
                </a:solidFill>
                <a:effectLst/>
                <a:uFillTx/>
                <a:latin typeface="Aptos"/>
                <a:ea typeface="DejaVu Sans"/>
              </a:rPr>
              <a:t>・現在のタイピング練習ソフトでは正しい運指による入力ができているか判定できない。</a:t>
            </a: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Aptos"/>
                <a:ea typeface="DejaVu Sans"/>
              </a:rPr>
              <a:t>→手やキーボードの映像から正しい入力かを判定するシステムを開発する。</a:t>
            </a: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rial"/>
            </a:endParaRPr>
          </a:p>
        </p:txBody>
      </p:sp>
      <p:sp>
        <p:nvSpPr>
          <p:cNvPr id="160" name="PlaceHolder 3"/>
          <p:cNvSpPr>
            <a:spLocks noGrp="1"/>
          </p:cNvSpPr>
          <p:nvPr>
            <p:ph type="sldNum" idx="68"/>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1DEB09E3-4F9B-477D-B31A-F760D3AEDCBA}" type="slidenum">
              <a:rPr b="0" lang="en-US" sz="1200" strike="noStrike" u="none">
                <a:solidFill>
                  <a:schemeClr val="dk1">
                    <a:tint val="82000"/>
                  </a:schemeClr>
                </a:solidFill>
                <a:effectLst/>
                <a:uFillTx/>
                <a:latin typeface="Aptos"/>
                <a:ea typeface="DejaVu Sans"/>
              </a:rPr>
              <a:t>1</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722520"/>
            <a:ext cx="10511640" cy="606600"/>
          </a:xfrm>
          <a:prstGeom prst="rect">
            <a:avLst/>
          </a:prstGeom>
          <a:noFill/>
          <a:ln w="0">
            <a:noFill/>
          </a:ln>
        </p:spPr>
        <p:txBody>
          <a:bodyPr lIns="0" rIns="0" tIns="0" bIns="0" anchor="ctr">
            <a:noAutofit/>
          </a:bodyPr>
          <a:p>
            <a:pPr indent="0" defTabSz="914400">
              <a:lnSpc>
                <a:spcPct val="90000"/>
              </a:lnSpc>
              <a:buNone/>
              <a:tabLst>
                <a:tab algn="l" pos="0"/>
              </a:tabLst>
            </a:pPr>
            <a:r>
              <a:rPr b="0" lang="ja-JP" sz="4400" strike="noStrike" u="none">
                <a:solidFill>
                  <a:schemeClr val="dk1"/>
                </a:solidFill>
                <a:effectLst/>
                <a:uFillTx/>
                <a:latin typeface="Arial"/>
                <a:ea typeface="DejaVu Sans"/>
              </a:rPr>
              <a:t>システム概要</a:t>
            </a:r>
            <a:endParaRPr b="0" lang="en-US" sz="4400" strike="noStrike" u="none">
              <a:solidFill>
                <a:schemeClr val="dk1"/>
              </a:solidFill>
              <a:effectLst/>
              <a:uFillTx/>
              <a:latin typeface="Arial"/>
            </a:endParaRPr>
          </a:p>
        </p:txBody>
      </p:sp>
      <p:pic>
        <p:nvPicPr>
          <p:cNvPr id="162" name="コンテンツ プレースホルダー 4" descr="テーブル が含まれている画像&#10;&#10;AI 生成コンテンツは誤りを含む可能性があります。"/>
          <p:cNvPicPr/>
          <p:nvPr/>
        </p:nvPicPr>
        <p:blipFill>
          <a:blip r:embed="rId1"/>
          <a:stretch/>
        </p:blipFill>
        <p:spPr>
          <a:xfrm>
            <a:off x="5068080" y="416160"/>
            <a:ext cx="5725800" cy="3644280"/>
          </a:xfrm>
          <a:prstGeom prst="rect">
            <a:avLst/>
          </a:prstGeom>
          <a:noFill/>
          <a:ln w="0">
            <a:noFill/>
          </a:ln>
        </p:spPr>
      </p:pic>
      <p:sp>
        <p:nvSpPr>
          <p:cNvPr id="163" name="テキスト ボックス 6"/>
          <p:cNvSpPr/>
          <p:nvPr/>
        </p:nvSpPr>
        <p:spPr>
          <a:xfrm>
            <a:off x="838080" y="4533120"/>
            <a:ext cx="11085120" cy="1553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200" strike="noStrike" u="none">
                <a:solidFill>
                  <a:schemeClr val="dk1"/>
                </a:solidFill>
                <a:effectLst/>
                <a:uFillTx/>
                <a:latin typeface="Arial"/>
                <a:ea typeface="DejaVu Sans"/>
              </a:rPr>
              <a:t>①</a:t>
            </a:r>
            <a:r>
              <a:rPr b="0" lang="ja-JP" sz="3200" strike="noStrike" u="sng">
                <a:solidFill>
                  <a:schemeClr val="dk1"/>
                </a:solidFill>
                <a:effectLst/>
                <a:uFillTx/>
                <a:latin typeface="Arial"/>
                <a:ea typeface="DejaVu Sans"/>
              </a:rPr>
              <a:t>カメラの映像から指先の座標を推定（担当）</a:t>
            </a:r>
            <a:endParaRPr b="0" lang="en-US" sz="3200" strike="noStrike" u="none">
              <a:solidFill>
                <a:srgbClr val="000000"/>
              </a:solidFill>
              <a:effectLst/>
              <a:uFillTx/>
              <a:latin typeface="Arial"/>
            </a:endParaRPr>
          </a:p>
          <a:p>
            <a:pPr defTabSz="914400">
              <a:lnSpc>
                <a:spcPct val="100000"/>
              </a:lnSpc>
            </a:pPr>
            <a:r>
              <a:rPr b="0" lang="en-US" sz="3200" strike="noStrike" u="none">
                <a:solidFill>
                  <a:schemeClr val="dk1"/>
                </a:solidFill>
                <a:effectLst/>
                <a:uFillTx/>
                <a:latin typeface="Arial"/>
                <a:ea typeface="DejaVu Sans"/>
              </a:rPr>
              <a:t>②指先の座標をキーボード基準の座標に変換</a:t>
            </a:r>
            <a:endParaRPr b="0" lang="en-US" sz="3200" strike="noStrike" u="none">
              <a:solidFill>
                <a:srgbClr val="000000"/>
              </a:solidFill>
              <a:effectLst/>
              <a:uFillTx/>
              <a:latin typeface="Arial"/>
            </a:endParaRPr>
          </a:p>
          <a:p>
            <a:pPr defTabSz="914400">
              <a:lnSpc>
                <a:spcPct val="100000"/>
              </a:lnSpc>
            </a:pPr>
            <a:r>
              <a:rPr b="0" lang="en-US" sz="3200" strike="noStrike" u="none">
                <a:solidFill>
                  <a:schemeClr val="dk1"/>
                </a:solidFill>
                <a:effectLst/>
                <a:uFillTx/>
                <a:latin typeface="Arial"/>
                <a:ea typeface="DejaVu Sans"/>
              </a:rPr>
              <a:t>③同一座標系にある指先座標とキー座標から入力を判定</a:t>
            </a:r>
            <a:endParaRPr b="0" lang="en-US" sz="3200" strike="noStrike" u="none">
              <a:solidFill>
                <a:srgbClr val="000000"/>
              </a:solidFill>
              <a:effectLst/>
              <a:uFillTx/>
              <a:latin typeface="Arial"/>
            </a:endParaRPr>
          </a:p>
        </p:txBody>
      </p:sp>
      <p:sp>
        <p:nvSpPr>
          <p:cNvPr id="164" name="テキスト ボックス 7"/>
          <p:cNvSpPr/>
          <p:nvPr/>
        </p:nvSpPr>
        <p:spPr>
          <a:xfrm>
            <a:off x="8957520" y="559800"/>
            <a:ext cx="544680" cy="578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3200" strike="noStrike" u="none">
                <a:solidFill>
                  <a:schemeClr val="dk1"/>
                </a:solidFill>
                <a:effectLst/>
                <a:uFillTx/>
                <a:latin typeface="Arial"/>
                <a:ea typeface="DejaVu Sans"/>
              </a:rPr>
              <a:t>①</a:t>
            </a:r>
            <a:endParaRPr b="0" lang="en-US" sz="3200" strike="noStrike" u="none">
              <a:solidFill>
                <a:srgbClr val="000000"/>
              </a:solidFill>
              <a:effectLst/>
              <a:uFillTx/>
              <a:latin typeface="Arial"/>
            </a:endParaRPr>
          </a:p>
        </p:txBody>
      </p:sp>
      <p:sp>
        <p:nvSpPr>
          <p:cNvPr id="165" name="テキスト ボックス 9"/>
          <p:cNvSpPr/>
          <p:nvPr/>
        </p:nvSpPr>
        <p:spPr>
          <a:xfrm>
            <a:off x="4511880" y="3421080"/>
            <a:ext cx="477000" cy="578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200" strike="noStrike" u="none">
                <a:solidFill>
                  <a:schemeClr val="dk1"/>
                </a:solidFill>
                <a:effectLst/>
                <a:uFillTx/>
                <a:latin typeface="Arial"/>
                <a:ea typeface="DejaVu Sans"/>
              </a:rPr>
              <a:t>②</a:t>
            </a:r>
            <a:endParaRPr b="0" lang="en-US" sz="3200" strike="noStrike" u="none">
              <a:solidFill>
                <a:srgbClr val="000000"/>
              </a:solidFill>
              <a:effectLst/>
              <a:uFillTx/>
              <a:latin typeface="Arial"/>
            </a:endParaRPr>
          </a:p>
        </p:txBody>
      </p:sp>
      <p:sp>
        <p:nvSpPr>
          <p:cNvPr id="166" name="PlaceHolder 2"/>
          <p:cNvSpPr>
            <a:spLocks noGrp="1"/>
          </p:cNvSpPr>
          <p:nvPr>
            <p:ph type="sldNum" idx="69"/>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2AEE5A03-8251-4884-ACE0-22F954D1FB2A}" type="slidenum">
              <a:rPr b="0" lang="en-US" sz="1200" strike="noStrike" u="none">
                <a:solidFill>
                  <a:schemeClr val="dk1">
                    <a:tint val="82000"/>
                  </a:schemeClr>
                </a:solidFill>
                <a:effectLst/>
                <a:uFillTx/>
                <a:latin typeface="Aptos"/>
                <a:ea typeface="DejaVu Sans"/>
              </a:rPr>
              <a:t>1</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en-US" sz="4400" strike="noStrike" u="none">
                <a:solidFill>
                  <a:schemeClr val="dk1"/>
                </a:solidFill>
                <a:effectLst/>
                <a:uFillTx/>
                <a:latin typeface="ＭＳ Ｐゴシック"/>
                <a:ea typeface="ＭＳ Ｐゴシック"/>
              </a:rPr>
              <a:t> MediaPipe Hand Landmarker</a:t>
            </a:r>
            <a:r>
              <a:rPr b="0" lang="ja-JP" sz="4400" strike="noStrike" u="none">
                <a:solidFill>
                  <a:schemeClr val="dk1"/>
                </a:solidFill>
                <a:effectLst/>
                <a:uFillTx/>
                <a:latin typeface="ＭＳ Ｐゴシック"/>
                <a:ea typeface="ＭＳ Ｐゴシック"/>
              </a:rPr>
              <a:t>について</a:t>
            </a:r>
            <a:endParaRPr b="0" lang="en-US" sz="4400" strike="noStrike" u="none">
              <a:solidFill>
                <a:schemeClr val="dk1"/>
              </a:solidFill>
              <a:effectLst/>
              <a:uFillTx/>
              <a:latin typeface="Arial"/>
            </a:endParaRPr>
          </a:p>
        </p:txBody>
      </p:sp>
      <p:sp>
        <p:nvSpPr>
          <p:cNvPr id="168" name="PlaceHolder 2"/>
          <p:cNvSpPr>
            <a:spLocks noGrp="1"/>
          </p:cNvSpPr>
          <p:nvPr>
            <p:ph/>
          </p:nvPr>
        </p:nvSpPr>
        <p:spPr>
          <a:xfrm>
            <a:off x="838080" y="1690200"/>
            <a:ext cx="10511640" cy="434736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ＭＳ Ｐゴシック"/>
                <a:ea typeface="ＭＳ Ｐゴシック"/>
              </a:rPr>
              <a:t>MediaPipe</a:t>
            </a:r>
            <a:r>
              <a:rPr b="0" lang="ja-JP" sz="3200" strike="noStrike" u="none">
                <a:solidFill>
                  <a:schemeClr val="dk1"/>
                </a:solidFill>
                <a:effectLst/>
                <a:uFillTx/>
                <a:latin typeface="ＭＳ Ｐゴシック"/>
                <a:ea typeface="ＭＳ Ｐゴシック"/>
              </a:rPr>
              <a:t>とは、</a:t>
            </a:r>
            <a:r>
              <a:rPr b="0" lang="en-US" sz="3200" strike="noStrike" u="none">
                <a:solidFill>
                  <a:schemeClr val="dk1"/>
                </a:solidFill>
                <a:effectLst/>
                <a:uFillTx/>
                <a:latin typeface="ＭＳ Ｐゴシック"/>
                <a:ea typeface="ＭＳ Ｐゴシック"/>
              </a:rPr>
              <a:t>Google</a:t>
            </a:r>
            <a:r>
              <a:rPr b="0" lang="ja-JP" sz="3200" strike="noStrike" u="none">
                <a:solidFill>
                  <a:schemeClr val="dk1"/>
                </a:solidFill>
                <a:effectLst/>
                <a:uFillTx/>
                <a:latin typeface="ＭＳ Ｐゴシック"/>
                <a:ea typeface="ＭＳ Ｐゴシック"/>
              </a:rPr>
              <a:t>社が提供するライブメディア処理のためのオープンソース機械学習ソリューション</a:t>
            </a:r>
            <a:endParaRPr b="0" lang="en-US" sz="3200" strike="noStrike" u="none">
              <a:solidFill>
                <a:schemeClr val="dk1"/>
              </a:solidFill>
              <a:effectLst/>
              <a:uFillTx/>
              <a:latin typeface="Arial"/>
            </a:endParaRPr>
          </a:p>
          <a:p>
            <a:pPr marL="228600" indent="-228600" defTabSz="914400">
              <a:lnSpc>
                <a:spcPct val="90000"/>
              </a:lnSpc>
              <a:spcBef>
                <a:spcPts val="1001"/>
              </a:spcBef>
              <a:buClr>
                <a:srgbClr val="000000"/>
              </a:buClr>
              <a:buFont typeface="Arial"/>
              <a:buChar char="•"/>
            </a:pPr>
            <a:r>
              <a:rPr b="0" lang="en-US" sz="3200" strike="noStrike" u="none">
                <a:solidFill>
                  <a:schemeClr val="dk1"/>
                </a:solidFill>
                <a:effectLst/>
                <a:uFillTx/>
                <a:latin typeface="ＭＳ Ｐゴシック"/>
                <a:ea typeface="ＭＳ Ｐゴシック"/>
              </a:rPr>
              <a:t>Hand Landmarker</a:t>
            </a:r>
            <a:r>
              <a:rPr b="0" lang="ja-JP" sz="3200" strike="noStrike" u="none">
                <a:solidFill>
                  <a:schemeClr val="dk1"/>
                </a:solidFill>
                <a:effectLst/>
                <a:uFillTx/>
                <a:latin typeface="ＭＳ Ｐゴシック"/>
                <a:ea typeface="ＭＳ Ｐゴシック"/>
              </a:rPr>
              <a:t>は手の位置と</a:t>
            </a:r>
            <a:r>
              <a:rPr b="0" lang="en-US" sz="3200" strike="noStrike" u="none">
                <a:solidFill>
                  <a:schemeClr val="dk1"/>
                </a:solidFill>
                <a:effectLst/>
                <a:uFillTx/>
                <a:latin typeface="ＭＳ Ｐゴシック"/>
                <a:ea typeface="ＭＳ Ｐゴシック"/>
              </a:rPr>
              <a:t>21</a:t>
            </a:r>
            <a:r>
              <a:rPr b="0" lang="ja-JP" sz="3200" strike="noStrike" u="none">
                <a:solidFill>
                  <a:schemeClr val="dk1"/>
                </a:solidFill>
                <a:effectLst/>
                <a:uFillTx/>
                <a:latin typeface="ＭＳ Ｐゴシック"/>
                <a:ea typeface="ＭＳ Ｐゴシック"/>
              </a:rPr>
              <a:t>個のランドマーク</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関節点</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をリアルタイムに推定</a:t>
            </a:r>
            <a:endParaRPr b="0" lang="en-US" sz="3200" strike="noStrike" u="none">
              <a:solidFill>
                <a:schemeClr val="dk1"/>
              </a:solidFill>
              <a:effectLst/>
              <a:uFillTx/>
              <a:latin typeface="Arial"/>
            </a:endParaRPr>
          </a:p>
        </p:txBody>
      </p:sp>
      <p:pic>
        <p:nvPicPr>
          <p:cNvPr id="169" name="図 8" descr="歯ブラシを持っている手&#10;&#10;AI 生成コンテンツは誤りを含む可能性があります。"/>
          <p:cNvPicPr/>
          <p:nvPr/>
        </p:nvPicPr>
        <p:blipFill>
          <a:blip r:embed="rId1"/>
          <a:stretch/>
        </p:blipFill>
        <p:spPr>
          <a:xfrm>
            <a:off x="6863040" y="3735000"/>
            <a:ext cx="3978000" cy="2228040"/>
          </a:xfrm>
          <a:prstGeom prst="rect">
            <a:avLst/>
          </a:prstGeom>
          <a:noFill/>
          <a:ln w="0">
            <a:noFill/>
          </a:ln>
        </p:spPr>
      </p:pic>
      <p:pic>
        <p:nvPicPr>
          <p:cNvPr id="170" name="図 10" descr="グラフ&#10;&#10;AI 生成コンテンツは誤りを含む可能性があります。"/>
          <p:cNvPicPr/>
          <p:nvPr/>
        </p:nvPicPr>
        <p:blipFill>
          <a:blip r:embed="rId2"/>
          <a:stretch/>
        </p:blipFill>
        <p:spPr>
          <a:xfrm>
            <a:off x="3444480" y="3713040"/>
            <a:ext cx="2647440" cy="2271960"/>
          </a:xfrm>
          <a:prstGeom prst="rect">
            <a:avLst/>
          </a:prstGeom>
          <a:noFill/>
          <a:ln w="0">
            <a:noFill/>
          </a:ln>
        </p:spPr>
      </p:pic>
      <p:sp>
        <p:nvSpPr>
          <p:cNvPr id="171" name="テキスト ボックス 11"/>
          <p:cNvSpPr/>
          <p:nvPr/>
        </p:nvSpPr>
        <p:spPr>
          <a:xfrm>
            <a:off x="1260000" y="6206040"/>
            <a:ext cx="8816400" cy="410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ja-JP" sz="2100" strike="noStrike" u="none">
                <a:solidFill>
                  <a:schemeClr val="dk1"/>
                </a:solidFill>
                <a:effectLst/>
                <a:uFillTx/>
                <a:latin typeface="ＭＳ Ｐゴシック"/>
                <a:ea typeface="ＭＳ Ｐゴシック"/>
              </a:rPr>
              <a:t>画像出典：</a:t>
            </a:r>
            <a:r>
              <a:rPr b="0" lang="ja-JP" sz="2100" strike="noStrike" u="sng">
                <a:solidFill>
                  <a:schemeClr val="dk1"/>
                </a:solidFill>
                <a:effectLst/>
                <a:uFillTx/>
                <a:latin typeface="ＭＳ Ｐゴシック"/>
                <a:ea typeface="ＭＳ Ｐゴシック"/>
                <a:hlinkClick r:id="rId3"/>
              </a:rPr>
              <a:t>手のランドマーク検出ガイド </a:t>
            </a:r>
            <a:r>
              <a:rPr b="0" lang="en-US" sz="2100" strike="noStrike" u="sng">
                <a:solidFill>
                  <a:schemeClr val="dk1"/>
                </a:solidFill>
                <a:effectLst/>
                <a:uFillTx/>
                <a:latin typeface="ＭＳ Ｐゴシック"/>
                <a:ea typeface="ＭＳ Ｐゴシック"/>
                <a:hlinkClick r:id="rId4"/>
              </a:rPr>
              <a:t>| Google AI Edge</a:t>
            </a:r>
            <a:endParaRPr b="0" lang="en-US" sz="2100" strike="noStrike" u="none">
              <a:solidFill>
                <a:srgbClr val="000000"/>
              </a:solidFill>
              <a:effectLst/>
              <a:uFillTx/>
              <a:latin typeface="Arial"/>
            </a:endParaRPr>
          </a:p>
        </p:txBody>
      </p:sp>
      <p:sp>
        <p:nvSpPr>
          <p:cNvPr id="172" name="PlaceHolder 3"/>
          <p:cNvSpPr>
            <a:spLocks noGrp="1"/>
          </p:cNvSpPr>
          <p:nvPr>
            <p:ph type="sldNum" idx="70"/>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C66BB194-E027-406C-BBB9-BCCA7DD430CE}" type="slidenum">
              <a:rPr b="0" lang="en-US" sz="1200" strike="noStrike" u="none">
                <a:solidFill>
                  <a:schemeClr val="dk1">
                    <a:tint val="82000"/>
                  </a:schemeClr>
                </a:solidFill>
                <a:effectLst/>
                <a:uFillTx/>
                <a:latin typeface="Aptos"/>
                <a:ea typeface="DejaVu Sans"/>
              </a:rPr>
              <a:t>4</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先行研究の課題</a:t>
            </a:r>
            <a:endParaRPr b="0" lang="en-US" sz="4400" strike="noStrike" u="none">
              <a:solidFill>
                <a:schemeClr val="dk1"/>
              </a:solidFill>
              <a:effectLst/>
              <a:uFillTx/>
              <a:latin typeface="Arial"/>
            </a:endParaRPr>
          </a:p>
        </p:txBody>
      </p:sp>
      <p:sp>
        <p:nvSpPr>
          <p:cNvPr id="174" name="PlaceHolder 2"/>
          <p:cNvSpPr>
            <a:spLocks noGrp="1"/>
          </p:cNvSpPr>
          <p:nvPr>
            <p:ph/>
          </p:nvPr>
        </p:nvSpPr>
        <p:spPr>
          <a:xfrm>
            <a:off x="824760" y="1589040"/>
            <a:ext cx="10511640" cy="43473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a:t>
            </a:r>
            <a:r>
              <a:rPr b="0" lang="en-US" sz="3200" strike="noStrike" u="none">
                <a:solidFill>
                  <a:schemeClr val="dk1"/>
                </a:solidFill>
                <a:effectLst/>
                <a:uFillTx/>
                <a:latin typeface="ＭＳ Ｐゴシック"/>
                <a:ea typeface="ＭＳ Ｐゴシック"/>
              </a:rPr>
              <a:t>Media Pipe Hand Landmarker</a:t>
            </a:r>
            <a:r>
              <a:rPr b="0" lang="ja-JP" sz="3200" strike="noStrike" u="none">
                <a:solidFill>
                  <a:schemeClr val="dk1"/>
                </a:solidFill>
                <a:effectLst/>
                <a:uFillTx/>
                <a:latin typeface="ＭＳ Ｐゴシック"/>
                <a:ea typeface="ＭＳ Ｐゴシック"/>
              </a:rPr>
              <a:t>単体で三次元座標を推定</a:t>
            </a: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rial"/>
            </a:endParaRPr>
          </a:p>
        </p:txBody>
      </p:sp>
      <p:pic>
        <p:nvPicPr>
          <p:cNvPr id="175" name="図 66" descr=""/>
          <p:cNvPicPr/>
          <p:nvPr/>
        </p:nvPicPr>
        <p:blipFill>
          <a:blip r:embed="rId1"/>
          <a:stretch/>
        </p:blipFill>
        <p:spPr>
          <a:xfrm>
            <a:off x="1260000" y="2520000"/>
            <a:ext cx="3176640" cy="2381400"/>
          </a:xfrm>
          <a:prstGeom prst="rect">
            <a:avLst/>
          </a:prstGeom>
          <a:noFill/>
          <a:ln w="0">
            <a:noFill/>
          </a:ln>
        </p:spPr>
      </p:pic>
      <p:sp>
        <p:nvSpPr>
          <p:cNvPr id="176" name="矢印: 右 67"/>
          <p:cNvSpPr/>
          <p:nvPr/>
        </p:nvSpPr>
        <p:spPr>
          <a:xfrm>
            <a:off x="4860000" y="3600000"/>
            <a:ext cx="1616400" cy="35640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rgbClr val="000000"/>
              </a:solidFill>
              <a:effectLst/>
              <a:uFillTx/>
              <a:latin typeface="Arial"/>
              <a:ea typeface="DejaVu Sans"/>
            </a:endParaRPr>
          </a:p>
        </p:txBody>
      </p:sp>
      <p:pic>
        <p:nvPicPr>
          <p:cNvPr id="177" name="図 68" descr=""/>
          <p:cNvPicPr/>
          <p:nvPr/>
        </p:nvPicPr>
        <p:blipFill>
          <a:blip r:embed="rId2"/>
          <a:stretch/>
        </p:blipFill>
        <p:spPr>
          <a:xfrm>
            <a:off x="6660000" y="2160000"/>
            <a:ext cx="3956400" cy="2930040"/>
          </a:xfrm>
          <a:prstGeom prst="rect">
            <a:avLst/>
          </a:prstGeom>
          <a:noFill/>
          <a:ln w="0">
            <a:noFill/>
          </a:ln>
        </p:spPr>
      </p:pic>
      <p:sp>
        <p:nvSpPr>
          <p:cNvPr id="178" name="テキスト ボックス 69"/>
          <p:cNvSpPr/>
          <p:nvPr/>
        </p:nvSpPr>
        <p:spPr>
          <a:xfrm>
            <a:off x="2102040" y="5059440"/>
            <a:ext cx="1676160" cy="378360"/>
          </a:xfrm>
          <a:prstGeom prst="rect">
            <a:avLst/>
          </a:prstGeom>
          <a:noFill/>
          <a:ln w="0">
            <a:noFill/>
          </a:ln>
        </p:spPr>
        <p:style>
          <a:lnRef idx="0"/>
          <a:fillRef idx="0"/>
          <a:effectRef idx="0"/>
          <a:fontRef idx="minor"/>
        </p:style>
        <p:txBody>
          <a:bodyPr lIns="90000" rIns="90000" tIns="45000" bIns="45000" anchor="t">
            <a:spAutoFit/>
          </a:bodyPr>
          <a:p>
            <a:pPr defTabSz="914400">
              <a:lnSpc>
                <a:spcPct val="90000"/>
              </a:lnSpc>
              <a:spcBef>
                <a:spcPts val="1001"/>
              </a:spcBef>
              <a:tabLst>
                <a:tab algn="l" pos="0"/>
              </a:tabLst>
            </a:pPr>
            <a:r>
              <a:rPr b="0" lang="ja-JP" sz="2100" strike="noStrike" u="none">
                <a:solidFill>
                  <a:schemeClr val="dk1"/>
                </a:solidFill>
                <a:effectLst/>
                <a:uFillTx/>
                <a:latin typeface="ＭＳ Ｐゴシック"/>
                <a:ea typeface="ＭＳ Ｐゴシック"/>
              </a:rPr>
              <a:t>カメラ映像</a:t>
            </a:r>
            <a:endParaRPr b="0" lang="en-US" sz="2100" strike="noStrike" u="none">
              <a:solidFill>
                <a:srgbClr val="000000"/>
              </a:solidFill>
              <a:effectLst/>
              <a:uFillTx/>
              <a:latin typeface="Arial"/>
            </a:endParaRPr>
          </a:p>
        </p:txBody>
      </p:sp>
      <p:sp>
        <p:nvSpPr>
          <p:cNvPr id="179" name="テキスト ボックス 70"/>
          <p:cNvSpPr/>
          <p:nvPr/>
        </p:nvSpPr>
        <p:spPr>
          <a:xfrm>
            <a:off x="8272440" y="5093640"/>
            <a:ext cx="1377360" cy="41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2100" strike="noStrike" u="none">
                <a:solidFill>
                  <a:schemeClr val="dk1"/>
                </a:solidFill>
                <a:effectLst/>
                <a:uFillTx/>
                <a:latin typeface="ＭＳ Ｐゴシック"/>
                <a:ea typeface="ＭＳ Ｐゴシック"/>
              </a:rPr>
              <a:t>ｘｚ座標</a:t>
            </a:r>
            <a:endParaRPr b="0" lang="en-US" sz="2100" strike="noStrike" u="none">
              <a:solidFill>
                <a:srgbClr val="000000"/>
              </a:solidFill>
              <a:effectLst/>
              <a:uFillTx/>
              <a:latin typeface="Arial"/>
            </a:endParaRPr>
          </a:p>
        </p:txBody>
      </p:sp>
      <p:sp>
        <p:nvSpPr>
          <p:cNvPr id="180" name="テキスト ボックス 71"/>
          <p:cNvSpPr/>
          <p:nvPr/>
        </p:nvSpPr>
        <p:spPr>
          <a:xfrm>
            <a:off x="3420000" y="6120000"/>
            <a:ext cx="11156400" cy="730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2100" strike="noStrike" u="none">
                <a:solidFill>
                  <a:schemeClr val="dk1"/>
                </a:solidFill>
                <a:effectLst/>
                <a:uFillTx/>
                <a:latin typeface="ＭＳ Ｐゴシック"/>
                <a:ea typeface="ＭＳ Ｐゴシック"/>
              </a:rPr>
              <a:t>画像出典：岡崎優斗　”キーボード入力時の手形状検出と指先座標の推定”</a:t>
            </a:r>
            <a:endParaRPr b="0" lang="en-US" sz="2100" strike="noStrike" u="none">
              <a:solidFill>
                <a:srgbClr val="000000"/>
              </a:solidFill>
              <a:effectLst/>
              <a:uFillTx/>
              <a:latin typeface="Arial"/>
            </a:endParaRPr>
          </a:p>
          <a:p>
            <a:pPr defTabSz="914400">
              <a:lnSpc>
                <a:spcPct val="100000"/>
              </a:lnSpc>
            </a:pPr>
            <a:r>
              <a:rPr b="0" lang="en-US" sz="2100" strike="noStrike" u="none">
                <a:solidFill>
                  <a:schemeClr val="dk1"/>
                </a:solidFill>
                <a:effectLst/>
                <a:uFillTx/>
                <a:latin typeface="ＭＳ Ｐゴシック"/>
                <a:ea typeface="ＭＳ Ｐゴシック"/>
              </a:rPr>
              <a:t>	</a:t>
            </a:r>
            <a:r>
              <a:rPr b="0" lang="ja-JP" sz="2100" strike="noStrike" u="none">
                <a:solidFill>
                  <a:schemeClr val="dk1"/>
                </a:solidFill>
                <a:effectLst/>
                <a:uFillTx/>
                <a:latin typeface="ＭＳ Ｐゴシック"/>
                <a:ea typeface="ＭＳ Ｐゴシック"/>
              </a:rPr>
              <a:t>　鈴鹿工業高等専門学校卒業研究論文　</a:t>
            </a:r>
            <a:r>
              <a:rPr b="0" lang="en-US" sz="2100" strike="noStrike" u="none">
                <a:solidFill>
                  <a:schemeClr val="dk1"/>
                </a:solidFill>
                <a:effectLst/>
                <a:uFillTx/>
                <a:latin typeface="ＭＳ Ｐゴシック"/>
                <a:ea typeface="ＭＳ Ｐゴシック"/>
              </a:rPr>
              <a:t>2024 </a:t>
            </a:r>
            <a:r>
              <a:rPr b="0" lang="ja-JP" sz="2100" strike="noStrike" u="none">
                <a:solidFill>
                  <a:schemeClr val="dk1"/>
                </a:solidFill>
                <a:effectLst/>
                <a:uFillTx/>
                <a:latin typeface="ＭＳ Ｐゴシック"/>
                <a:ea typeface="ＭＳ Ｐゴシック"/>
              </a:rPr>
              <a:t>年度</a:t>
            </a:r>
            <a:endParaRPr b="0" lang="en-US" sz="2100" strike="noStrike" u="none">
              <a:solidFill>
                <a:srgbClr val="000000"/>
              </a:solidFill>
              <a:effectLst/>
              <a:uFillTx/>
              <a:latin typeface="Arial"/>
            </a:endParaRPr>
          </a:p>
        </p:txBody>
      </p:sp>
      <p:sp>
        <p:nvSpPr>
          <p:cNvPr id="181" name="PlaceHolder 3"/>
          <p:cNvSpPr>
            <a:spLocks noGrp="1"/>
          </p:cNvSpPr>
          <p:nvPr>
            <p:ph type="sldNum" idx="71"/>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86BE7804-5880-401B-A83E-7A5E29C9845A}" type="slidenum">
              <a:rPr b="0" lang="en-US" sz="1200" strike="noStrike" u="none">
                <a:solidFill>
                  <a:schemeClr val="dk1">
                    <a:tint val="82000"/>
                  </a:schemeClr>
                </a:solidFill>
                <a:effectLst/>
                <a:uFillTx/>
                <a:latin typeface="Aptos"/>
                <a:ea typeface="DejaVu Sans"/>
              </a:rPr>
              <a:t>4</a:t>
            </a:fld>
            <a:endParaRPr b="0" lang="en-US" sz="1200" strike="noStrike" u="none">
              <a:solidFill>
                <a:srgbClr val="000000"/>
              </a:solidFill>
              <a:effectLst/>
              <a:uFillTx/>
              <a:latin typeface="Noto Serif CJK JP"/>
            </a:endParaRPr>
          </a:p>
        </p:txBody>
      </p:sp>
      <p:sp>
        <p:nvSpPr>
          <p:cNvPr id="182" name=""/>
          <p:cNvSpPr txBox="1"/>
          <p:nvPr/>
        </p:nvSpPr>
        <p:spPr>
          <a:xfrm>
            <a:off x="933120" y="5580000"/>
            <a:ext cx="5546880" cy="497520"/>
          </a:xfrm>
          <a:prstGeom prst="rect">
            <a:avLst/>
          </a:prstGeom>
          <a:noFill/>
          <a:ln w="0">
            <a:noFill/>
          </a:ln>
        </p:spPr>
        <p:txBody>
          <a:bodyPr lIns="90000" rIns="90000" tIns="45000" bIns="45000" anchor="t">
            <a:spAutoFit/>
          </a:bodyPr>
          <a:p>
            <a:r>
              <a:rPr b="0" lang="en-US" sz="3200" strike="noStrike" u="none">
                <a:solidFill>
                  <a:schemeClr val="dk1"/>
                </a:solidFill>
                <a:effectLst/>
                <a:uFillTx/>
                <a:latin typeface="ＭＳ Ｐゴシック"/>
                <a:ea typeface="ＭＳ Ｐゴシック"/>
              </a:rPr>
              <a:t>→奥行方向の精度が悪い</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75"/>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1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176"/>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77"/>
                                        </p:tgtEl>
                                        <p:attrNameLst>
                                          <p:attrName>style.visibility</p:attrName>
                                        </p:attrNameLst>
                                      </p:cBhvr>
                                      <p:to>
                                        <p:strVal val="visible"/>
                                      </p:to>
                                    </p:set>
                                  </p:childTnLst>
                                </p:cTn>
                              </p:par>
                              <p:par>
                                <p:cTn id="15" nodeType="withEffect" fill="hold" presetClass="entr" presetID="1">
                                  <p:stCondLst>
                                    <p:cond delay="0"/>
                                  </p:stCondLst>
                                  <p:childTnLst>
                                    <p:set>
                                      <p:cBhvr>
                                        <p:cTn id="16" dur="1" fill="hold">
                                          <p:stCondLst>
                                            <p:cond delay="0"/>
                                          </p:stCondLst>
                                        </p:cTn>
                                        <p:tgtEl>
                                          <p:spTgt spid="176"/>
                                        </p:tgtEl>
                                        <p:attrNameLst>
                                          <p:attrName>style.visibility</p:attrName>
                                        </p:attrNameLst>
                                      </p:cBhvr>
                                      <p:to>
                                        <p:strVal val="visible"/>
                                      </p:to>
                                    </p:set>
                                  </p:childTnLst>
                                </p:cTn>
                              </p:par>
                              <p:par>
                                <p:cTn id="17" nodeType="withEffect" fill="hold" presetClass="entr" presetID="1">
                                  <p:stCondLst>
                                    <p:cond delay="0"/>
                                  </p:stCondLst>
                                  <p:childTnLst>
                                    <p:set>
                                      <p:cBhvr>
                                        <p:cTn id="18" dur="1" fill="hold">
                                          <p:stCondLst>
                                            <p:cond delay="0"/>
                                          </p:stCondLst>
                                        </p:cTn>
                                        <p:tgtEl>
                                          <p:spTgt spid="1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82">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目的</a:t>
            </a:r>
            <a:endParaRPr b="0" lang="en-US" sz="4400" strike="noStrike" u="none">
              <a:solidFill>
                <a:schemeClr val="dk1"/>
              </a:solidFill>
              <a:effectLst/>
              <a:uFillTx/>
              <a:latin typeface="Arial"/>
            </a:endParaRPr>
          </a:p>
        </p:txBody>
      </p:sp>
      <p:sp>
        <p:nvSpPr>
          <p:cNvPr id="184" name="PlaceHolder 2"/>
          <p:cNvSpPr>
            <a:spLocks noGrp="1"/>
          </p:cNvSpPr>
          <p:nvPr>
            <p:ph/>
          </p:nvPr>
        </p:nvSpPr>
        <p:spPr>
          <a:xfrm>
            <a:off x="838080" y="1825560"/>
            <a:ext cx="10511640" cy="4347360"/>
          </a:xfrm>
          <a:prstGeom prst="rect">
            <a:avLst/>
          </a:prstGeom>
          <a:noFill/>
          <a:ln w="0">
            <a:noFill/>
          </a:ln>
        </p:spPr>
        <p:txBody>
          <a:bodyPr lIns="91440" rIns="91440" tIns="45720" bIns="45720" anchor="t">
            <a:normAutofit/>
          </a:bodyPr>
          <a:p>
            <a:pPr indent="0" defTabSz="914400">
              <a:lnSpc>
                <a:spcPct val="100000"/>
              </a:lnSpc>
              <a:spcBef>
                <a:spcPts val="1001"/>
              </a:spcBef>
              <a:buNone/>
              <a:tabLst>
                <a:tab algn="l" pos="0"/>
              </a:tabLst>
            </a:pPr>
            <a:r>
              <a:rPr b="0" lang="ja-JP" sz="3200" strike="noStrike" u="none">
                <a:solidFill>
                  <a:schemeClr val="dk1"/>
                </a:solidFill>
                <a:effectLst/>
                <a:uFillTx/>
                <a:latin typeface="Aptos"/>
                <a:ea typeface="DejaVu Sans"/>
              </a:rPr>
              <a:t>・入力を行う手やキーボードの映像から正しい入力が行われているか判定するシステムを開発する。</a:t>
            </a: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3200" strike="noStrike" u="none">
              <a:solidFill>
                <a:schemeClr val="dk1"/>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b="1" lang="ja-JP" sz="3200" strike="noStrike" u="sng">
                <a:solidFill>
                  <a:schemeClr val="dk1"/>
                </a:solidFill>
                <a:effectLst/>
                <a:uFillTx/>
                <a:latin typeface="ＭＳ Ｐゴシック"/>
                <a:ea typeface="ＭＳ Ｐゴシック"/>
              </a:rPr>
              <a:t>座標推定の精度改善</a:t>
            </a: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→両眼カメラによる三角測量を用いて三次元座標を推定し</a:t>
            </a: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r>
              <a:rPr b="0" lang="ja-JP" sz="3200" strike="noStrike" u="none">
                <a:solidFill>
                  <a:schemeClr val="dk1"/>
                </a:solidFill>
                <a:effectLst/>
                <a:uFillTx/>
                <a:latin typeface="ＭＳ Ｐゴシック"/>
                <a:ea typeface="ＭＳ Ｐゴシック"/>
              </a:rPr>
              <a:t>精度を評価する。</a:t>
            </a:r>
            <a:endParaRPr b="0" lang="en-US" sz="3200" strike="noStrike" u="none">
              <a:solidFill>
                <a:schemeClr val="dk1"/>
              </a:solidFill>
              <a:effectLst/>
              <a:uFillTx/>
              <a:latin typeface="Arial"/>
            </a:endParaRPr>
          </a:p>
        </p:txBody>
      </p:sp>
      <p:sp>
        <p:nvSpPr>
          <p:cNvPr id="185" name="PlaceHolder 3"/>
          <p:cNvSpPr>
            <a:spLocks noGrp="1"/>
          </p:cNvSpPr>
          <p:nvPr>
            <p:ph type="sldNum" idx="72"/>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A77D4515-F092-4AB4-BCC7-54C206F7150A}" type="slidenum">
              <a:rPr b="0" lang="en-US" sz="1200" strike="noStrike" u="none">
                <a:solidFill>
                  <a:schemeClr val="dk1">
                    <a:tint val="82000"/>
                  </a:schemeClr>
                </a:solidFill>
                <a:effectLst/>
                <a:uFillTx/>
                <a:latin typeface="Aptos"/>
                <a:ea typeface="DejaVu Sans"/>
              </a:rPr>
              <a:t>6</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座標推定概要</a:t>
            </a:r>
            <a:endParaRPr b="0" lang="en-US" sz="4400" strike="noStrike" u="none">
              <a:solidFill>
                <a:schemeClr val="dk1"/>
              </a:solidFill>
              <a:effectLst/>
              <a:uFillTx/>
              <a:latin typeface="Arial"/>
            </a:endParaRPr>
          </a:p>
        </p:txBody>
      </p:sp>
      <p:sp>
        <p:nvSpPr>
          <p:cNvPr id="187" name="PlaceHolder 2"/>
          <p:cNvSpPr>
            <a:spLocks noGrp="1"/>
          </p:cNvSpPr>
          <p:nvPr>
            <p:ph/>
          </p:nvPr>
        </p:nvSpPr>
        <p:spPr>
          <a:xfrm>
            <a:off x="690120" y="3988800"/>
            <a:ext cx="10511640" cy="434736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①2</a:t>
            </a:r>
            <a:r>
              <a:rPr b="0" lang="ja-JP" sz="3200" strike="noStrike" u="none">
                <a:solidFill>
                  <a:schemeClr val="dk1"/>
                </a:solidFill>
                <a:effectLst/>
                <a:uFillTx/>
                <a:latin typeface="ＭＳ Ｐゴシック"/>
                <a:ea typeface="ＭＳ Ｐゴシック"/>
              </a:rPr>
              <a:t>台の</a:t>
            </a:r>
            <a:r>
              <a:rPr b="0" lang="en-US" sz="3200" strike="noStrike" u="none">
                <a:solidFill>
                  <a:schemeClr val="dk1"/>
                </a:solidFill>
                <a:effectLst/>
                <a:uFillTx/>
                <a:latin typeface="ＭＳ Ｐゴシック"/>
                <a:ea typeface="ＭＳ Ｐゴシック"/>
              </a:rPr>
              <a:t>Web</a:t>
            </a:r>
            <a:r>
              <a:rPr b="0" lang="ja-JP" sz="3200" strike="noStrike" u="none">
                <a:solidFill>
                  <a:schemeClr val="dk1"/>
                </a:solidFill>
                <a:effectLst/>
                <a:uFillTx/>
                <a:latin typeface="ＭＳ Ｐゴシック"/>
                <a:ea typeface="ＭＳ Ｐゴシック"/>
              </a:rPr>
              <a:t>カメラから映像を取得</a:t>
            </a: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②MediaPipe Hand Landmarker</a:t>
            </a:r>
            <a:r>
              <a:rPr b="0" lang="ja-JP" sz="3200" strike="noStrike" u="none">
                <a:solidFill>
                  <a:schemeClr val="dk1"/>
                </a:solidFill>
                <a:effectLst/>
                <a:uFillTx/>
                <a:latin typeface="ＭＳ Ｐゴシック"/>
                <a:ea typeface="ＭＳ Ｐゴシック"/>
              </a:rPr>
              <a:t>によりそれぞれの手の二次元座標を推定</a:t>
            </a:r>
            <a:endParaRPr b="0" lang="en-US" sz="3200" strike="noStrike" u="none">
              <a:solidFill>
                <a:schemeClr val="dk1"/>
              </a:solidFill>
              <a:effectLst/>
              <a:uFillTx/>
              <a:latin typeface="Arial"/>
            </a:endParaRPr>
          </a:p>
          <a:p>
            <a:pPr indent="0" defTabSz="914400">
              <a:lnSpc>
                <a:spcPct val="90000"/>
              </a:lnSpc>
              <a:spcBef>
                <a:spcPts val="1001"/>
              </a:spcBef>
              <a:buNone/>
              <a:tabLst>
                <a:tab algn="l" pos="0"/>
              </a:tabLst>
            </a:pPr>
            <a:r>
              <a:rPr b="0" lang="en-US" sz="3200" strike="noStrike" u="none">
                <a:solidFill>
                  <a:schemeClr val="dk1"/>
                </a:solidFill>
                <a:effectLst/>
                <a:uFillTx/>
                <a:latin typeface="ＭＳ Ｐゴシック"/>
                <a:ea typeface="ＭＳ Ｐゴシック"/>
              </a:rPr>
              <a:t>③OpenCV</a:t>
            </a:r>
            <a:r>
              <a:rPr b="0" lang="ja-JP" sz="3200" strike="noStrike" u="none">
                <a:solidFill>
                  <a:schemeClr val="dk1"/>
                </a:solidFill>
                <a:effectLst/>
                <a:uFillTx/>
                <a:latin typeface="ＭＳ Ｐゴシック"/>
                <a:ea typeface="ＭＳ Ｐゴシック"/>
              </a:rPr>
              <a:t>を用いて三角測量を行い三次元座標を推定する</a:t>
            </a:r>
            <a:endParaRPr b="0" lang="en-US" sz="3200" strike="noStrike" u="none">
              <a:solidFill>
                <a:schemeClr val="dk1"/>
              </a:solidFill>
              <a:effectLst/>
              <a:uFillTx/>
              <a:latin typeface="Arial"/>
            </a:endParaRPr>
          </a:p>
        </p:txBody>
      </p:sp>
      <p:pic>
        <p:nvPicPr>
          <p:cNvPr id="188" name="図 16" descr="ダイアグラム&#10;&#10;AI 生成コンテンツは誤りを含む可能性があります。"/>
          <p:cNvPicPr/>
          <p:nvPr/>
        </p:nvPicPr>
        <p:blipFill>
          <a:blip r:embed="rId1"/>
          <a:stretch/>
        </p:blipFill>
        <p:spPr>
          <a:xfrm>
            <a:off x="3554640" y="1551960"/>
            <a:ext cx="4782600" cy="2237760"/>
          </a:xfrm>
          <a:prstGeom prst="rect">
            <a:avLst/>
          </a:prstGeom>
          <a:noFill/>
          <a:ln w="0">
            <a:noFill/>
          </a:ln>
        </p:spPr>
      </p:pic>
      <p:sp>
        <p:nvSpPr>
          <p:cNvPr id="189" name="正方形/長方形 17"/>
          <p:cNvSpPr/>
          <p:nvPr/>
        </p:nvSpPr>
        <p:spPr>
          <a:xfrm>
            <a:off x="3613320" y="1451520"/>
            <a:ext cx="4961160" cy="2436120"/>
          </a:xfrm>
          <a:prstGeom prst="rect">
            <a:avLst/>
          </a:prstGeom>
          <a:noFill/>
          <a:ln w="9360">
            <a:solidFill>
              <a:srgbClr val="000000"/>
            </a:solidFill>
            <a:round/>
          </a:ln>
        </p:spPr>
        <p:style>
          <a:lnRef idx="0"/>
          <a:fillRef idx="0"/>
          <a:effectRef idx="0"/>
          <a:fontRef idx="minor"/>
        </p:style>
        <p:txBody>
          <a:bodyPr lIns="90000" rIns="90000" tIns="45000" bIns="45000" anchor="ctr">
            <a:noAutofit/>
          </a:bodyPr>
          <a:p>
            <a:endParaRPr b="0" lang="en-US" sz="1800" strike="noStrike" u="none">
              <a:solidFill>
                <a:schemeClr val="dk1"/>
              </a:solidFill>
              <a:effectLst/>
              <a:uFillTx/>
              <a:latin typeface="Aptos"/>
              <a:ea typeface="DejaVu Sans"/>
            </a:endParaRPr>
          </a:p>
        </p:txBody>
      </p:sp>
      <p:sp>
        <p:nvSpPr>
          <p:cNvPr id="190" name="PlaceHolder 3"/>
          <p:cNvSpPr>
            <a:spLocks noGrp="1"/>
          </p:cNvSpPr>
          <p:nvPr>
            <p:ph type="sldNum" idx="73"/>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37BBCD77-E3B8-4099-B738-A845950C3885}"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キャリブレーション</a:t>
            </a:r>
            <a:endParaRPr b="0" lang="en-US" sz="4400" strike="noStrike" u="none">
              <a:solidFill>
                <a:schemeClr val="dk1"/>
              </a:solidFill>
              <a:effectLst/>
              <a:uFillTx/>
              <a:latin typeface="Arial"/>
            </a:endParaRPr>
          </a:p>
        </p:txBody>
      </p:sp>
      <p:pic>
        <p:nvPicPr>
          <p:cNvPr id="192" name="図 97" descr=""/>
          <p:cNvPicPr/>
          <p:nvPr/>
        </p:nvPicPr>
        <p:blipFill>
          <a:blip r:embed="rId1"/>
          <a:stretch/>
        </p:blipFill>
        <p:spPr>
          <a:xfrm>
            <a:off x="6415200" y="3060000"/>
            <a:ext cx="4381200" cy="3236400"/>
          </a:xfrm>
          <a:prstGeom prst="rect">
            <a:avLst/>
          </a:prstGeom>
          <a:noFill/>
          <a:ln w="0">
            <a:noFill/>
          </a:ln>
        </p:spPr>
      </p:pic>
      <p:sp>
        <p:nvSpPr>
          <p:cNvPr id="193" name="テキスト ボックス 98"/>
          <p:cNvSpPr/>
          <p:nvPr/>
        </p:nvSpPr>
        <p:spPr>
          <a:xfrm>
            <a:off x="720360" y="4140000"/>
            <a:ext cx="5216400" cy="1553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3200" strike="noStrike" u="none">
                <a:solidFill>
                  <a:schemeClr val="dk1"/>
                </a:solidFill>
                <a:effectLst/>
                <a:uFillTx/>
                <a:latin typeface="ＭＳ Ｐゴシック"/>
                <a:ea typeface="ＭＳ Ｐゴシック"/>
              </a:rPr>
              <a:t>チェスボードを様々な視点で撮影し、コーナー座標を検出</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キャリブレーションに用いる</a:t>
            </a:r>
            <a:endParaRPr b="0" lang="en-US" sz="3200" strike="noStrike" u="none">
              <a:solidFill>
                <a:srgbClr val="000000"/>
              </a:solidFill>
              <a:effectLst/>
              <a:uFillTx/>
              <a:latin typeface="Arial"/>
            </a:endParaRPr>
          </a:p>
        </p:txBody>
      </p:sp>
      <p:sp>
        <p:nvSpPr>
          <p:cNvPr id="194" name="正方形/長方形 118"/>
          <p:cNvSpPr/>
          <p:nvPr/>
        </p:nvSpPr>
        <p:spPr>
          <a:xfrm>
            <a:off x="349920" y="1673640"/>
            <a:ext cx="12008880" cy="155376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ja-JP" sz="3200" strike="noStrike" u="none">
                <a:solidFill>
                  <a:schemeClr val="dk1"/>
                </a:solidFill>
                <a:effectLst/>
                <a:uFillTx/>
                <a:latin typeface="ＭＳ Ｐゴシック"/>
                <a:ea typeface="ＭＳ Ｐゴシック"/>
              </a:rPr>
              <a:t>・内部パラメータ</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レンズの歪み等の補正</a:t>
            </a:r>
            <a:r>
              <a:rPr b="0" lang="en-US" sz="3200" strike="noStrike" u="none">
                <a:solidFill>
                  <a:schemeClr val="dk1"/>
                </a:solidFill>
                <a:effectLst/>
                <a:uFillTx/>
                <a:latin typeface="ＭＳ Ｐゴシック"/>
                <a:ea typeface="ＭＳ Ｐゴシック"/>
              </a:rPr>
              <a:t>) → </a:t>
            </a:r>
            <a:r>
              <a:rPr b="0" lang="ja-JP" sz="3200" strike="noStrike" u="none">
                <a:solidFill>
                  <a:schemeClr val="dk1"/>
                </a:solidFill>
                <a:effectLst/>
                <a:uFillTx/>
                <a:latin typeface="ＭＳ Ｐゴシック"/>
                <a:ea typeface="ＭＳ Ｐゴシック"/>
              </a:rPr>
              <a:t>カメラキャリブレーション</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・外部パラメータ</a:t>
            </a:r>
            <a:r>
              <a:rPr b="0" lang="en-US" sz="3200" strike="noStrike" u="none">
                <a:solidFill>
                  <a:schemeClr val="dk1"/>
                </a:solidFill>
                <a:effectLst/>
                <a:uFillTx/>
                <a:latin typeface="ＭＳ Ｐゴシック"/>
                <a:ea typeface="ＭＳ Ｐゴシック"/>
              </a:rPr>
              <a:t>(</a:t>
            </a:r>
            <a:r>
              <a:rPr b="0" lang="ja-JP" sz="3200" strike="noStrike" u="none">
                <a:solidFill>
                  <a:schemeClr val="dk1"/>
                </a:solidFill>
                <a:effectLst/>
                <a:uFillTx/>
                <a:latin typeface="ＭＳ Ｐゴシック"/>
                <a:ea typeface="ＭＳ Ｐゴシック"/>
              </a:rPr>
              <a:t>カメラ間の位置関係</a:t>
            </a:r>
            <a:r>
              <a:rPr b="0" lang="en-US" sz="3200" strike="noStrike" u="none">
                <a:solidFill>
                  <a:schemeClr val="dk1"/>
                </a:solidFill>
                <a:effectLst/>
                <a:uFillTx/>
                <a:latin typeface="ＭＳ Ｐゴシック"/>
                <a:ea typeface="ＭＳ Ｐゴシック"/>
              </a:rPr>
              <a:t>) → </a:t>
            </a:r>
            <a:r>
              <a:rPr b="0" lang="ja-JP" sz="3200" strike="noStrike" u="none">
                <a:solidFill>
                  <a:schemeClr val="dk1"/>
                </a:solidFill>
                <a:effectLst/>
                <a:uFillTx/>
                <a:latin typeface="ＭＳ Ｐゴシック"/>
                <a:ea typeface="ＭＳ Ｐゴシック"/>
              </a:rPr>
              <a:t>ステレオキャリブレーション</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でそれぞれ計算　</a:t>
            </a:r>
            <a:endParaRPr b="0" lang="en-US" sz="3200" strike="noStrike" u="none">
              <a:solidFill>
                <a:srgbClr val="000000"/>
              </a:solidFill>
              <a:effectLst/>
              <a:uFillTx/>
              <a:latin typeface="Arial"/>
            </a:endParaRPr>
          </a:p>
        </p:txBody>
      </p:sp>
      <p:sp>
        <p:nvSpPr>
          <p:cNvPr id="195" name="正方形/長方形 119"/>
          <p:cNvSpPr/>
          <p:nvPr/>
        </p:nvSpPr>
        <p:spPr>
          <a:xfrm>
            <a:off x="540000" y="3461400"/>
            <a:ext cx="2746440" cy="578160"/>
          </a:xfrm>
          <a:prstGeom prst="rect">
            <a:avLst/>
          </a:prstGeom>
          <a:noFill/>
          <a:ln w="36000">
            <a:noFill/>
          </a:ln>
        </p:spPr>
        <p:style>
          <a:lnRef idx="0"/>
          <a:fillRef idx="0"/>
          <a:effectRef idx="0"/>
          <a:fontRef idx="minor"/>
        </p:style>
        <p:txBody>
          <a:bodyPr wrap="none" lIns="90000" rIns="90000" tIns="45000" bIns="45000" anchor="t">
            <a:spAutoFit/>
          </a:bodyPr>
          <a:p>
            <a:pPr defTabSz="914400">
              <a:lnSpc>
                <a:spcPct val="100000"/>
              </a:lnSpc>
            </a:pPr>
            <a:r>
              <a:rPr b="0" lang="ja-JP" sz="3200" strike="noStrike" u="none">
                <a:solidFill>
                  <a:srgbClr val="000000"/>
                </a:solidFill>
                <a:effectLst/>
                <a:uFillTx/>
                <a:latin typeface="Arial"/>
                <a:ea typeface="DejaVu Sans"/>
              </a:rPr>
              <a:t>・</a:t>
            </a:r>
            <a:r>
              <a:rPr b="0" lang="en-US" sz="3200" strike="noStrike" u="none">
                <a:solidFill>
                  <a:srgbClr val="000000"/>
                </a:solidFill>
                <a:effectLst/>
                <a:uFillTx/>
                <a:latin typeface="Arial"/>
                <a:ea typeface="DejaVu Sans"/>
              </a:rPr>
              <a:t>Zhang</a:t>
            </a:r>
            <a:r>
              <a:rPr b="0" lang="ja-JP" sz="3200" strike="noStrike" u="none">
                <a:solidFill>
                  <a:srgbClr val="000000"/>
                </a:solidFill>
                <a:effectLst/>
                <a:uFillTx/>
                <a:latin typeface="Arial"/>
                <a:ea typeface="DejaVu Sans"/>
              </a:rPr>
              <a:t>の方法</a:t>
            </a:r>
            <a:endParaRPr b="0" lang="en-US" sz="3200" strike="noStrike" u="none">
              <a:solidFill>
                <a:srgbClr val="000000"/>
              </a:solidFill>
              <a:effectLst/>
              <a:uFillTx/>
              <a:latin typeface="Arial"/>
            </a:endParaRPr>
          </a:p>
        </p:txBody>
      </p:sp>
      <p:sp>
        <p:nvSpPr>
          <p:cNvPr id="196" name="PlaceHolder 2"/>
          <p:cNvSpPr>
            <a:spLocks noGrp="1"/>
          </p:cNvSpPr>
          <p:nvPr>
            <p:ph type="sldNum" idx="74"/>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08D8F5D4-47E5-4D6C-ADE5-3F63BD5E3C32}"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射影行列</a:t>
            </a:r>
            <a:r>
              <a:rPr b="0" lang="en-US" sz="4400" strike="noStrike" u="none">
                <a:solidFill>
                  <a:schemeClr val="dk1"/>
                </a:solidFill>
                <a:effectLst/>
                <a:uFillTx/>
                <a:latin typeface="ＭＳ Ｐゴシック"/>
                <a:ea typeface="ＭＳ Ｐゴシック"/>
              </a:rPr>
              <a:t>P</a:t>
            </a:r>
            <a:endParaRPr b="0" lang="en-US" sz="4400" strike="noStrike" u="none">
              <a:solidFill>
                <a:schemeClr val="dk1"/>
              </a:solidFill>
              <a:effectLst/>
              <a:uFillTx/>
              <a:latin typeface="Arial"/>
            </a:endParaRPr>
          </a:p>
        </p:txBody>
      </p:sp>
      <p:sp>
        <p:nvSpPr>
          <p:cNvPr id="198" name="テキスト ボックス 87"/>
          <p:cNvSpPr/>
          <p:nvPr/>
        </p:nvSpPr>
        <p:spPr>
          <a:xfrm>
            <a:off x="1080000" y="3079800"/>
            <a:ext cx="2745000" cy="6969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ffffff"/>
              </a:solidFill>
              <a:effectLst/>
              <a:uFillTx/>
              <a:latin typeface="Arial"/>
            </a:endParaRPr>
          </a:p>
        </p:txBody>
      </p:sp>
      <p:sp>
        <p:nvSpPr>
          <p:cNvPr id="199" name="テキスト ボックス 94"/>
          <p:cNvSpPr/>
          <p:nvPr/>
        </p:nvSpPr>
        <p:spPr>
          <a:xfrm>
            <a:off x="1080000" y="1620000"/>
            <a:ext cx="10616400" cy="1065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3200" strike="noStrike" u="none">
                <a:solidFill>
                  <a:schemeClr val="dk1"/>
                </a:solidFill>
                <a:effectLst/>
                <a:uFillTx/>
                <a:latin typeface="ＭＳ Ｐゴシック"/>
                <a:ea typeface="ＭＳ Ｐゴシック"/>
              </a:rPr>
              <a:t>・三次元座標系から画像座標系への変換</a:t>
            </a:r>
            <a:endParaRPr b="0" lang="en-US" sz="3200" strike="noStrike" u="none">
              <a:solidFill>
                <a:srgbClr val="000000"/>
              </a:solidFill>
              <a:effectLst/>
              <a:uFillTx/>
              <a:latin typeface="Arial"/>
            </a:endParaRPr>
          </a:p>
          <a:p>
            <a:pPr defTabSz="914400">
              <a:lnSpc>
                <a:spcPct val="100000"/>
              </a:lnSpc>
            </a:pPr>
            <a:r>
              <a:rPr b="0" lang="ja-JP" sz="3200" strike="noStrike" u="none">
                <a:solidFill>
                  <a:schemeClr val="dk1"/>
                </a:solidFill>
                <a:effectLst/>
                <a:uFillTx/>
                <a:latin typeface="ＭＳ Ｐゴシック"/>
                <a:ea typeface="ＭＳ Ｐゴシック"/>
              </a:rPr>
              <a:t>　次の式で表される。</a:t>
            </a:r>
            <a:endParaRPr b="0" lang="en-US" sz="3200" strike="noStrike" u="none">
              <a:solidFill>
                <a:srgbClr val="000000"/>
              </a:solidFill>
              <a:effectLst/>
              <a:uFillTx/>
              <a:latin typeface="Arial"/>
            </a:endParaRPr>
          </a:p>
        </p:txBody>
      </p:sp>
      <p:sp>
        <p:nvSpPr>
          <p:cNvPr id="200" name="フリーフォーム: 図形 123"/>
          <p:cNvSpPr/>
          <p:nvPr/>
        </p:nvSpPr>
        <p:spPr>
          <a:xfrm>
            <a:off x="6743520" y="4837320"/>
            <a:ext cx="356400" cy="1152000"/>
          </a:xfrm>
          <a:custGeom>
            <a:avLst/>
            <a:gdLst>
              <a:gd name="textAreaLeft" fmla="*/ 0 w 356400"/>
              <a:gd name="textAreaRight" fmla="*/ 129960 w 356400"/>
              <a:gd name="textAreaTop" fmla="*/ 29880 h 1152000"/>
              <a:gd name="textAreaBottom" fmla="*/ 1125360 h 1152000"/>
              <a:gd name="GluePoint1X" fmla="*/ 0 w 21600"/>
              <a:gd name="GluePoint1Y" fmla="*/ 0 h 21600"/>
              <a:gd name="GluePoint2X" fmla="*/ 0 w 21600"/>
              <a:gd name="GluePoint2Y" fmla="*/ 21600 h 21600"/>
              <a:gd name="GluePoint3X" fmla="*/ 21600 w 21600"/>
              <a:gd name="GluePoint3Y" fmla="*/ 10800 h 21600"/>
            </a:gdLst>
            <a:ahLst/>
            <a:cxnLst>
              <a:cxn ang="0">
                <a:pos x="GluePoint1X" y="GluePoint1Y"/>
              </a:cxn>
              <a:cxn ang="0">
                <a:pos x="GluePoint2X" y="GluePoint2Y"/>
              </a:cxn>
              <a:cxn ang="0">
                <a:pos x="GluePoint3X" y="GluePoint3Y"/>
              </a:cxn>
            </a:cxn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36000">
            <a:solidFill>
              <a:srgbClr val="000000"/>
            </a:solidFill>
            <a:round/>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a typeface="DejaVu Sans"/>
            </a:endParaRPr>
          </a:p>
        </p:txBody>
      </p:sp>
      <p:sp>
        <p:nvSpPr>
          <p:cNvPr id="201" name="テキスト ボックス 1"/>
          <p:cNvSpPr/>
          <p:nvPr/>
        </p:nvSpPr>
        <p:spPr>
          <a:xfrm>
            <a:off x="7103160" y="4954680"/>
            <a:ext cx="10616400" cy="94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2800" strike="noStrike" u="none">
                <a:solidFill>
                  <a:schemeClr val="dk1"/>
                </a:solidFill>
                <a:effectLst/>
                <a:uFillTx/>
                <a:latin typeface="ＭＳ Ｐゴシック"/>
                <a:ea typeface="ＭＳ Ｐゴシック"/>
              </a:rPr>
              <a:t>外部パラメータ</a:t>
            </a:r>
            <a:endParaRPr b="0" lang="en-US" sz="2800" strike="noStrike" u="none">
              <a:solidFill>
                <a:srgbClr val="000000"/>
              </a:solidFill>
              <a:effectLst/>
              <a:uFillTx/>
              <a:latin typeface="Arial"/>
            </a:endParaRPr>
          </a:p>
          <a:p>
            <a:pPr defTabSz="914400">
              <a:lnSpc>
                <a:spcPct val="100000"/>
              </a:lnSpc>
            </a:pPr>
            <a:r>
              <a:rPr b="0" lang="ja-JP" sz="2800" strike="noStrike" u="none">
                <a:solidFill>
                  <a:schemeClr val="dk1"/>
                </a:solidFill>
                <a:effectLst/>
                <a:uFillTx/>
                <a:latin typeface="ＭＳ Ｐゴシック"/>
                <a:ea typeface="ＭＳ Ｐゴシック"/>
              </a:rPr>
              <a:t>カメラ間の位置関係</a:t>
            </a:r>
            <a:endParaRPr b="0" lang="en-US" sz="2800" strike="noStrike" u="none">
              <a:solidFill>
                <a:srgbClr val="000000"/>
              </a:solidFill>
              <a:effectLst/>
              <a:uFillTx/>
              <a:latin typeface="Arial"/>
            </a:endParaRPr>
          </a:p>
        </p:txBody>
      </p:sp>
      <p:sp>
        <p:nvSpPr>
          <p:cNvPr id="202" name="正方形/長方形 125"/>
          <p:cNvSpPr/>
          <p:nvPr/>
        </p:nvSpPr>
        <p:spPr>
          <a:xfrm>
            <a:off x="1163880" y="4860000"/>
            <a:ext cx="4952520" cy="51732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en-US" sz="2800" strike="noStrike" u="none">
                <a:solidFill>
                  <a:schemeClr val="dk1"/>
                </a:solidFill>
                <a:effectLst/>
                <a:uFillTx/>
                <a:latin typeface="ＭＳ Ｐゴシック"/>
                <a:ea typeface="ＭＳ Ｐゴシック"/>
              </a:rPr>
              <a:t>R: </a:t>
            </a:r>
            <a:r>
              <a:rPr b="0" lang="ja-JP" sz="2800" strike="noStrike" u="none">
                <a:solidFill>
                  <a:schemeClr val="dk1"/>
                </a:solidFill>
                <a:effectLst/>
                <a:uFillTx/>
                <a:latin typeface="ＭＳ Ｐゴシック"/>
                <a:ea typeface="ＭＳ Ｐゴシック"/>
              </a:rPr>
              <a:t>回転行列、カメラの姿勢</a:t>
            </a:r>
            <a:endParaRPr b="0" lang="en-US" sz="2800" strike="noStrike" u="none">
              <a:solidFill>
                <a:srgbClr val="000000"/>
              </a:solidFill>
              <a:effectLst/>
              <a:uFillTx/>
              <a:latin typeface="Arial"/>
            </a:endParaRPr>
          </a:p>
        </p:txBody>
      </p:sp>
      <p:sp>
        <p:nvSpPr>
          <p:cNvPr id="203" name="正方形/長方形 126"/>
          <p:cNvSpPr/>
          <p:nvPr/>
        </p:nvSpPr>
        <p:spPr>
          <a:xfrm>
            <a:off x="1260000" y="5400000"/>
            <a:ext cx="5057280" cy="51732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ja-JP" sz="2800" strike="noStrike" u="none">
                <a:solidFill>
                  <a:schemeClr val="dk1"/>
                </a:solidFill>
                <a:effectLst/>
                <a:uFillTx/>
                <a:latin typeface="ＭＳ Ｐゴシック"/>
                <a:ea typeface="ＭＳ Ｐゴシック"/>
              </a:rPr>
              <a:t>ｔ</a:t>
            </a:r>
            <a:r>
              <a:rPr b="0" lang="en-US" sz="2800" strike="noStrike" u="none">
                <a:solidFill>
                  <a:schemeClr val="dk1"/>
                </a:solidFill>
                <a:effectLst/>
                <a:uFillTx/>
                <a:latin typeface="ＭＳ Ｐゴシック"/>
                <a:ea typeface="ＭＳ Ｐゴシック"/>
              </a:rPr>
              <a:t>: </a:t>
            </a:r>
            <a:r>
              <a:rPr b="0" lang="ja-JP" sz="2800" strike="noStrike" u="none">
                <a:solidFill>
                  <a:schemeClr val="dk1"/>
                </a:solidFill>
                <a:effectLst/>
                <a:uFillTx/>
                <a:latin typeface="ＭＳ Ｐゴシック"/>
                <a:ea typeface="ＭＳ Ｐゴシック"/>
              </a:rPr>
              <a:t>並進ベクトル、カメラの位置   </a:t>
            </a:r>
            <a:endParaRPr b="0" lang="en-US" sz="2800" strike="noStrike" u="none">
              <a:solidFill>
                <a:srgbClr val="000000"/>
              </a:solidFill>
              <a:effectLst/>
              <a:uFillTx/>
              <a:latin typeface="Arial"/>
            </a:endParaRPr>
          </a:p>
        </p:txBody>
      </p:sp>
      <p:sp>
        <p:nvSpPr>
          <p:cNvPr id="204" name="正方形/長方形 127"/>
          <p:cNvSpPr/>
          <p:nvPr/>
        </p:nvSpPr>
        <p:spPr>
          <a:xfrm>
            <a:off x="1163880" y="4320000"/>
            <a:ext cx="6476760" cy="517320"/>
          </a:xfrm>
          <a:prstGeom prst="rect">
            <a:avLst/>
          </a:prstGeom>
          <a:noFill/>
          <a:ln w="36000">
            <a:noFill/>
          </a:ln>
        </p:spPr>
        <p:style>
          <a:lnRef idx="0"/>
          <a:fillRef idx="0"/>
          <a:effectRef idx="0"/>
          <a:fontRef idx="minor"/>
        </p:style>
        <p:txBody>
          <a:bodyPr lIns="90000" rIns="90000" tIns="45000" bIns="45000" anchor="t">
            <a:spAutoFit/>
          </a:bodyPr>
          <a:p>
            <a:pPr defTabSz="914400">
              <a:lnSpc>
                <a:spcPct val="100000"/>
              </a:lnSpc>
            </a:pPr>
            <a:r>
              <a:rPr b="0" lang="en-US" sz="2800" strike="noStrike" u="none">
                <a:solidFill>
                  <a:schemeClr val="dk1"/>
                </a:solidFill>
                <a:effectLst/>
                <a:uFillTx/>
                <a:latin typeface="ＭＳ Ｐゴシック"/>
                <a:ea typeface="ＭＳ Ｐゴシック"/>
              </a:rPr>
              <a:t>K: </a:t>
            </a:r>
            <a:r>
              <a:rPr b="0" lang="ja-JP" sz="2800" strike="noStrike" u="none">
                <a:solidFill>
                  <a:schemeClr val="dk1"/>
                </a:solidFill>
                <a:effectLst/>
                <a:uFillTx/>
                <a:latin typeface="ＭＳ Ｐゴシック"/>
                <a:ea typeface="ＭＳ Ｐゴシック"/>
              </a:rPr>
              <a:t>内部パラメータ、レンズの歪み等の補正</a:t>
            </a:r>
            <a:endParaRPr b="0" lang="en-US" sz="2800" strike="noStrike" u="none">
              <a:solidFill>
                <a:srgbClr val="000000"/>
              </a:solidFill>
              <a:effectLst/>
              <a:uFillTx/>
              <a:latin typeface="Arial"/>
            </a:endParaRPr>
          </a:p>
        </p:txBody>
      </p:sp>
      <p:sp>
        <p:nvSpPr>
          <p:cNvPr id="205" name="PlaceHolder 2"/>
          <p:cNvSpPr>
            <a:spLocks noGrp="1"/>
          </p:cNvSpPr>
          <p:nvPr>
            <p:ph type="sldNum" idx="75"/>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9E048ACB-BDD5-436C-BCA4-870027B4BC1A}"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24760" y="2948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三角測量</a:t>
            </a:r>
            <a:endParaRPr b="0" lang="en-US" sz="4400" strike="noStrike" u="none">
              <a:solidFill>
                <a:schemeClr val="dk1"/>
              </a:solidFill>
              <a:effectLst/>
              <a:uFillTx/>
              <a:latin typeface="Arial"/>
            </a:endParaRPr>
          </a:p>
        </p:txBody>
      </p:sp>
      <p:sp>
        <p:nvSpPr>
          <p:cNvPr id="207" name="PlaceHolder 2"/>
          <p:cNvSpPr>
            <a:spLocks noGrp="1"/>
          </p:cNvSpPr>
          <p:nvPr>
            <p:ph/>
          </p:nvPr>
        </p:nvSpPr>
        <p:spPr>
          <a:xfrm>
            <a:off x="900000" y="1800000"/>
            <a:ext cx="10511640" cy="4347360"/>
          </a:xfrm>
          <a:prstGeom prst="rect">
            <a:avLst/>
          </a:prstGeom>
          <a:noFill/>
          <a:ln w="0">
            <a:noFill/>
          </a:ln>
        </p:spPr>
        <p:txBody>
          <a:bodyPr lIns="91440" rIns="91440" tIns="45720" bIns="45720" anchor="t">
            <a:noAutofit/>
          </a:bodyPr>
          <a:p>
            <a:pPr marL="228600" indent="0" defTabSz="914400">
              <a:lnSpc>
                <a:spcPct val="90000"/>
              </a:lnSpc>
              <a:spcBef>
                <a:spcPts val="1191"/>
              </a:spcBef>
              <a:spcAft>
                <a:spcPts val="992"/>
              </a:spcAft>
              <a:buNone/>
              <a:tabLst>
                <a:tab algn="l" pos="0"/>
              </a:tabLst>
            </a:pPr>
            <a:r>
              <a:rPr b="0" lang="ja-JP" sz="2800" strike="noStrike" u="none">
                <a:solidFill>
                  <a:schemeClr val="dk1"/>
                </a:solidFill>
                <a:effectLst/>
                <a:uFillTx/>
                <a:latin typeface="ＭＳ Ｐゴシック"/>
                <a:ea typeface="ＭＳ Ｐゴシック"/>
              </a:rPr>
              <a:t>以下のような方程式を解き、既知である二次元座標</a:t>
            </a:r>
            <a:r>
              <a:rPr b="0" lang="en-US" sz="2800" strike="noStrike" u="none">
                <a:solidFill>
                  <a:schemeClr val="dk1"/>
                </a:solidFill>
                <a:effectLst/>
                <a:uFillTx/>
                <a:latin typeface="ＭＳ Ｐゴシック"/>
                <a:ea typeface="ＭＳ Ｐゴシック"/>
              </a:rPr>
              <a:t>x</a:t>
            </a:r>
            <a:r>
              <a:rPr b="0" lang="ja-JP" sz="2800" strike="noStrike" u="none">
                <a:solidFill>
                  <a:schemeClr val="dk1"/>
                </a:solidFill>
                <a:effectLst/>
                <a:uFillTx/>
                <a:latin typeface="ＭＳ Ｐゴシック"/>
                <a:ea typeface="ＭＳ Ｐゴシック"/>
              </a:rPr>
              <a:t>と射影行列</a:t>
            </a:r>
            <a:r>
              <a:rPr b="0" lang="en-US" sz="2800" strike="noStrike" u="none">
                <a:solidFill>
                  <a:schemeClr val="dk1"/>
                </a:solidFill>
                <a:effectLst/>
                <a:uFillTx/>
                <a:latin typeface="ＭＳ Ｐゴシック"/>
                <a:ea typeface="ＭＳ Ｐゴシック"/>
              </a:rPr>
              <a:t>P</a:t>
            </a:r>
            <a:r>
              <a:rPr b="0" lang="ja-JP" sz="2800" strike="noStrike" u="none">
                <a:solidFill>
                  <a:schemeClr val="dk1"/>
                </a:solidFill>
                <a:effectLst/>
                <a:uFillTx/>
                <a:latin typeface="ＭＳ Ｐゴシック"/>
                <a:ea typeface="ＭＳ Ｐゴシック"/>
              </a:rPr>
              <a:t>から三次元座標</a:t>
            </a:r>
            <a:r>
              <a:rPr b="0" lang="en-US" sz="2800" strike="noStrike" u="none">
                <a:solidFill>
                  <a:schemeClr val="dk1"/>
                </a:solidFill>
                <a:effectLst/>
                <a:uFillTx/>
                <a:latin typeface="ＭＳ Ｐゴシック"/>
                <a:ea typeface="ＭＳ Ｐゴシック"/>
              </a:rPr>
              <a:t>X</a:t>
            </a:r>
            <a:r>
              <a:rPr b="0" lang="ja-JP" sz="2800" strike="noStrike" u="none">
                <a:solidFill>
                  <a:schemeClr val="dk1"/>
                </a:solidFill>
                <a:effectLst/>
                <a:uFillTx/>
                <a:latin typeface="ＭＳ Ｐゴシック"/>
                <a:ea typeface="ＭＳ Ｐゴシック"/>
              </a:rPr>
              <a:t>を推定している。</a:t>
            </a:r>
            <a:endParaRPr b="0" lang="en-US" sz="2800" strike="noStrike" u="none">
              <a:solidFill>
                <a:schemeClr val="dk1"/>
              </a:solidFill>
              <a:effectLst/>
              <a:uFillTx/>
              <a:latin typeface="Arial"/>
            </a:endParaRPr>
          </a:p>
          <a:p>
            <a:pPr marL="228600" indent="0" defTabSz="914400">
              <a:lnSpc>
                <a:spcPct val="90000"/>
              </a:lnSpc>
              <a:spcBef>
                <a:spcPts val="1191"/>
              </a:spcBef>
              <a:spcAft>
                <a:spcPts val="992"/>
              </a:spcAft>
              <a:buNone/>
              <a:tabLst>
                <a:tab algn="l" pos="0"/>
              </a:tabLst>
            </a:pPr>
            <a:endParaRPr b="0" lang="en-US" sz="2800" strike="noStrike" u="none">
              <a:solidFill>
                <a:schemeClr val="dk1"/>
              </a:solidFill>
              <a:effectLst/>
              <a:uFillTx/>
              <a:latin typeface="Arial"/>
            </a:endParaRPr>
          </a:p>
        </p:txBody>
      </p:sp>
      <p:sp>
        <p:nvSpPr>
          <p:cNvPr id="208" name="正方形/長方形 130"/>
          <p:cNvSpPr/>
          <p:nvPr/>
        </p:nvSpPr>
        <p:spPr>
          <a:xfrm>
            <a:off x="5515560" y="3147840"/>
            <a:ext cx="1266120" cy="216360"/>
          </a:xfrm>
          <a:prstGeom prst="rect">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a typeface="DejaVu Sans"/>
            </a:endParaRPr>
          </a:p>
        </p:txBody>
      </p:sp>
      <p:sp>
        <p:nvSpPr>
          <p:cNvPr id="209" name="テキスト ボックス 79"/>
          <p:cNvSpPr/>
          <p:nvPr/>
        </p:nvSpPr>
        <p:spPr>
          <a:xfrm>
            <a:off x="720000" y="3061800"/>
            <a:ext cx="5577120" cy="895320"/>
          </a:xfrm>
          <a:prstGeom prst="rect">
            <a:avLst/>
          </a:prstGeom>
          <a:blipFill rotWithShape="0">
            <a:blip r:embed="rId2"/>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ffffff"/>
              </a:solidFill>
              <a:effectLst/>
              <a:uFillTx/>
              <a:latin typeface="Arial"/>
            </a:endParaRPr>
          </a:p>
        </p:txBody>
      </p:sp>
      <p:sp>
        <p:nvSpPr>
          <p:cNvPr id="210" name="テキスト ボックス 83"/>
          <p:cNvSpPr/>
          <p:nvPr/>
        </p:nvSpPr>
        <p:spPr>
          <a:xfrm>
            <a:off x="918360" y="4277880"/>
            <a:ext cx="7361640" cy="94896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ffffff"/>
              </a:solidFill>
              <a:effectLst/>
              <a:uFillTx/>
              <a:latin typeface="Arial"/>
            </a:endParaRPr>
          </a:p>
        </p:txBody>
      </p:sp>
      <p:sp>
        <p:nvSpPr>
          <p:cNvPr id="211" name="テキスト ボックス 84"/>
          <p:cNvSpPr/>
          <p:nvPr/>
        </p:nvSpPr>
        <p:spPr>
          <a:xfrm>
            <a:off x="1260000" y="5808960"/>
            <a:ext cx="7361640" cy="94896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ffffff"/>
              </a:solidFill>
              <a:effectLst/>
              <a:uFillTx/>
              <a:latin typeface="Arial"/>
            </a:endParaRPr>
          </a:p>
        </p:txBody>
      </p:sp>
      <p:sp>
        <p:nvSpPr>
          <p:cNvPr id="212" name="テキスト ボックス 85"/>
          <p:cNvSpPr/>
          <p:nvPr/>
        </p:nvSpPr>
        <p:spPr>
          <a:xfrm>
            <a:off x="720000" y="4860000"/>
            <a:ext cx="7361640" cy="94896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914400">
              <a:lnSpc>
                <a:spcPct val="100000"/>
              </a:lnSpc>
            </a:pPr>
            <a:r>
              <a:rPr b="0" lang="en-US" sz="1800" strike="noStrike" u="none">
                <a:solidFill>
                  <a:srgbClr val="ffffff">
                    <a:alpha val="1000"/>
                  </a:srgbClr>
                </a:solidFill>
                <a:effectLst/>
                <a:uFillTx/>
                <a:latin typeface="Aptos"/>
                <a:ea typeface="DejaVu Sans"/>
              </a:rPr>
              <a:t> </a:t>
            </a:r>
            <a:endParaRPr b="0" lang="en-US" sz="1800" strike="noStrike" u="none">
              <a:solidFill>
                <a:srgbClr val="ffffff"/>
              </a:solidFill>
              <a:effectLst/>
              <a:uFillTx/>
              <a:latin typeface="Arial"/>
            </a:endParaRPr>
          </a:p>
        </p:txBody>
      </p:sp>
      <p:sp>
        <p:nvSpPr>
          <p:cNvPr id="213" name="PlaceHolder 3"/>
          <p:cNvSpPr>
            <a:spLocks noGrp="1"/>
          </p:cNvSpPr>
          <p:nvPr>
            <p:ph type="sldNum" idx="76"/>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AC275DA8-9A4B-405F-BFD5-5C3D0DC54A52}"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
        <p:nvSpPr>
          <p:cNvPr id="214" name=""/>
          <p:cNvSpPr/>
          <p:nvPr/>
        </p:nvSpPr>
        <p:spPr>
          <a:xfrm>
            <a:off x="2700000" y="5449320"/>
            <a:ext cx="180000" cy="359640"/>
          </a:xfrm>
          <a:prstGeom prst="downArrow">
            <a:avLst>
              <a:gd name="adj1" fmla="val 50000"/>
              <a:gd name="adj2" fmla="val 49950"/>
            </a:avLst>
          </a:prstGeom>
          <a:solidFill>
            <a:srgbClr val="000000"/>
          </a:solidFill>
          <a:ln w="0">
            <a:solidFill>
              <a:srgbClr val="000000"/>
            </a:solidFill>
          </a:ln>
        </p:spPr>
        <p:style>
          <a:lnRef idx="0"/>
          <a:fillRef idx="0"/>
          <a:effectRef idx="0"/>
          <a:fontRef idx="minor"/>
        </p:style>
        <p:txBody>
          <a:bodyPr lIns="90000" rIns="90000" tIns="45000" bIns="45000" anchor="ctr">
            <a:noAutofit/>
          </a:bodyPr>
          <a:p>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研究の現状</a:t>
            </a:r>
            <a:endParaRPr b="0" lang="en-US" sz="4400" strike="noStrike" u="none">
              <a:solidFill>
                <a:schemeClr val="dk1"/>
              </a:solidFill>
              <a:effectLst/>
              <a:uFillTx/>
              <a:latin typeface="Arial"/>
            </a:endParaRPr>
          </a:p>
        </p:txBody>
      </p:sp>
      <p:sp>
        <p:nvSpPr>
          <p:cNvPr id="216" name="PlaceHolder 2"/>
          <p:cNvSpPr>
            <a:spLocks noGrp="1"/>
          </p:cNvSpPr>
          <p:nvPr>
            <p:ph/>
          </p:nvPr>
        </p:nvSpPr>
        <p:spPr>
          <a:xfrm>
            <a:off x="838080" y="1589400"/>
            <a:ext cx="10511640" cy="43473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リアルタイムでの三次元座標推定は実装できた</a:t>
            </a:r>
            <a:endParaRPr b="0" lang="en-US" sz="2800" strike="noStrike" u="none">
              <a:solidFill>
                <a:schemeClr val="dk1"/>
              </a:solidFill>
              <a:effectLst/>
              <a:uFillTx/>
              <a:latin typeface="Arial"/>
            </a:endParaRPr>
          </a:p>
        </p:txBody>
      </p:sp>
      <p:pic>
        <p:nvPicPr>
          <p:cNvPr id="217" name="図 4" descr="グラフ&#10;&#10;AI 生成コンテンツは誤りを含む可能性があります。"/>
          <p:cNvPicPr/>
          <p:nvPr/>
        </p:nvPicPr>
        <p:blipFill>
          <a:blip r:embed="rId1"/>
          <a:stretch/>
        </p:blipFill>
        <p:spPr>
          <a:xfrm>
            <a:off x="7533360" y="2218320"/>
            <a:ext cx="3983400" cy="4258440"/>
          </a:xfrm>
          <a:prstGeom prst="rect">
            <a:avLst/>
          </a:prstGeom>
          <a:noFill/>
          <a:ln w="0">
            <a:noFill/>
          </a:ln>
        </p:spPr>
      </p:pic>
      <p:pic>
        <p:nvPicPr>
          <p:cNvPr id="218" name="図 6" descr="キーボードとマウス&#10;&#10;AI 生成コンテンツは誤りを含む可能性があります。"/>
          <p:cNvPicPr/>
          <p:nvPr/>
        </p:nvPicPr>
        <p:blipFill>
          <a:blip r:embed="rId2"/>
          <a:stretch/>
        </p:blipFill>
        <p:spPr>
          <a:xfrm>
            <a:off x="900000" y="2610000"/>
            <a:ext cx="4676760" cy="3506760"/>
          </a:xfrm>
          <a:prstGeom prst="rect">
            <a:avLst/>
          </a:prstGeom>
          <a:noFill/>
          <a:ln w="0">
            <a:noFill/>
          </a:ln>
        </p:spPr>
      </p:pic>
      <p:sp>
        <p:nvSpPr>
          <p:cNvPr id="219" name="矢印: 右 1"/>
          <p:cNvSpPr/>
          <p:nvPr/>
        </p:nvSpPr>
        <p:spPr>
          <a:xfrm>
            <a:off x="5760000" y="4140000"/>
            <a:ext cx="1616400" cy="35640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a typeface="DejaVu Sans"/>
            </a:endParaRPr>
          </a:p>
        </p:txBody>
      </p:sp>
      <p:sp>
        <p:nvSpPr>
          <p:cNvPr id="220" name="PlaceHolder 3"/>
          <p:cNvSpPr>
            <a:spLocks noGrp="1"/>
          </p:cNvSpPr>
          <p:nvPr>
            <p:ph type="sldNum" idx="77"/>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706F4999-D1AE-4522-A56C-C70CA2FE9211}"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研究の現状</a:t>
            </a:r>
            <a:endParaRPr b="0" lang="en-US" sz="4400" strike="noStrike" u="none">
              <a:solidFill>
                <a:schemeClr val="dk1"/>
              </a:solidFill>
              <a:effectLst/>
              <a:uFillTx/>
              <a:latin typeface="Arial"/>
            </a:endParaRPr>
          </a:p>
        </p:txBody>
      </p:sp>
      <p:sp>
        <p:nvSpPr>
          <p:cNvPr id="222" name="PlaceHolder 2"/>
          <p:cNvSpPr>
            <a:spLocks noGrp="1"/>
          </p:cNvSpPr>
          <p:nvPr>
            <p:ph/>
          </p:nvPr>
        </p:nvSpPr>
        <p:spPr>
          <a:xfrm>
            <a:off x="838080" y="1589400"/>
            <a:ext cx="10511640" cy="43473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奥行方向の誤差も改善</a:t>
            </a:r>
            <a:endParaRPr b="0" lang="en-US" sz="2800" strike="noStrike" u="none">
              <a:solidFill>
                <a:schemeClr val="dk1"/>
              </a:solidFill>
              <a:effectLst/>
              <a:uFillTx/>
              <a:latin typeface="Arial"/>
            </a:endParaRPr>
          </a:p>
        </p:txBody>
      </p:sp>
      <p:sp>
        <p:nvSpPr>
          <p:cNvPr id="223" name="矢印: 右 2"/>
          <p:cNvSpPr/>
          <p:nvPr/>
        </p:nvSpPr>
        <p:spPr>
          <a:xfrm>
            <a:off x="5760360" y="4140360"/>
            <a:ext cx="1616400" cy="356400"/>
          </a:xfrm>
          <a:prstGeom prst="rightArrow">
            <a:avLst>
              <a:gd name="adj1" fmla="val 50000"/>
              <a:gd name="adj2" fmla="val 1125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endParaRPr b="0" lang="en-US" sz="1800" strike="noStrike" u="none">
              <a:solidFill>
                <a:srgbClr val="000000"/>
              </a:solidFill>
              <a:effectLst/>
              <a:uFillTx/>
              <a:latin typeface="Arial"/>
              <a:ea typeface="DejaVu Sans"/>
            </a:endParaRPr>
          </a:p>
        </p:txBody>
      </p:sp>
      <p:pic>
        <p:nvPicPr>
          <p:cNvPr id="224" name="図 143" descr=""/>
          <p:cNvPicPr/>
          <p:nvPr/>
        </p:nvPicPr>
        <p:blipFill>
          <a:blip r:embed="rId1"/>
          <a:stretch/>
        </p:blipFill>
        <p:spPr>
          <a:xfrm>
            <a:off x="900000" y="2610000"/>
            <a:ext cx="4676760" cy="3506760"/>
          </a:xfrm>
          <a:prstGeom prst="rect">
            <a:avLst/>
          </a:prstGeom>
          <a:noFill/>
          <a:ln w="36000">
            <a:noFill/>
          </a:ln>
        </p:spPr>
      </p:pic>
      <p:pic>
        <p:nvPicPr>
          <p:cNvPr id="225" name="図 144" descr=""/>
          <p:cNvPicPr/>
          <p:nvPr/>
        </p:nvPicPr>
        <p:blipFill>
          <a:blip r:embed="rId2"/>
          <a:srcRect l="26169" t="0" r="15385" b="13173"/>
          <a:stretch/>
        </p:blipFill>
        <p:spPr>
          <a:xfrm>
            <a:off x="7740000" y="1800000"/>
            <a:ext cx="3956760" cy="4408920"/>
          </a:xfrm>
          <a:prstGeom prst="rect">
            <a:avLst/>
          </a:prstGeom>
          <a:noFill/>
          <a:ln w="36000">
            <a:noFill/>
          </a:ln>
        </p:spPr>
      </p:pic>
      <p:sp>
        <p:nvSpPr>
          <p:cNvPr id="226" name="PlaceHolder 3"/>
          <p:cNvSpPr>
            <a:spLocks noGrp="1"/>
          </p:cNvSpPr>
          <p:nvPr>
            <p:ph type="sldNum" idx="78"/>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92F9A6E6-DBA2-4B59-8939-2733288B3F2D}"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ja-JP" sz="4400" strike="noStrike" u="none">
                <a:solidFill>
                  <a:schemeClr val="dk1"/>
                </a:solidFill>
                <a:effectLst/>
                <a:uFillTx/>
                <a:latin typeface="ＭＳ Ｐゴシック"/>
                <a:ea typeface="ＭＳ Ｐゴシック"/>
              </a:rPr>
              <a:t>今後の方針・課題</a:t>
            </a:r>
            <a:endParaRPr b="0" lang="en-US" sz="4400" strike="noStrike" u="none">
              <a:solidFill>
                <a:schemeClr val="dk1"/>
              </a:solidFill>
              <a:effectLst/>
              <a:uFillTx/>
              <a:latin typeface="Arial"/>
            </a:endParaRPr>
          </a:p>
        </p:txBody>
      </p:sp>
      <p:sp>
        <p:nvSpPr>
          <p:cNvPr id="228"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ja-JP" sz="2800" strike="noStrike" u="none">
                <a:solidFill>
                  <a:schemeClr val="dk1"/>
                </a:solidFill>
                <a:effectLst/>
                <a:uFillTx/>
                <a:latin typeface="ＭＳ Ｐゴシック"/>
                <a:ea typeface="ＭＳ Ｐゴシック"/>
              </a:rPr>
              <a:t>座標推定の遅延、誤差を評価</a:t>
            </a: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ＭＳ Ｐゴシック"/>
                <a:ea typeface="ＭＳ Ｐゴシック"/>
              </a:rPr>
              <a:t>→キャリブレーション手法、カメラ間隔の調整等</a:t>
            </a: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r>
              <a:rPr b="0" lang="ja-JP" sz="2800" strike="noStrike" u="none">
                <a:solidFill>
                  <a:schemeClr val="dk1"/>
                </a:solidFill>
                <a:effectLst/>
                <a:uFillTx/>
                <a:latin typeface="ＭＳ Ｐゴシック"/>
                <a:ea typeface="ＭＳ Ｐゴシック"/>
              </a:rPr>
              <a:t>・カメラを基準としたカメラ座標系からキーボードを基準とした世界座標系への変換</a:t>
            </a:r>
            <a:endParaRPr b="0" lang="en-US" sz="2800" strike="noStrike" u="none">
              <a:solidFill>
                <a:schemeClr val="dk1"/>
              </a:solidFill>
              <a:effectLst/>
              <a:uFillTx/>
              <a:latin typeface="Arial"/>
            </a:endParaRPr>
          </a:p>
          <a:p>
            <a:pPr indent="0" defTabSz="914400">
              <a:lnSpc>
                <a:spcPct val="90000"/>
              </a:lnSpc>
              <a:spcBef>
                <a:spcPts val="1001"/>
              </a:spcBef>
              <a:buNone/>
              <a:tabLst>
                <a:tab algn="l" pos="0"/>
              </a:tabLst>
            </a:pPr>
            <a:r>
              <a:rPr b="0" lang="en-US" sz="2800" strike="noStrike" u="none">
                <a:solidFill>
                  <a:schemeClr val="dk1"/>
                </a:solidFill>
                <a:effectLst/>
                <a:uFillTx/>
                <a:latin typeface="ＭＳ Ｐゴシック"/>
                <a:ea typeface="ＭＳ Ｐゴシック"/>
              </a:rPr>
              <a:t>→共同研究との統合</a:t>
            </a:r>
            <a:endParaRPr b="0" lang="en-US" sz="2800" strike="noStrike" u="none">
              <a:solidFill>
                <a:schemeClr val="dk1"/>
              </a:solidFill>
              <a:effectLst/>
              <a:uFillTx/>
              <a:latin typeface="Arial"/>
            </a:endParaRPr>
          </a:p>
        </p:txBody>
      </p:sp>
      <p:sp>
        <p:nvSpPr>
          <p:cNvPr id="229" name="PlaceHolder 3"/>
          <p:cNvSpPr>
            <a:spLocks noGrp="1"/>
          </p:cNvSpPr>
          <p:nvPr>
            <p:ph type="sldNum" idx="79"/>
          </p:nvPr>
        </p:nvSpPr>
        <p:spPr>
          <a:xfrm>
            <a:off x="8610480" y="6356520"/>
            <a:ext cx="2739240" cy="36108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trike="noStrike" u="none">
                <a:solidFill>
                  <a:schemeClr val="dk1">
                    <a:tint val="82000"/>
                  </a:schemeClr>
                </a:solidFill>
                <a:effectLst/>
                <a:uFillTx/>
                <a:latin typeface="Aptos"/>
                <a:ea typeface="DejaVu Sans"/>
              </a:defRPr>
            </a:lvl1pPr>
          </a:lstStyle>
          <a:p>
            <a:pPr indent="0" algn="r" defTabSz="457200">
              <a:lnSpc>
                <a:spcPct val="100000"/>
              </a:lnSpc>
              <a:buNone/>
              <a:tabLst>
                <a:tab algn="l" pos="0"/>
              </a:tabLst>
            </a:pPr>
            <a:fld id="{073A5DA1-ED88-4DBB-8981-42C90D95B348}" type="slidenum">
              <a:rPr b="0" lang="en-US" sz="1200" strike="noStrike" u="none">
                <a:solidFill>
                  <a:schemeClr val="dk1">
                    <a:tint val="82000"/>
                  </a:schemeClr>
                </a:solidFill>
                <a:effectLst/>
                <a:uFillTx/>
                <a:latin typeface="Aptos"/>
                <a:ea typeface="DejaVu Sans"/>
              </a:rPr>
              <a:t>7</a:t>
            </a:fld>
            <a:endParaRPr b="0" lang="en-US" sz="1200" strike="noStrike" u="none">
              <a:solidFill>
                <a:srgbClr val="000000"/>
              </a:solidFill>
              <a:effectLst/>
              <a:uFillTx/>
              <a:latin typeface="Noto Serif CJK JP"/>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Office Theme">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1412</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2025-10-07T12:17:36Z</dcterms:created>
  <dc:creator>5I25 萩 郁人【鈴鹿】</dc:creator>
  <dc:description/>
  <dc:language>ja-JP</dc:language>
  <cp:lastModifiedBy/>
  <dcterms:modified xsi:type="dcterms:W3CDTF">2025-10-14T15:12:42Z</dcterms:modified>
  <cp:revision>64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0x0101003F66480A09F15D42854004C53E6862D1</vt:lpwstr>
  </property>
  <property fmtid="{D5CDD505-2E9C-101B-9397-08002B2CF9AE}" pid="3" name="Notes">
    <vt:r8>13</vt:r8>
  </property>
  <property fmtid="{D5CDD505-2E9C-101B-9397-08002B2CF9AE}" pid="4" name="PresentationFormat">
    <vt:lpwstr>ワイド画面</vt:lpwstr>
  </property>
  <property fmtid="{D5CDD505-2E9C-101B-9397-08002B2CF9AE}" pid="5" name="Slides">
    <vt:r8>13</vt:r8>
  </property>
</Properties>
</file>