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_rels/presentation.xml.rels" ContentType="application/vnd.openxmlformats-package.relationships+xml"/>
  <Override PartName="/ppt/media/image12.png" ContentType="image/png"/>
  <Override PartName="/ppt/media/image3.png" ContentType="image/png"/>
  <Override PartName="/ppt/media/image14.png" ContentType="image/png"/>
  <Override PartName="/ppt/media/image5.jpeg" ContentType="image/jpe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11.png" ContentType="image/png"/>
  <Override PartName="/ppt/media/image2.png" ContentType="image/png"/>
  <Override PartName="/ppt/media/image8.wmf" ContentType="image/x-wmf"/>
  <Override PartName="/ppt/media/image9.png" ContentType="image/png"/>
  <Override PartName="/ppt/media/image13.png" ContentType="image/png"/>
  <Override PartName="/ppt/media/image4.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タイトル スライド">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280" cy="23868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ja-JP" sz="6000" strike="noStrike" u="none">
                <a:solidFill>
                  <a:schemeClr val="dk1"/>
                </a:solidFill>
                <a:effectLst/>
                <a:uFillTx/>
                <a:latin typeface="Aptos Display"/>
              </a:rPr>
              <a:t>マスター タイトルの書式</a:t>
            </a:r>
            <a:r>
              <a:rPr b="0" lang="ja-JP" sz="6000" strike="noStrike" u="none">
                <a:solidFill>
                  <a:schemeClr val="dk1"/>
                </a:solidFill>
                <a:effectLst/>
                <a:uFillTx/>
                <a:latin typeface="Aptos Display"/>
              </a:rPr>
              <a:t>設定</a:t>
            </a:r>
            <a:endParaRPr b="0" lang="en-US" sz="6000" strike="noStrike" u="none">
              <a:solidFill>
                <a:schemeClr val="dk1"/>
              </a:solidFill>
              <a:effectLst/>
              <a:uFillTx/>
              <a:latin typeface="Aptos"/>
            </a:endParaRPr>
          </a:p>
        </p:txBody>
      </p:sp>
      <p:sp>
        <p:nvSpPr>
          <p:cNvPr id="1" name="PlaceHolder 2"/>
          <p:cNvSpPr>
            <a:spLocks noGrp="1"/>
          </p:cNvSpPr>
          <p:nvPr>
            <p:ph type="dt" idx="1"/>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2" name="PlaceHolder 3"/>
          <p:cNvSpPr>
            <a:spLocks noGrp="1"/>
          </p:cNvSpPr>
          <p:nvPr>
            <p:ph type="ftr" idx="2"/>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3" name="PlaceHolder 4"/>
          <p:cNvSpPr>
            <a:spLocks noGrp="1"/>
          </p:cNvSpPr>
          <p:nvPr>
            <p:ph type="sldNum" idx="3"/>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62B38064-1363-469A-A3AF-1A02A8E7256E}"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
        <p:nvSpPr>
          <p:cNvPr id="4" name="PlaceHolder 5"/>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ja-JP" sz="2800" strike="noStrike" u="none">
                <a:solidFill>
                  <a:schemeClr val="dk1"/>
                </a:solidFill>
                <a:effectLst/>
                <a:uFillTx/>
                <a:latin typeface="Aptos"/>
              </a:rPr>
              <a:t>クリックしてアウトラインのテキストを編集</a:t>
            </a:r>
            <a:endParaRPr b="0" lang="en-US" sz="2800" strike="noStrike" u="none">
              <a:solidFill>
                <a:schemeClr val="dk1"/>
              </a:solidFill>
              <a:effectLst/>
              <a:uFillTx/>
              <a:latin typeface="Aptos"/>
            </a:endParaRPr>
          </a:p>
          <a:p>
            <a:pPr lvl="1" marL="864000" indent="-324000" defTabSz="914400">
              <a:lnSpc>
                <a:spcPct val="90000"/>
              </a:lnSpc>
              <a:spcBef>
                <a:spcPts val="1134"/>
              </a:spcBef>
              <a:buClr>
                <a:srgbClr val="000000"/>
              </a:buClr>
              <a:buSzPct val="75000"/>
              <a:buFont typeface="Symbol"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2</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2" marL="1296000" indent="-288000" defTabSz="914400">
              <a:lnSpc>
                <a:spcPct val="90000"/>
              </a:lnSpc>
              <a:spcBef>
                <a:spcPts val="850"/>
              </a:spcBef>
              <a:buClr>
                <a:srgbClr val="000000"/>
              </a:buClr>
              <a:buSzPct val="45000"/>
              <a:buFont typeface="Wingdings"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3</a:t>
            </a:r>
            <a:r>
              <a:rPr b="0" lang="ja-JP" sz="1800" strike="noStrike" u="none">
                <a:solidFill>
                  <a:schemeClr val="dk1"/>
                </a:solidFill>
                <a:effectLst/>
                <a:uFillTx/>
                <a:latin typeface="Aptos"/>
              </a:rPr>
              <a:t>レベル アウトライン</a:t>
            </a:r>
            <a:endParaRPr b="0" lang="en-US" sz="1800" strike="noStrike" u="none">
              <a:solidFill>
                <a:schemeClr val="dk1"/>
              </a:solidFill>
              <a:effectLst/>
              <a:uFillTx/>
              <a:latin typeface="Aptos"/>
            </a:endParaRPr>
          </a:p>
          <a:p>
            <a:pPr lvl="3" marL="1728000" indent="-216000" defTabSz="914400">
              <a:lnSpc>
                <a:spcPct val="90000"/>
              </a:lnSpc>
              <a:spcBef>
                <a:spcPts val="567"/>
              </a:spcBef>
              <a:buClr>
                <a:srgbClr val="000000"/>
              </a:buClr>
              <a:buSzPct val="75000"/>
              <a:buFont typeface="Symbol"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4</a:t>
            </a:r>
            <a:r>
              <a:rPr b="0" lang="ja-JP" sz="1800" strike="noStrike" u="none">
                <a:solidFill>
                  <a:schemeClr val="dk1"/>
                </a:solidFill>
                <a:effectLst/>
                <a:uFillTx/>
                <a:latin typeface="Aptos"/>
              </a:rPr>
              <a:t>レベル アウトライン</a:t>
            </a:r>
            <a:endParaRPr b="0" lang="en-US" sz="1800" strike="noStrike" u="none">
              <a:solidFill>
                <a:schemeClr val="dk1"/>
              </a:solidFill>
              <a:effectLst/>
              <a:uFillTx/>
              <a:latin typeface="Aptos"/>
            </a:endParaRPr>
          </a:p>
          <a:p>
            <a:pPr lvl="4" marL="2160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5</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5" marL="2592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6</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6" marL="3024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7</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タイトル スライド">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43280" cy="23868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ja-JP" sz="6000" strike="noStrike" u="none">
                <a:solidFill>
                  <a:schemeClr val="dk1"/>
                </a:solidFill>
                <a:effectLst/>
                <a:uFillTx/>
                <a:latin typeface="Aptos Display"/>
              </a:rPr>
              <a:t>マスター タイトルの書式</a:t>
            </a:r>
            <a:r>
              <a:rPr b="0" lang="ja-JP" sz="6000" strike="noStrike" u="none">
                <a:solidFill>
                  <a:schemeClr val="dk1"/>
                </a:solidFill>
                <a:effectLst/>
                <a:uFillTx/>
                <a:latin typeface="Aptos Display"/>
              </a:rPr>
              <a:t>設定</a:t>
            </a:r>
            <a:endParaRPr b="0" lang="en-US" sz="6000" strike="noStrike" u="none">
              <a:solidFill>
                <a:schemeClr val="dk1"/>
              </a:solidFill>
              <a:effectLst/>
              <a:uFillTx/>
              <a:latin typeface="Aptos"/>
            </a:endParaRPr>
          </a:p>
        </p:txBody>
      </p:sp>
      <p:sp>
        <p:nvSpPr>
          <p:cNvPr id="6" name="PlaceHolder 2"/>
          <p:cNvSpPr>
            <a:spLocks noGrp="1"/>
          </p:cNvSpPr>
          <p:nvPr>
            <p:ph type="dt" idx="4"/>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7" name="PlaceHolder 3"/>
          <p:cNvSpPr>
            <a:spLocks noGrp="1"/>
          </p:cNvSpPr>
          <p:nvPr>
            <p:ph type="ftr" idx="5"/>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8" name="PlaceHolder 4"/>
          <p:cNvSpPr>
            <a:spLocks noGrp="1"/>
          </p:cNvSpPr>
          <p:nvPr>
            <p:ph type="sldNum" idx="6"/>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DE92D835-469C-4C32-90FA-3D05FB2B7845}"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
        <p:nvSpPr>
          <p:cNvPr id="9" name="PlaceHolder 5"/>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ja-JP" sz="2800" strike="noStrike" u="none">
                <a:solidFill>
                  <a:schemeClr val="dk1"/>
                </a:solidFill>
                <a:effectLst/>
                <a:uFillTx/>
                <a:latin typeface="Aptos"/>
              </a:rPr>
              <a:t>クリックしてアウトラインのテキストを編集</a:t>
            </a:r>
            <a:endParaRPr b="0" lang="en-US" sz="2800" strike="noStrike" u="none">
              <a:solidFill>
                <a:schemeClr val="dk1"/>
              </a:solidFill>
              <a:effectLst/>
              <a:uFillTx/>
              <a:latin typeface="Aptos"/>
            </a:endParaRPr>
          </a:p>
          <a:p>
            <a:pPr lvl="1" marL="864000" indent="-324000" defTabSz="914400">
              <a:lnSpc>
                <a:spcPct val="90000"/>
              </a:lnSpc>
              <a:spcBef>
                <a:spcPts val="1134"/>
              </a:spcBef>
              <a:buClr>
                <a:srgbClr val="000000"/>
              </a:buClr>
              <a:buSzPct val="75000"/>
              <a:buFont typeface="Symbol"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2</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2" marL="1296000" indent="-288000" defTabSz="914400">
              <a:lnSpc>
                <a:spcPct val="90000"/>
              </a:lnSpc>
              <a:spcBef>
                <a:spcPts val="850"/>
              </a:spcBef>
              <a:buClr>
                <a:srgbClr val="000000"/>
              </a:buClr>
              <a:buSzPct val="45000"/>
              <a:buFont typeface="Wingdings"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3</a:t>
            </a:r>
            <a:r>
              <a:rPr b="0" lang="ja-JP" sz="1800" strike="noStrike" u="none">
                <a:solidFill>
                  <a:schemeClr val="dk1"/>
                </a:solidFill>
                <a:effectLst/>
                <a:uFillTx/>
                <a:latin typeface="Aptos"/>
              </a:rPr>
              <a:t>レベル アウトライン</a:t>
            </a:r>
            <a:endParaRPr b="0" lang="en-US" sz="1800" strike="noStrike" u="none">
              <a:solidFill>
                <a:schemeClr val="dk1"/>
              </a:solidFill>
              <a:effectLst/>
              <a:uFillTx/>
              <a:latin typeface="Aptos"/>
            </a:endParaRPr>
          </a:p>
          <a:p>
            <a:pPr lvl="3" marL="1728000" indent="-216000" defTabSz="914400">
              <a:lnSpc>
                <a:spcPct val="90000"/>
              </a:lnSpc>
              <a:spcBef>
                <a:spcPts val="567"/>
              </a:spcBef>
              <a:buClr>
                <a:srgbClr val="000000"/>
              </a:buClr>
              <a:buSzPct val="75000"/>
              <a:buFont typeface="Symbol"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4</a:t>
            </a:r>
            <a:r>
              <a:rPr b="0" lang="ja-JP" sz="1800" strike="noStrike" u="none">
                <a:solidFill>
                  <a:schemeClr val="dk1"/>
                </a:solidFill>
                <a:effectLst/>
                <a:uFillTx/>
                <a:latin typeface="Aptos"/>
              </a:rPr>
              <a:t>レベル アウトライン</a:t>
            </a:r>
            <a:endParaRPr b="0" lang="en-US" sz="1800" strike="noStrike" u="none">
              <a:solidFill>
                <a:schemeClr val="dk1"/>
              </a:solidFill>
              <a:effectLst/>
              <a:uFillTx/>
              <a:latin typeface="Aptos"/>
            </a:endParaRPr>
          </a:p>
          <a:p>
            <a:pPr lvl="4" marL="2160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5</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5" marL="2592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6</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a:p>
            <a:pPr lvl="6" marL="3024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7</a:t>
            </a:r>
            <a:r>
              <a:rPr b="0" lang="ja-JP" sz="2000" strike="noStrike" u="none">
                <a:solidFill>
                  <a:schemeClr val="dk1"/>
                </a:solidFill>
                <a:effectLst/>
                <a:uFillTx/>
                <a:latin typeface="Aptos"/>
              </a:rPr>
              <a:t>レベル アウトライン</a:t>
            </a:r>
            <a:endParaRPr b="0" lang="en-US" sz="2000" strike="noStrike" u="none">
              <a:solidFill>
                <a:schemeClr val="dk1"/>
              </a:solidFill>
              <a:effectLst/>
              <a:uFillTx/>
              <a:latin typeface="Aptos"/>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タイトル付きのコンテンツ">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839880" y="457200"/>
            <a:ext cx="3931560" cy="159948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3200" strike="noStrike" u="none">
                <a:solidFill>
                  <a:schemeClr val="dk1"/>
                </a:solidFill>
                <a:effectLst/>
                <a:uFillTx/>
                <a:latin typeface="Aptos Display"/>
              </a:rPr>
              <a:t>マスター タイ</a:t>
            </a:r>
            <a:r>
              <a:rPr b="0" lang="ja-JP" sz="3200" strike="noStrike" u="none">
                <a:solidFill>
                  <a:schemeClr val="dk1"/>
                </a:solidFill>
                <a:effectLst/>
                <a:uFillTx/>
                <a:latin typeface="Aptos Display"/>
              </a:rPr>
              <a:t>トルの書式設</a:t>
            </a:r>
            <a:r>
              <a:rPr b="0" lang="ja-JP" sz="3200" strike="noStrike" u="none">
                <a:solidFill>
                  <a:schemeClr val="dk1"/>
                </a:solidFill>
                <a:effectLst/>
                <a:uFillTx/>
                <a:latin typeface="Aptos Display"/>
              </a:rPr>
              <a:t>定</a:t>
            </a:r>
            <a:endParaRPr b="0" lang="en-US" sz="3200" strike="noStrike" u="none">
              <a:solidFill>
                <a:schemeClr val="dk1"/>
              </a:solidFill>
              <a:effectLst/>
              <a:uFillTx/>
              <a:latin typeface="Aptos"/>
            </a:endParaRPr>
          </a:p>
        </p:txBody>
      </p:sp>
      <p:sp>
        <p:nvSpPr>
          <p:cNvPr id="11" name="PlaceHolder 2"/>
          <p:cNvSpPr>
            <a:spLocks noGrp="1"/>
          </p:cNvSpPr>
          <p:nvPr>
            <p:ph type="body"/>
          </p:nvPr>
        </p:nvSpPr>
        <p:spPr>
          <a:xfrm>
            <a:off x="5183280" y="987480"/>
            <a:ext cx="6171480" cy="4872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3200" strike="noStrike" u="none">
                <a:solidFill>
                  <a:schemeClr val="dk1"/>
                </a:solidFill>
                <a:effectLst/>
                <a:uFillTx/>
                <a:latin typeface="Aptos"/>
              </a:rPr>
              <a:t>マスター テキストの書式設定</a:t>
            </a:r>
            <a:endParaRPr b="0" lang="en-US" sz="32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800" strike="noStrike" u="none">
                <a:solidFill>
                  <a:schemeClr val="dk1"/>
                </a:solidFill>
                <a:effectLst/>
                <a:uFillTx/>
                <a:latin typeface="Aptos"/>
              </a:rPr>
              <a:t>第 </a:t>
            </a:r>
            <a:r>
              <a:rPr b="0" lang="en-US" sz="2800" strike="noStrike" u="none">
                <a:solidFill>
                  <a:schemeClr val="dk1"/>
                </a:solidFill>
                <a:effectLst/>
                <a:uFillTx/>
                <a:latin typeface="Aptos"/>
              </a:rPr>
              <a:t>2 </a:t>
            </a:r>
            <a:r>
              <a:rPr b="0" lang="ja-JP" sz="2800" strike="noStrike" u="none">
                <a:solidFill>
                  <a:schemeClr val="dk1"/>
                </a:solidFill>
                <a:effectLst/>
                <a:uFillTx/>
                <a:latin typeface="Aptos"/>
              </a:rPr>
              <a:t>レベル</a:t>
            </a:r>
            <a:endParaRPr b="0" lang="en-US" sz="28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3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4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5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p:txBody>
      </p:sp>
      <p:sp>
        <p:nvSpPr>
          <p:cNvPr id="12" name="PlaceHolder 3"/>
          <p:cNvSpPr>
            <a:spLocks noGrp="1"/>
          </p:cNvSpPr>
          <p:nvPr>
            <p:ph type="body"/>
          </p:nvPr>
        </p:nvSpPr>
        <p:spPr>
          <a:xfrm>
            <a:off x="839880" y="2057400"/>
            <a:ext cx="3931560" cy="3810960"/>
          </a:xfrm>
          <a:prstGeom prst="rect">
            <a:avLst/>
          </a:prstGeom>
          <a:noFill/>
          <a:ln w="0">
            <a:noFill/>
          </a:ln>
        </p:spPr>
        <p:txBody>
          <a:bodyPr lIns="91440" rIns="91440" tIns="45720" bIns="45720" anchor="t">
            <a:noAutofit/>
          </a:bodyPr>
          <a:p>
            <a:pPr marL="228600" indent="0" defTabSz="914400">
              <a:lnSpc>
                <a:spcPct val="90000"/>
              </a:lnSpc>
              <a:spcBef>
                <a:spcPts val="1001"/>
              </a:spcBef>
              <a:buNone/>
              <a:tabLst>
                <a:tab algn="l" pos="0"/>
              </a:tabLst>
            </a:pPr>
            <a:r>
              <a:rPr b="0" lang="ja-JP" sz="1600" strike="noStrike" u="none">
                <a:solidFill>
                  <a:schemeClr val="dk1"/>
                </a:solidFill>
                <a:effectLst/>
                <a:uFillTx/>
                <a:latin typeface="Aptos"/>
              </a:rPr>
              <a:t>マスター テキストの書式設定</a:t>
            </a:r>
            <a:endParaRPr b="0" lang="en-US" sz="1600" strike="noStrike" u="none">
              <a:solidFill>
                <a:schemeClr val="dk1"/>
              </a:solidFill>
              <a:effectLst/>
              <a:uFillTx/>
              <a:latin typeface="Aptos"/>
            </a:endParaRPr>
          </a:p>
        </p:txBody>
      </p:sp>
      <p:sp>
        <p:nvSpPr>
          <p:cNvPr id="13" name="PlaceHolder 4"/>
          <p:cNvSpPr>
            <a:spLocks noGrp="1"/>
          </p:cNvSpPr>
          <p:nvPr>
            <p:ph type="dt" idx="7"/>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14" name="PlaceHolder 5"/>
          <p:cNvSpPr>
            <a:spLocks noGrp="1"/>
          </p:cNvSpPr>
          <p:nvPr>
            <p:ph type="ftr" idx="8"/>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15" name="PlaceHolder 6"/>
          <p:cNvSpPr>
            <a:spLocks noGrp="1"/>
          </p:cNvSpPr>
          <p:nvPr>
            <p:ph type="sldNum" idx="9"/>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B864E15B-4448-4F35-9AE9-A60E580CBA25}"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タイトル付きの図">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839880" y="457200"/>
            <a:ext cx="3931560" cy="159948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3200" strike="noStrike" u="none">
                <a:solidFill>
                  <a:schemeClr val="dk1"/>
                </a:solidFill>
                <a:effectLst/>
                <a:uFillTx/>
                <a:latin typeface="Aptos Display"/>
              </a:rPr>
              <a:t>マスター タイ</a:t>
            </a:r>
            <a:r>
              <a:rPr b="0" lang="ja-JP" sz="3200" strike="noStrike" u="none">
                <a:solidFill>
                  <a:schemeClr val="dk1"/>
                </a:solidFill>
                <a:effectLst/>
                <a:uFillTx/>
                <a:latin typeface="Aptos Display"/>
              </a:rPr>
              <a:t>トルの書式設</a:t>
            </a:r>
            <a:r>
              <a:rPr b="0" lang="ja-JP" sz="3200" strike="noStrike" u="none">
                <a:solidFill>
                  <a:schemeClr val="dk1"/>
                </a:solidFill>
                <a:effectLst/>
                <a:uFillTx/>
                <a:latin typeface="Aptos Display"/>
              </a:rPr>
              <a:t>定</a:t>
            </a:r>
            <a:endParaRPr b="0" lang="en-US" sz="3200" strike="noStrike" u="none">
              <a:solidFill>
                <a:schemeClr val="dk1"/>
              </a:solidFill>
              <a:effectLst/>
              <a:uFillTx/>
              <a:latin typeface="Aptos"/>
            </a:endParaRPr>
          </a:p>
        </p:txBody>
      </p:sp>
      <p:sp>
        <p:nvSpPr>
          <p:cNvPr id="17" name="PlaceHolder 2"/>
          <p:cNvSpPr>
            <a:spLocks noGrp="1"/>
          </p:cNvSpPr>
          <p:nvPr>
            <p:ph type="body"/>
          </p:nvPr>
        </p:nvSpPr>
        <p:spPr>
          <a:xfrm>
            <a:off x="5183280" y="987480"/>
            <a:ext cx="6171480" cy="4872960"/>
          </a:xfrm>
          <a:prstGeom prst="rect">
            <a:avLst/>
          </a:prstGeom>
          <a:noFill/>
          <a:ln w="0">
            <a:noFill/>
          </a:ln>
        </p:spPr>
        <p:txBody>
          <a:bodyPr lIns="90000" rIns="90000" tIns="45000" bIns="45000" anchor="t">
            <a:noAutofit/>
          </a:bodyPr>
          <a:p>
            <a:pPr marL="228600" indent="0" defTabSz="457200">
              <a:lnSpc>
                <a:spcPct val="100000"/>
              </a:lnSpc>
              <a:spcBef>
                <a:spcPts val="1001"/>
              </a:spcBef>
              <a:buNone/>
              <a:tabLst>
                <a:tab algn="l" pos="0"/>
              </a:tabLst>
            </a:pPr>
            <a:r>
              <a:rPr b="0" lang="ja-JP" sz="3200" strike="noStrike" u="none">
                <a:solidFill>
                  <a:schemeClr val="dk1"/>
                </a:solidFill>
                <a:effectLst/>
                <a:uFillTx/>
                <a:latin typeface="Aptos"/>
              </a:rPr>
              <a:t>アイコンをクリックして図を追加</a:t>
            </a:r>
            <a:endParaRPr b="0" lang="en-US" sz="3200" strike="noStrike" u="none">
              <a:solidFill>
                <a:schemeClr val="dk1"/>
              </a:solidFill>
              <a:effectLst/>
              <a:uFillTx/>
              <a:latin typeface="Aptos"/>
            </a:endParaRPr>
          </a:p>
        </p:txBody>
      </p:sp>
      <p:sp>
        <p:nvSpPr>
          <p:cNvPr id="18" name="PlaceHolder 3"/>
          <p:cNvSpPr>
            <a:spLocks noGrp="1"/>
          </p:cNvSpPr>
          <p:nvPr>
            <p:ph type="body"/>
          </p:nvPr>
        </p:nvSpPr>
        <p:spPr>
          <a:xfrm>
            <a:off x="839880" y="2057400"/>
            <a:ext cx="3931560" cy="3810960"/>
          </a:xfrm>
          <a:prstGeom prst="rect">
            <a:avLst/>
          </a:prstGeom>
          <a:noFill/>
          <a:ln w="0">
            <a:noFill/>
          </a:ln>
        </p:spPr>
        <p:txBody>
          <a:bodyPr lIns="91440" rIns="91440" tIns="45720" bIns="45720" anchor="t">
            <a:noAutofit/>
          </a:bodyPr>
          <a:p>
            <a:pPr marL="228600" indent="0" defTabSz="914400">
              <a:lnSpc>
                <a:spcPct val="90000"/>
              </a:lnSpc>
              <a:spcBef>
                <a:spcPts val="1001"/>
              </a:spcBef>
              <a:buNone/>
              <a:tabLst>
                <a:tab algn="l" pos="0"/>
              </a:tabLst>
            </a:pPr>
            <a:r>
              <a:rPr b="0" lang="ja-JP" sz="1600" strike="noStrike" u="none">
                <a:solidFill>
                  <a:schemeClr val="dk1"/>
                </a:solidFill>
                <a:effectLst/>
                <a:uFillTx/>
                <a:latin typeface="Aptos"/>
              </a:rPr>
              <a:t>マスター テキストの書式設定</a:t>
            </a:r>
            <a:endParaRPr b="0" lang="en-US" sz="1600" strike="noStrike" u="none">
              <a:solidFill>
                <a:schemeClr val="dk1"/>
              </a:solidFill>
              <a:effectLst/>
              <a:uFillTx/>
              <a:latin typeface="Aptos"/>
            </a:endParaRPr>
          </a:p>
        </p:txBody>
      </p:sp>
      <p:sp>
        <p:nvSpPr>
          <p:cNvPr id="19" name="PlaceHolder 4"/>
          <p:cNvSpPr>
            <a:spLocks noGrp="1"/>
          </p:cNvSpPr>
          <p:nvPr>
            <p:ph type="dt" idx="10"/>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20" name="PlaceHolder 5"/>
          <p:cNvSpPr>
            <a:spLocks noGrp="1"/>
          </p:cNvSpPr>
          <p:nvPr>
            <p:ph type="ftr" idx="11"/>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21" name="PlaceHolder 6"/>
          <p:cNvSpPr>
            <a:spLocks noGrp="1"/>
          </p:cNvSpPr>
          <p:nvPr>
            <p:ph type="sldNum" idx="12"/>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210D60B4-E305-40A4-B1D0-DE4A35B71493}"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タイトルと縦書きテキスト">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chemeClr val="dk1"/>
              </a:solidFill>
              <a:effectLst/>
              <a:uFillTx/>
              <a:latin typeface="Aptos"/>
            </a:endParaRPr>
          </a:p>
        </p:txBody>
      </p:sp>
      <p:sp>
        <p:nvSpPr>
          <p:cNvPr id="23" name="PlaceHolder 2"/>
          <p:cNvSpPr>
            <a:spLocks noGrp="1"/>
          </p:cNvSpPr>
          <p:nvPr>
            <p:ph type="body"/>
          </p:nvPr>
        </p:nvSpPr>
        <p:spPr>
          <a:xfrm>
            <a:off x="838080" y="1825560"/>
            <a:ext cx="10514880" cy="435060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24" name="PlaceHolder 3"/>
          <p:cNvSpPr>
            <a:spLocks noGrp="1"/>
          </p:cNvSpPr>
          <p:nvPr>
            <p:ph type="dt" idx="13"/>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25" name="PlaceHolder 4"/>
          <p:cNvSpPr>
            <a:spLocks noGrp="1"/>
          </p:cNvSpPr>
          <p:nvPr>
            <p:ph type="ftr" idx="14"/>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26" name="PlaceHolder 5"/>
          <p:cNvSpPr>
            <a:spLocks noGrp="1"/>
          </p:cNvSpPr>
          <p:nvPr>
            <p:ph type="sldNum" idx="15"/>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BA405FF9-685F-4F31-96BD-006FC22BD700}"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縦書きタイトルと&#10;縦書きテキスト">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724960" y="365040"/>
            <a:ext cx="2628360" cy="581112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chemeClr val="dk1"/>
              </a:solidFill>
              <a:effectLst/>
              <a:uFillTx/>
              <a:latin typeface="Aptos"/>
            </a:endParaRPr>
          </a:p>
        </p:txBody>
      </p:sp>
      <p:sp>
        <p:nvSpPr>
          <p:cNvPr id="28" name="PlaceHolder 2"/>
          <p:cNvSpPr>
            <a:spLocks noGrp="1"/>
          </p:cNvSpPr>
          <p:nvPr>
            <p:ph type="body"/>
          </p:nvPr>
        </p:nvSpPr>
        <p:spPr>
          <a:xfrm>
            <a:off x="838080" y="365040"/>
            <a:ext cx="7733520" cy="581112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29" name="PlaceHolder 3"/>
          <p:cNvSpPr>
            <a:spLocks noGrp="1"/>
          </p:cNvSpPr>
          <p:nvPr>
            <p:ph type="dt" idx="16"/>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30" name="PlaceHolder 4"/>
          <p:cNvSpPr>
            <a:spLocks noGrp="1"/>
          </p:cNvSpPr>
          <p:nvPr>
            <p:ph type="ftr" idx="17"/>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31" name="PlaceHolder 5"/>
          <p:cNvSpPr>
            <a:spLocks noGrp="1"/>
          </p:cNvSpPr>
          <p:nvPr>
            <p:ph type="sldNum" idx="18"/>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EF9FDF6B-1E57-4ADC-9765-19779D0CF3CF}"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とコンテンツ">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マスター タイトルの書式設定</a:t>
            </a:r>
            <a:endParaRPr b="0" lang="en-US" sz="4400" strike="noStrike" u="none">
              <a:solidFill>
                <a:schemeClr val="dk1"/>
              </a:solidFill>
              <a:effectLst/>
              <a:uFillTx/>
              <a:latin typeface="Aptos"/>
            </a:endParaRPr>
          </a:p>
        </p:txBody>
      </p:sp>
      <p:sp>
        <p:nvSpPr>
          <p:cNvPr id="33" name="PlaceHolder 2"/>
          <p:cNvSpPr>
            <a:spLocks noGrp="1"/>
          </p:cNvSpPr>
          <p:nvPr>
            <p:ph type="body"/>
          </p:nvPr>
        </p:nvSpPr>
        <p:spPr>
          <a:xfrm>
            <a:off x="838080" y="1825560"/>
            <a:ext cx="1051488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ＭＳ Ｐゴシック"/>
                <a:ea typeface="ＭＳ Ｐゴシック"/>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ＭＳ Ｐゴシック"/>
                <a:ea typeface="ＭＳ Ｐゴシック"/>
              </a:rPr>
              <a:t>第 </a:t>
            </a:r>
            <a:r>
              <a:rPr b="0" lang="en-US" sz="2400" strike="noStrike" u="none">
                <a:solidFill>
                  <a:schemeClr val="dk1"/>
                </a:solidFill>
                <a:effectLst/>
                <a:uFillTx/>
                <a:latin typeface="ＭＳ Ｐゴシック"/>
                <a:ea typeface="ＭＳ Ｐゴシック"/>
              </a:rPr>
              <a:t>2 </a:t>
            </a:r>
            <a:r>
              <a:rPr b="0" lang="ja-JP" sz="2400" strike="noStrike" u="none">
                <a:solidFill>
                  <a:schemeClr val="dk1"/>
                </a:solidFill>
                <a:effectLst/>
                <a:uFillTx/>
                <a:latin typeface="ＭＳ Ｐゴシック"/>
                <a:ea typeface="ＭＳ Ｐゴシック"/>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ＭＳ Ｐゴシック"/>
                <a:ea typeface="ＭＳ Ｐゴシック"/>
              </a:rPr>
              <a:t>第 </a:t>
            </a:r>
            <a:r>
              <a:rPr b="0" lang="en-US" sz="2000" strike="noStrike" u="none">
                <a:solidFill>
                  <a:schemeClr val="dk1"/>
                </a:solidFill>
                <a:effectLst/>
                <a:uFillTx/>
                <a:latin typeface="ＭＳ Ｐゴシック"/>
                <a:ea typeface="ＭＳ Ｐゴシック"/>
              </a:rPr>
              <a:t>3 </a:t>
            </a:r>
            <a:r>
              <a:rPr b="0" lang="ja-JP" sz="2000" strike="noStrike" u="none">
                <a:solidFill>
                  <a:schemeClr val="dk1"/>
                </a:solidFill>
                <a:effectLst/>
                <a:uFillTx/>
                <a:latin typeface="ＭＳ Ｐゴシック"/>
                <a:ea typeface="ＭＳ Ｐゴシック"/>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ＭＳ Ｐゴシック"/>
                <a:ea typeface="ＭＳ Ｐゴシック"/>
              </a:rPr>
              <a:t>第 </a:t>
            </a:r>
            <a:r>
              <a:rPr b="0" lang="en-US" sz="1800" strike="noStrike" u="none">
                <a:solidFill>
                  <a:schemeClr val="dk1"/>
                </a:solidFill>
                <a:effectLst/>
                <a:uFillTx/>
                <a:latin typeface="ＭＳ Ｐゴシック"/>
                <a:ea typeface="ＭＳ Ｐゴシック"/>
              </a:rPr>
              <a:t>4 </a:t>
            </a:r>
            <a:r>
              <a:rPr b="0" lang="ja-JP" sz="1800" strike="noStrike" u="none">
                <a:solidFill>
                  <a:schemeClr val="dk1"/>
                </a:solidFill>
                <a:effectLst/>
                <a:uFillTx/>
                <a:latin typeface="ＭＳ Ｐゴシック"/>
                <a:ea typeface="ＭＳ Ｐゴシック"/>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ＭＳ Ｐゴシック"/>
                <a:ea typeface="ＭＳ Ｐゴシック"/>
              </a:rPr>
              <a:t>第 </a:t>
            </a:r>
            <a:r>
              <a:rPr b="0" lang="en-US" sz="1800" strike="noStrike" u="none">
                <a:solidFill>
                  <a:schemeClr val="dk1"/>
                </a:solidFill>
                <a:effectLst/>
                <a:uFillTx/>
                <a:latin typeface="ＭＳ Ｐゴシック"/>
                <a:ea typeface="ＭＳ Ｐゴシック"/>
              </a:rPr>
              <a:t>5 </a:t>
            </a:r>
            <a:r>
              <a:rPr b="0" lang="ja-JP" sz="1800" strike="noStrike" u="none">
                <a:solidFill>
                  <a:schemeClr val="dk1"/>
                </a:solidFill>
                <a:effectLst/>
                <a:uFillTx/>
                <a:latin typeface="ＭＳ Ｐゴシック"/>
                <a:ea typeface="ＭＳ Ｐゴシック"/>
              </a:rPr>
              <a:t>レベル</a:t>
            </a:r>
            <a:endParaRPr b="0" lang="en-US" sz="1800" strike="noStrike" u="none">
              <a:solidFill>
                <a:schemeClr val="dk1"/>
              </a:solidFill>
              <a:effectLst/>
              <a:uFillTx/>
              <a:latin typeface="Aptos"/>
            </a:endParaRPr>
          </a:p>
        </p:txBody>
      </p:sp>
      <p:sp>
        <p:nvSpPr>
          <p:cNvPr id="34" name="PlaceHolder 3"/>
          <p:cNvSpPr>
            <a:spLocks noGrp="1"/>
          </p:cNvSpPr>
          <p:nvPr>
            <p:ph type="dt" idx="19"/>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35" name="PlaceHolder 4"/>
          <p:cNvSpPr>
            <a:spLocks noGrp="1"/>
          </p:cNvSpPr>
          <p:nvPr>
            <p:ph type="ftr" idx="20"/>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36" name="PlaceHolder 5"/>
          <p:cNvSpPr>
            <a:spLocks noGrp="1"/>
          </p:cNvSpPr>
          <p:nvPr>
            <p:ph type="sldNum" idx="21"/>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4B045DCC-BEEE-4617-BDBE-B405B4D053F1}"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セクション見出し">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1960" y="1709640"/>
            <a:ext cx="10514880" cy="285192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6000" strike="noStrike" u="none">
                <a:solidFill>
                  <a:schemeClr val="dk1"/>
                </a:solidFill>
                <a:effectLst/>
                <a:uFillTx/>
                <a:latin typeface="Aptos Display"/>
              </a:rPr>
              <a:t>マスター タイトルの書式設定</a:t>
            </a:r>
            <a:endParaRPr b="0" lang="en-US" sz="6000" strike="noStrike" u="none">
              <a:solidFill>
                <a:schemeClr val="dk1"/>
              </a:solidFill>
              <a:effectLst/>
              <a:uFillTx/>
              <a:latin typeface="Aptos"/>
            </a:endParaRPr>
          </a:p>
        </p:txBody>
      </p:sp>
      <p:sp>
        <p:nvSpPr>
          <p:cNvPr id="38" name="PlaceHolder 2"/>
          <p:cNvSpPr>
            <a:spLocks noGrp="1"/>
          </p:cNvSpPr>
          <p:nvPr>
            <p:ph type="body"/>
          </p:nvPr>
        </p:nvSpPr>
        <p:spPr>
          <a:xfrm>
            <a:off x="831960" y="4589640"/>
            <a:ext cx="10514880" cy="1499400"/>
          </a:xfrm>
          <a:prstGeom prst="rect">
            <a:avLst/>
          </a:prstGeom>
          <a:noFill/>
          <a:ln w="0">
            <a:noFill/>
          </a:ln>
        </p:spPr>
        <p:txBody>
          <a:bodyPr lIns="91440" rIns="91440" tIns="45720" bIns="45720" anchor="t">
            <a:noAutofit/>
          </a:bodyPr>
          <a:p>
            <a:pPr marL="228600" indent="0" defTabSz="914400">
              <a:lnSpc>
                <a:spcPct val="90000"/>
              </a:lnSpc>
              <a:spcBef>
                <a:spcPts val="1001"/>
              </a:spcBef>
              <a:buNone/>
              <a:tabLst>
                <a:tab algn="l" pos="0"/>
              </a:tabLst>
            </a:pPr>
            <a:r>
              <a:rPr b="0" lang="ja-JP" sz="2400" strike="noStrike" u="none">
                <a:solidFill>
                  <a:schemeClr val="dk1">
                    <a:tint val="82000"/>
                  </a:schemeClr>
                </a:solidFill>
                <a:effectLst/>
                <a:uFillTx/>
                <a:latin typeface="Aptos"/>
              </a:rPr>
              <a:t>マスター テキストの書式設定</a:t>
            </a:r>
            <a:endParaRPr b="0" lang="en-US" sz="2400" strike="noStrike" u="none">
              <a:solidFill>
                <a:schemeClr val="dk1"/>
              </a:solidFill>
              <a:effectLst/>
              <a:uFillTx/>
              <a:latin typeface="Aptos"/>
            </a:endParaRPr>
          </a:p>
        </p:txBody>
      </p:sp>
      <p:sp>
        <p:nvSpPr>
          <p:cNvPr id="39" name="PlaceHolder 3"/>
          <p:cNvSpPr>
            <a:spLocks noGrp="1"/>
          </p:cNvSpPr>
          <p:nvPr>
            <p:ph type="dt" idx="22"/>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40" name="PlaceHolder 4"/>
          <p:cNvSpPr>
            <a:spLocks noGrp="1"/>
          </p:cNvSpPr>
          <p:nvPr>
            <p:ph type="ftr" idx="23"/>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41" name="PlaceHolder 5"/>
          <p:cNvSpPr>
            <a:spLocks noGrp="1"/>
          </p:cNvSpPr>
          <p:nvPr>
            <p:ph type="sldNum" idx="24"/>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F6B73497-CDF2-4970-9E55-1A5BDAE4D419}"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2 つのコンテンツ">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chemeClr val="dk1"/>
              </a:solidFill>
              <a:effectLst/>
              <a:uFillTx/>
              <a:latin typeface="Aptos"/>
            </a:endParaRPr>
          </a:p>
        </p:txBody>
      </p:sp>
      <p:sp>
        <p:nvSpPr>
          <p:cNvPr id="43" name="PlaceHolder 2"/>
          <p:cNvSpPr>
            <a:spLocks noGrp="1"/>
          </p:cNvSpPr>
          <p:nvPr>
            <p:ph type="body"/>
          </p:nvPr>
        </p:nvSpPr>
        <p:spPr>
          <a:xfrm>
            <a:off x="838080" y="1825560"/>
            <a:ext cx="518076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44" name="PlaceHolder 3"/>
          <p:cNvSpPr>
            <a:spLocks noGrp="1"/>
          </p:cNvSpPr>
          <p:nvPr>
            <p:ph type="body"/>
          </p:nvPr>
        </p:nvSpPr>
        <p:spPr>
          <a:xfrm>
            <a:off x="6172200" y="1825560"/>
            <a:ext cx="518076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45" name="PlaceHolder 4"/>
          <p:cNvSpPr>
            <a:spLocks noGrp="1"/>
          </p:cNvSpPr>
          <p:nvPr>
            <p:ph type="dt" idx="25"/>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46" name="PlaceHolder 5"/>
          <p:cNvSpPr>
            <a:spLocks noGrp="1"/>
          </p:cNvSpPr>
          <p:nvPr>
            <p:ph type="ftr" idx="26"/>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47" name="PlaceHolder 6"/>
          <p:cNvSpPr>
            <a:spLocks noGrp="1"/>
          </p:cNvSpPr>
          <p:nvPr>
            <p:ph type="sldNum" idx="27"/>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71091DFB-1A56-41AF-B094-75261DEB7C84}"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比較">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8398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chemeClr val="dk1"/>
              </a:solidFill>
              <a:effectLst/>
              <a:uFillTx/>
              <a:latin typeface="Aptos"/>
            </a:endParaRPr>
          </a:p>
        </p:txBody>
      </p:sp>
      <p:sp>
        <p:nvSpPr>
          <p:cNvPr id="49" name="PlaceHolder 2"/>
          <p:cNvSpPr>
            <a:spLocks noGrp="1"/>
          </p:cNvSpPr>
          <p:nvPr>
            <p:ph type="body"/>
          </p:nvPr>
        </p:nvSpPr>
        <p:spPr>
          <a:xfrm>
            <a:off x="839880" y="1681200"/>
            <a:ext cx="5157000" cy="823320"/>
          </a:xfrm>
          <a:prstGeom prst="rect">
            <a:avLst/>
          </a:prstGeom>
          <a:noFill/>
          <a:ln w="0">
            <a:noFill/>
          </a:ln>
        </p:spPr>
        <p:txBody>
          <a:bodyPr lIns="91440" rIns="91440" tIns="45720" bIns="45720" anchor="b">
            <a:noAutofit/>
          </a:bodyPr>
          <a:p>
            <a:pPr marL="228600" indent="0" defTabSz="914400">
              <a:lnSpc>
                <a:spcPct val="90000"/>
              </a:lnSpc>
              <a:spcBef>
                <a:spcPts val="1001"/>
              </a:spcBef>
              <a:buNone/>
              <a:tabLst>
                <a:tab algn="l" pos="0"/>
              </a:tabLst>
            </a:pPr>
            <a:r>
              <a:rPr b="1" lang="ja-JP" sz="2400" strike="noStrike" u="none">
                <a:solidFill>
                  <a:schemeClr val="dk1"/>
                </a:solidFill>
                <a:effectLst/>
                <a:uFillTx/>
                <a:latin typeface="Aptos"/>
              </a:rPr>
              <a:t>マスター テキストの書式設定</a:t>
            </a:r>
            <a:endParaRPr b="0" lang="en-US" sz="2400" strike="noStrike" u="none">
              <a:solidFill>
                <a:schemeClr val="dk1"/>
              </a:solidFill>
              <a:effectLst/>
              <a:uFillTx/>
              <a:latin typeface="Aptos"/>
            </a:endParaRPr>
          </a:p>
        </p:txBody>
      </p:sp>
      <p:sp>
        <p:nvSpPr>
          <p:cNvPr id="50" name="PlaceHolder 3"/>
          <p:cNvSpPr>
            <a:spLocks noGrp="1"/>
          </p:cNvSpPr>
          <p:nvPr>
            <p:ph type="body"/>
          </p:nvPr>
        </p:nvSpPr>
        <p:spPr>
          <a:xfrm>
            <a:off x="839880" y="2505240"/>
            <a:ext cx="5157000" cy="36838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51" name="PlaceHolder 4"/>
          <p:cNvSpPr>
            <a:spLocks noGrp="1"/>
          </p:cNvSpPr>
          <p:nvPr>
            <p:ph type="body"/>
          </p:nvPr>
        </p:nvSpPr>
        <p:spPr>
          <a:xfrm>
            <a:off x="6172200" y="1681200"/>
            <a:ext cx="5182560" cy="823320"/>
          </a:xfrm>
          <a:prstGeom prst="rect">
            <a:avLst/>
          </a:prstGeom>
          <a:noFill/>
          <a:ln w="0">
            <a:noFill/>
          </a:ln>
        </p:spPr>
        <p:txBody>
          <a:bodyPr lIns="91440" rIns="91440" tIns="45720" bIns="45720" anchor="b">
            <a:noAutofit/>
          </a:bodyPr>
          <a:p>
            <a:pPr marL="228600" indent="0" defTabSz="914400">
              <a:lnSpc>
                <a:spcPct val="90000"/>
              </a:lnSpc>
              <a:spcBef>
                <a:spcPts val="1001"/>
              </a:spcBef>
              <a:buNone/>
              <a:tabLst>
                <a:tab algn="l" pos="0"/>
              </a:tabLst>
            </a:pPr>
            <a:r>
              <a:rPr b="1" lang="ja-JP" sz="2400" strike="noStrike" u="none">
                <a:solidFill>
                  <a:schemeClr val="dk1"/>
                </a:solidFill>
                <a:effectLst/>
                <a:uFillTx/>
                <a:latin typeface="Aptos"/>
              </a:rPr>
              <a:t>マスター テキストの書式設定</a:t>
            </a:r>
            <a:endParaRPr b="0" lang="en-US" sz="2400" strike="noStrike" u="none">
              <a:solidFill>
                <a:schemeClr val="dk1"/>
              </a:solidFill>
              <a:effectLst/>
              <a:uFillTx/>
              <a:latin typeface="Aptos"/>
            </a:endParaRPr>
          </a:p>
        </p:txBody>
      </p:sp>
      <p:sp>
        <p:nvSpPr>
          <p:cNvPr id="52" name="PlaceHolder 5"/>
          <p:cNvSpPr>
            <a:spLocks noGrp="1"/>
          </p:cNvSpPr>
          <p:nvPr>
            <p:ph type="body"/>
          </p:nvPr>
        </p:nvSpPr>
        <p:spPr>
          <a:xfrm>
            <a:off x="6172200" y="2505240"/>
            <a:ext cx="5182560" cy="36838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chemeClr val="dk1"/>
              </a:solidFill>
              <a:effectLst/>
              <a:uFillTx/>
              <a:latin typeface="Aptos"/>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chemeClr val="dk1"/>
              </a:solidFill>
              <a:effectLst/>
              <a:uFillTx/>
              <a:latin typeface="Aptos"/>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chemeClr val="dk1"/>
              </a:solidFill>
              <a:effectLst/>
              <a:uFillTx/>
              <a:latin typeface="Aptos"/>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chemeClr val="dk1"/>
              </a:solidFill>
              <a:effectLst/>
              <a:uFillTx/>
              <a:latin typeface="Aptos"/>
            </a:endParaRPr>
          </a:p>
        </p:txBody>
      </p:sp>
      <p:sp>
        <p:nvSpPr>
          <p:cNvPr id="53" name="PlaceHolder 6"/>
          <p:cNvSpPr>
            <a:spLocks noGrp="1"/>
          </p:cNvSpPr>
          <p:nvPr>
            <p:ph type="dt" idx="28"/>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54" name="PlaceHolder 7"/>
          <p:cNvSpPr>
            <a:spLocks noGrp="1"/>
          </p:cNvSpPr>
          <p:nvPr>
            <p:ph type="ftr" idx="29"/>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55" name="PlaceHolder 8"/>
          <p:cNvSpPr>
            <a:spLocks noGrp="1"/>
          </p:cNvSpPr>
          <p:nvPr>
            <p:ph type="sldNum" idx="30"/>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9479B28A-FEC3-4FCD-9F73-200F1F130D24}"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タイトルのみ">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chemeClr val="dk1"/>
              </a:solidFill>
              <a:effectLst/>
              <a:uFillTx/>
              <a:latin typeface="Aptos"/>
            </a:endParaRPr>
          </a:p>
        </p:txBody>
      </p:sp>
      <p:sp>
        <p:nvSpPr>
          <p:cNvPr id="57" name="PlaceHolder 2"/>
          <p:cNvSpPr>
            <a:spLocks noGrp="1"/>
          </p:cNvSpPr>
          <p:nvPr>
            <p:ph type="dt" idx="31"/>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58" name="PlaceHolder 3"/>
          <p:cNvSpPr>
            <a:spLocks noGrp="1"/>
          </p:cNvSpPr>
          <p:nvPr>
            <p:ph type="ftr" idx="32"/>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59" name="PlaceHolder 4"/>
          <p:cNvSpPr>
            <a:spLocks noGrp="1"/>
          </p:cNvSpPr>
          <p:nvPr>
            <p:ph type="sldNum" idx="33"/>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1D8C71D8-4A42-4E5C-A64F-765DF4B3CCED}"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白紙">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dt" idx="34"/>
          </p:nvPr>
        </p:nvSpPr>
        <p:spPr>
          <a:xfrm>
            <a:off x="838080" y="6356520"/>
            <a:ext cx="2742480" cy="36432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61" name="PlaceHolder 2"/>
          <p:cNvSpPr>
            <a:spLocks noGrp="1"/>
          </p:cNvSpPr>
          <p:nvPr>
            <p:ph type="ftr" idx="35"/>
          </p:nvPr>
        </p:nvSpPr>
        <p:spPr>
          <a:xfrm>
            <a:off x="4038480" y="6356520"/>
            <a:ext cx="4114080" cy="3643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62" name="PlaceHolder 3"/>
          <p:cNvSpPr>
            <a:spLocks noGrp="1"/>
          </p:cNvSpPr>
          <p:nvPr>
            <p:ph type="sldNum" idx="36"/>
          </p:nvPr>
        </p:nvSpPr>
        <p:spPr>
          <a:xfrm>
            <a:off x="8610480" y="6356520"/>
            <a:ext cx="274248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0EC64389-AA4A-4619-8FEA-C0BD7E17F12E}"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hyperlink" Target="https://ai.google.dev/edge/mediapipe/solutions/vision/hand_landmarker?hl=ja" TargetMode="External"/><Relationship Id="rId4" Type="http://schemas.openxmlformats.org/officeDocument/2006/relationships/hyperlink" Target="https://ai.google.dev/edge/mediapipe/solutions/vision/hand_landmarker?hl=ja" TargetMode="External"/><Relationship Id="rId5"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7.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
</Relationships>
</file>

<file path=ppt/slides/_rels/slide9.xml.rels><?xml version="1.0" encoding="UTF-8"?>
<Relationships xmlns="http://schemas.openxmlformats.org/package/2006/relationships"><Relationship Id="rId1" Type="http://schemas.openxmlformats.org/officeDocument/2006/relationships/image" Target="../media/image8.wmf"/><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7.xml"/>
</Relationships>
</file>

<file path=ppt/slides/_rels/slide1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7.xml"/>
</Relationships>
</file>

<file path=ppt/slides/_rels/slide11.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p:nvPr>
        </p:nvSpPr>
        <p:spPr>
          <a:xfrm>
            <a:off x="1523880" y="1392840"/>
            <a:ext cx="9143280" cy="238680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b="0" lang="ja-JP" sz="4800" strike="noStrike" u="none">
                <a:solidFill>
                  <a:schemeClr val="dk1"/>
                </a:solidFill>
                <a:effectLst/>
                <a:uFillTx/>
                <a:latin typeface="ＭＳ Ｐゴシック"/>
                <a:ea typeface="ＭＳ Ｐゴシック"/>
              </a:rPr>
              <a:t>両眼カメラによる</a:t>
            </a:r>
            <a:r>
              <a:rPr b="0" lang="en-US" sz="4800" strike="noStrike" u="none">
                <a:solidFill>
                  <a:schemeClr val="dk1"/>
                </a:solidFill>
                <a:effectLst/>
                <a:uFillTx/>
                <a:latin typeface="ＭＳ Ｐゴシック"/>
                <a:ea typeface="ＭＳ Ｐゴシック"/>
              </a:rPr>
              <a:t>MediaPipe Hand Landmarker</a:t>
            </a:r>
            <a:r>
              <a:rPr b="0" lang="ja-JP" sz="4800" strike="noStrike" u="none">
                <a:solidFill>
                  <a:schemeClr val="dk1"/>
                </a:solidFill>
                <a:effectLst/>
                <a:uFillTx/>
                <a:latin typeface="ＭＳ Ｐゴシック"/>
                <a:ea typeface="ＭＳ Ｐゴシック"/>
              </a:rPr>
              <a:t>タスクの精度向上</a:t>
            </a:r>
            <a:endParaRPr b="0" lang="en-US" sz="4800" strike="noStrike" u="none">
              <a:solidFill>
                <a:schemeClr val="dk1"/>
              </a:solidFill>
              <a:effectLst/>
              <a:uFillTx/>
              <a:latin typeface="Aptos"/>
            </a:endParaRPr>
          </a:p>
        </p:txBody>
      </p:sp>
      <p:sp>
        <p:nvSpPr>
          <p:cNvPr id="64" name="PlaceHolder 2"/>
          <p:cNvSpPr>
            <a:spLocks noGrp="1"/>
          </p:cNvSpPr>
          <p:nvPr>
            <p:ph type="subTitle"/>
          </p:nvPr>
        </p:nvSpPr>
        <p:spPr>
          <a:xfrm>
            <a:off x="1523880" y="4320000"/>
            <a:ext cx="9143280" cy="1654920"/>
          </a:xfrm>
          <a:prstGeom prst="rect">
            <a:avLst/>
          </a:prstGeom>
          <a:noFill/>
          <a:ln w="0">
            <a:noFill/>
          </a:ln>
        </p:spPr>
        <p:txBody>
          <a:bodyPr lIns="91440" rIns="91440" tIns="45720" bIns="45720" anchor="t">
            <a:normAutofit/>
          </a:bodyPr>
          <a:p>
            <a:pPr marL="228600" indent="0" algn="ctr" defTabSz="914400">
              <a:lnSpc>
                <a:spcPct val="90000"/>
              </a:lnSpc>
              <a:spcBef>
                <a:spcPts val="1001"/>
              </a:spcBef>
              <a:buNone/>
              <a:tabLst>
                <a:tab algn="l" pos="0"/>
              </a:tabLst>
            </a:pPr>
            <a:r>
              <a:rPr b="0" lang="ja-JP" sz="3200" strike="noStrike" u="none">
                <a:solidFill>
                  <a:schemeClr val="dk1"/>
                </a:solidFill>
                <a:effectLst/>
                <a:uFillTx/>
                <a:latin typeface="ＭＳ Ｐゴシック"/>
                <a:ea typeface="ＭＳ Ｐゴシック"/>
              </a:rPr>
              <a:t>箕浦研究室　</a:t>
            </a:r>
            <a:r>
              <a:rPr b="0" lang="en-US" sz="3200" strike="noStrike" u="none">
                <a:solidFill>
                  <a:schemeClr val="dk1"/>
                </a:solidFill>
                <a:effectLst/>
                <a:uFillTx/>
                <a:latin typeface="ＭＳ Ｐゴシック"/>
                <a:ea typeface="ＭＳ Ｐゴシック"/>
              </a:rPr>
              <a:t>5I25 </a:t>
            </a:r>
            <a:r>
              <a:rPr b="0" lang="ja-JP" sz="3200" strike="noStrike" u="none">
                <a:solidFill>
                  <a:schemeClr val="dk1"/>
                </a:solidFill>
                <a:effectLst/>
                <a:uFillTx/>
                <a:latin typeface="ＭＳ Ｐゴシック"/>
                <a:ea typeface="ＭＳ Ｐゴシック"/>
              </a:rPr>
              <a:t>萩 郁人</a:t>
            </a: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pPr>
            <a:r>
              <a:rPr b="0" lang="ja-JP" sz="4400" strike="noStrike" u="none">
                <a:solidFill>
                  <a:schemeClr val="dk1"/>
                </a:solidFill>
                <a:effectLst/>
                <a:uFillTx/>
                <a:latin typeface="Aptos Display"/>
              </a:rPr>
              <a:t>背景</a:t>
            </a:r>
            <a:endParaRPr b="0" lang="en-US" sz="4400" strike="noStrike" u="none">
              <a:solidFill>
                <a:schemeClr val="dk1"/>
              </a:solidFill>
              <a:effectLst/>
              <a:uFillTx/>
              <a:latin typeface="Aptos"/>
            </a:endParaRPr>
          </a:p>
        </p:txBody>
      </p:sp>
      <p:sp>
        <p:nvSpPr>
          <p:cNvPr id="66" name="PlaceHolder 2"/>
          <p:cNvSpPr>
            <a:spLocks noGrp="1"/>
          </p:cNvSpPr>
          <p:nvPr>
            <p:ph/>
          </p:nvPr>
        </p:nvSpPr>
        <p:spPr>
          <a:xfrm>
            <a:off x="838080" y="1825560"/>
            <a:ext cx="10514880" cy="435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ja-JP" sz="2800" strike="noStrike" u="none">
                <a:solidFill>
                  <a:schemeClr val="dk1"/>
                </a:solidFill>
                <a:effectLst/>
                <a:uFillTx/>
                <a:latin typeface="Aptos"/>
              </a:rPr>
              <a:t>タイピングにおいてホームポジションに則った入力はタイピング速度の向上やタイプミスの減少などが期待できる。</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r>
              <a:rPr b="0" lang="ja-JP" sz="2800" strike="noStrike" u="none">
                <a:solidFill>
                  <a:schemeClr val="dk1"/>
                </a:solidFill>
                <a:effectLst/>
                <a:uFillTx/>
                <a:latin typeface="Aptos"/>
              </a:rPr>
              <a:t>しかし、現在のタイピング練習ソフトでは入力の速度や正確さを測定するのみで、正しい入力方法かどうかは判定できない。</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r>
              <a:rPr b="0" lang="en-US" sz="2800" strike="noStrike" u="none">
                <a:solidFill>
                  <a:schemeClr val="dk1"/>
                </a:solidFill>
                <a:effectLst/>
                <a:uFillTx/>
                <a:latin typeface="Aptos"/>
              </a:rPr>
              <a:t>→入力を行う手やキーボードの映像から正しい入力が行われているか判定するシステムを開発する。</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2800" strike="noStrike" u="non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ＭＳ Ｐゴシック"/>
                <a:ea typeface="ＭＳ Ｐゴシック"/>
              </a:rPr>
              <a:t> MediaPipe Hand Landmarker</a:t>
            </a:r>
            <a:r>
              <a:rPr b="0" lang="ja-JP" sz="4400" strike="noStrike" u="none">
                <a:solidFill>
                  <a:schemeClr val="dk1"/>
                </a:solidFill>
                <a:effectLst/>
                <a:uFillTx/>
                <a:latin typeface="ＭＳ Ｐゴシック"/>
                <a:ea typeface="ＭＳ Ｐゴシック"/>
              </a:rPr>
              <a:t>について</a:t>
            </a:r>
            <a:endParaRPr b="0" lang="en-US" sz="4400" strike="noStrike" u="none">
              <a:solidFill>
                <a:schemeClr val="dk1"/>
              </a:solidFill>
              <a:effectLst/>
              <a:uFillTx/>
              <a:latin typeface="Aptos"/>
            </a:endParaRPr>
          </a:p>
        </p:txBody>
      </p:sp>
      <p:sp>
        <p:nvSpPr>
          <p:cNvPr id="68" name="PlaceHolder 2"/>
          <p:cNvSpPr>
            <a:spLocks noGrp="1"/>
          </p:cNvSpPr>
          <p:nvPr>
            <p:ph/>
          </p:nvPr>
        </p:nvSpPr>
        <p:spPr>
          <a:xfrm>
            <a:off x="838080" y="1690200"/>
            <a:ext cx="10514880" cy="435060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ＭＳ Ｐゴシック"/>
                <a:ea typeface="ＭＳ Ｐゴシック"/>
              </a:rPr>
              <a:t>MediaPipe</a:t>
            </a:r>
            <a:r>
              <a:rPr b="0" lang="ja-JP" sz="3200" strike="noStrike" u="none">
                <a:solidFill>
                  <a:schemeClr val="dk1"/>
                </a:solidFill>
                <a:effectLst/>
                <a:uFillTx/>
                <a:latin typeface="ＭＳ Ｐゴシック"/>
                <a:ea typeface="ＭＳ Ｐゴシック"/>
              </a:rPr>
              <a:t>とは、</a:t>
            </a:r>
            <a:r>
              <a:rPr b="0" lang="en-US" sz="3200" strike="noStrike" u="none">
                <a:solidFill>
                  <a:schemeClr val="dk1"/>
                </a:solidFill>
                <a:effectLst/>
                <a:uFillTx/>
                <a:latin typeface="ＭＳ Ｐゴシック"/>
                <a:ea typeface="ＭＳ Ｐゴシック"/>
              </a:rPr>
              <a:t>Google</a:t>
            </a:r>
            <a:r>
              <a:rPr b="0" lang="ja-JP" sz="3200" strike="noStrike" u="none">
                <a:solidFill>
                  <a:schemeClr val="dk1"/>
                </a:solidFill>
                <a:effectLst/>
                <a:uFillTx/>
                <a:latin typeface="ＭＳ Ｐゴシック"/>
                <a:ea typeface="ＭＳ Ｐゴシック"/>
              </a:rPr>
              <a:t>社が提供するライブメディア処理のためのオープンソース機械学習ソリューション</a:t>
            </a:r>
            <a:endParaRPr b="0" lang="en-US" sz="3200" strike="noStrike" u="none">
              <a:solidFill>
                <a:schemeClr val="dk1"/>
              </a:solidFill>
              <a:effectLst/>
              <a:uFillTx/>
              <a:latin typeface="Aptos"/>
            </a:endParaRPr>
          </a:p>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ＭＳ Ｐゴシック"/>
                <a:ea typeface="ＭＳ Ｐゴシック"/>
              </a:rPr>
              <a:t>Hand Landmarker</a:t>
            </a:r>
            <a:r>
              <a:rPr b="0" lang="ja-JP" sz="3200" strike="noStrike" u="none">
                <a:solidFill>
                  <a:schemeClr val="dk1"/>
                </a:solidFill>
                <a:effectLst/>
                <a:uFillTx/>
                <a:latin typeface="ＭＳ Ｐゴシック"/>
                <a:ea typeface="ＭＳ Ｐゴシック"/>
              </a:rPr>
              <a:t>は手の位置と</a:t>
            </a:r>
            <a:r>
              <a:rPr b="0" lang="en-US" sz="3200" strike="noStrike" u="none">
                <a:solidFill>
                  <a:schemeClr val="dk1"/>
                </a:solidFill>
                <a:effectLst/>
                <a:uFillTx/>
                <a:latin typeface="ＭＳ Ｐゴシック"/>
                <a:ea typeface="ＭＳ Ｐゴシック"/>
              </a:rPr>
              <a:t>21</a:t>
            </a:r>
            <a:r>
              <a:rPr b="0" lang="ja-JP" sz="3200" strike="noStrike" u="none">
                <a:solidFill>
                  <a:schemeClr val="dk1"/>
                </a:solidFill>
                <a:effectLst/>
                <a:uFillTx/>
                <a:latin typeface="ＭＳ Ｐゴシック"/>
                <a:ea typeface="ＭＳ Ｐゴシック"/>
              </a:rPr>
              <a:t>個のランドマーク</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関節点</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をリアルタイムに検出</a:t>
            </a:r>
            <a:endParaRPr b="0" lang="en-US" sz="3200" strike="noStrike" u="none">
              <a:solidFill>
                <a:schemeClr val="dk1"/>
              </a:solidFill>
              <a:effectLst/>
              <a:uFillTx/>
              <a:latin typeface="Aptos"/>
            </a:endParaRPr>
          </a:p>
        </p:txBody>
      </p:sp>
      <p:pic>
        <p:nvPicPr>
          <p:cNvPr id="69" name="図 8" descr="歯ブラシを持っている手&#10;&#10;AI 生成コンテンツは誤りを含む可能性があります。"/>
          <p:cNvPicPr/>
          <p:nvPr/>
        </p:nvPicPr>
        <p:blipFill>
          <a:blip r:embed="rId1"/>
          <a:stretch/>
        </p:blipFill>
        <p:spPr>
          <a:xfrm>
            <a:off x="6863040" y="3735000"/>
            <a:ext cx="3981240" cy="2231280"/>
          </a:xfrm>
          <a:prstGeom prst="rect">
            <a:avLst/>
          </a:prstGeom>
          <a:noFill/>
          <a:ln w="0">
            <a:noFill/>
          </a:ln>
        </p:spPr>
      </p:pic>
      <p:pic>
        <p:nvPicPr>
          <p:cNvPr id="70" name="図 10" descr="グラフ&#10;&#10;AI 生成コンテンツは誤りを含む可能性があります。"/>
          <p:cNvPicPr/>
          <p:nvPr/>
        </p:nvPicPr>
        <p:blipFill>
          <a:blip r:embed="rId2"/>
          <a:stretch/>
        </p:blipFill>
        <p:spPr>
          <a:xfrm>
            <a:off x="3444480" y="3713040"/>
            <a:ext cx="2650680" cy="2275200"/>
          </a:xfrm>
          <a:prstGeom prst="rect">
            <a:avLst/>
          </a:prstGeom>
          <a:noFill/>
          <a:ln w="0">
            <a:noFill/>
          </a:ln>
        </p:spPr>
      </p:pic>
      <p:sp>
        <p:nvSpPr>
          <p:cNvPr id="71" name="テキスト ボックス 11"/>
          <p:cNvSpPr/>
          <p:nvPr/>
        </p:nvSpPr>
        <p:spPr>
          <a:xfrm>
            <a:off x="1260000" y="6206040"/>
            <a:ext cx="8819640" cy="409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ja-JP" sz="2100" strike="noStrike" u="none">
                <a:solidFill>
                  <a:schemeClr val="dk1"/>
                </a:solidFill>
                <a:effectLst/>
                <a:uFillTx/>
                <a:latin typeface="ＭＳ Ｐゴシック"/>
                <a:ea typeface="ＭＳ Ｐゴシック"/>
              </a:rPr>
              <a:t>画像出典：</a:t>
            </a:r>
            <a:r>
              <a:rPr b="0" lang="ja-JP" sz="2100" strike="noStrike" u="sng">
                <a:solidFill>
                  <a:schemeClr val="dk1"/>
                </a:solidFill>
                <a:effectLst/>
                <a:uFillTx/>
                <a:latin typeface="ＭＳ Ｐゴシック"/>
                <a:ea typeface="ＭＳ Ｐゴシック"/>
                <a:hlinkClick r:id="rId3"/>
              </a:rPr>
              <a:t>手のランドマーク検出ガイド </a:t>
            </a:r>
            <a:r>
              <a:rPr b="0" lang="en-US" sz="2100" strike="noStrike" u="sng">
                <a:solidFill>
                  <a:schemeClr val="dk1"/>
                </a:solidFill>
                <a:effectLst/>
                <a:uFillTx/>
                <a:latin typeface="ＭＳ Ｐゴシック"/>
                <a:ea typeface="ＭＳ Ｐゴシック"/>
                <a:hlinkClick r:id="rId4"/>
              </a:rPr>
              <a:t>| Google AI Edge</a:t>
            </a:r>
            <a:endParaRPr b="0" lang="en-US" sz="2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先行研究の課題</a:t>
            </a:r>
            <a:endParaRPr b="0" lang="en-US" sz="4400" strike="noStrike" u="none">
              <a:solidFill>
                <a:schemeClr val="dk1"/>
              </a:solidFill>
              <a:effectLst/>
              <a:uFillTx/>
              <a:latin typeface="Aptos"/>
            </a:endParaRPr>
          </a:p>
        </p:txBody>
      </p:sp>
      <p:sp>
        <p:nvSpPr>
          <p:cNvPr id="73" name="PlaceHolder 2"/>
          <p:cNvSpPr>
            <a:spLocks noGrp="1"/>
          </p:cNvSpPr>
          <p:nvPr>
            <p:ph/>
          </p:nvPr>
        </p:nvSpPr>
        <p:spPr>
          <a:xfrm>
            <a:off x="824760" y="1589040"/>
            <a:ext cx="10514880" cy="435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ja-JP" sz="3200" strike="noStrike" u="none">
                <a:solidFill>
                  <a:schemeClr val="dk1"/>
                </a:solidFill>
                <a:effectLst/>
                <a:uFillTx/>
                <a:latin typeface="ＭＳ Ｐゴシック"/>
                <a:ea typeface="ＭＳ Ｐゴシック"/>
              </a:rPr>
              <a:t>・</a:t>
            </a:r>
            <a:r>
              <a:rPr b="0" lang="en-US" sz="3200" strike="noStrike" u="none">
                <a:solidFill>
                  <a:schemeClr val="dk1"/>
                </a:solidFill>
                <a:effectLst/>
                <a:uFillTx/>
                <a:latin typeface="ＭＳ Ｐゴシック"/>
                <a:ea typeface="ＭＳ Ｐゴシック"/>
              </a:rPr>
              <a:t>Media Pipe Hand Landmarker</a:t>
            </a:r>
            <a:r>
              <a:rPr b="0" lang="ja-JP" sz="3200" strike="noStrike" u="none">
                <a:solidFill>
                  <a:schemeClr val="dk1"/>
                </a:solidFill>
                <a:effectLst/>
                <a:uFillTx/>
                <a:latin typeface="ＭＳ Ｐゴシック"/>
                <a:ea typeface="ＭＳ Ｐゴシック"/>
              </a:rPr>
              <a:t>単体で三次元座標を推定</a:t>
            </a: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→Z</a:t>
            </a:r>
            <a:r>
              <a:rPr b="0" lang="ja-JP" sz="3200" strike="noStrike" u="none">
                <a:solidFill>
                  <a:schemeClr val="dk1"/>
                </a:solidFill>
                <a:effectLst/>
                <a:uFillTx/>
                <a:latin typeface="ＭＳ Ｐゴシック"/>
                <a:ea typeface="ＭＳ Ｐゴシック"/>
              </a:rPr>
              <a:t>軸</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奥行方向</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の精度が悪い</a:t>
            </a: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2800" strike="noStrike" u="none">
              <a:solidFill>
                <a:schemeClr val="dk1"/>
              </a:solidFill>
              <a:effectLst/>
              <a:uFillTx/>
              <a:latin typeface="Aptos"/>
            </a:endParaRPr>
          </a:p>
        </p:txBody>
      </p:sp>
      <p:pic>
        <p:nvPicPr>
          <p:cNvPr id="74" name="図 66" descr=""/>
          <p:cNvPicPr/>
          <p:nvPr/>
        </p:nvPicPr>
        <p:blipFill>
          <a:blip r:embed="rId1"/>
          <a:stretch/>
        </p:blipFill>
        <p:spPr>
          <a:xfrm>
            <a:off x="1260000" y="2520000"/>
            <a:ext cx="3179880" cy="2384640"/>
          </a:xfrm>
          <a:prstGeom prst="rect">
            <a:avLst/>
          </a:prstGeom>
          <a:noFill/>
          <a:ln w="0">
            <a:noFill/>
          </a:ln>
        </p:spPr>
      </p:pic>
      <p:sp>
        <p:nvSpPr>
          <p:cNvPr id="75" name="矢印: 右 67"/>
          <p:cNvSpPr/>
          <p:nvPr/>
        </p:nvSpPr>
        <p:spPr>
          <a:xfrm>
            <a:off x="4860000" y="3600000"/>
            <a:ext cx="1619640" cy="35964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defTabSz="914400">
              <a:lnSpc>
                <a:spcPct val="100000"/>
              </a:lnSpc>
            </a:pPr>
            <a:endParaRPr b="0" lang="en-US" sz="1800" strike="noStrike" u="none">
              <a:solidFill>
                <a:srgbClr val="000000"/>
              </a:solidFill>
              <a:effectLst/>
              <a:uFillTx/>
              <a:latin typeface="Arial"/>
            </a:endParaRPr>
          </a:p>
        </p:txBody>
      </p:sp>
      <p:pic>
        <p:nvPicPr>
          <p:cNvPr id="76" name="図 68" descr=""/>
          <p:cNvPicPr/>
          <p:nvPr/>
        </p:nvPicPr>
        <p:blipFill>
          <a:blip r:embed="rId2"/>
          <a:stretch/>
        </p:blipFill>
        <p:spPr>
          <a:xfrm>
            <a:off x="6660000" y="2160000"/>
            <a:ext cx="3959640" cy="2933280"/>
          </a:xfrm>
          <a:prstGeom prst="rect">
            <a:avLst/>
          </a:prstGeom>
          <a:noFill/>
          <a:ln w="0">
            <a:noFill/>
          </a:ln>
        </p:spPr>
      </p:pic>
      <p:sp>
        <p:nvSpPr>
          <p:cNvPr id="77" name="テキスト ボックス 69"/>
          <p:cNvSpPr/>
          <p:nvPr/>
        </p:nvSpPr>
        <p:spPr>
          <a:xfrm>
            <a:off x="2102040" y="5059440"/>
            <a:ext cx="1380600" cy="377640"/>
          </a:xfrm>
          <a:prstGeom prst="rect">
            <a:avLst/>
          </a:prstGeom>
          <a:noFill/>
          <a:ln w="0">
            <a:noFill/>
          </a:ln>
        </p:spPr>
        <p:style>
          <a:lnRef idx="0"/>
          <a:fillRef idx="0"/>
          <a:effectRef idx="0"/>
          <a:fontRef idx="minor"/>
        </p:style>
        <p:txBody>
          <a:bodyPr lIns="90000" rIns="90000" tIns="45000" bIns="45000" anchor="t">
            <a:spAutoFit/>
          </a:bodyPr>
          <a:p>
            <a:pPr defTabSz="914400">
              <a:lnSpc>
                <a:spcPct val="90000"/>
              </a:lnSpc>
              <a:spcBef>
                <a:spcPts val="1001"/>
              </a:spcBef>
              <a:tabLst>
                <a:tab algn="l" pos="0"/>
              </a:tabLst>
            </a:pPr>
            <a:r>
              <a:rPr b="0" lang="ja-JP" sz="2100" strike="noStrike" u="none">
                <a:solidFill>
                  <a:schemeClr val="dk1"/>
                </a:solidFill>
                <a:effectLst/>
                <a:uFillTx/>
                <a:latin typeface="ＭＳ Ｐゴシック"/>
                <a:ea typeface="ＭＳ Ｐゴシック"/>
              </a:rPr>
              <a:t>カメラ映像</a:t>
            </a:r>
            <a:endParaRPr b="0" lang="en-US" sz="2100" strike="noStrike" u="none">
              <a:solidFill>
                <a:srgbClr val="000000"/>
              </a:solidFill>
              <a:effectLst/>
              <a:uFillTx/>
              <a:latin typeface="Arial"/>
            </a:endParaRPr>
          </a:p>
        </p:txBody>
      </p:sp>
      <p:sp>
        <p:nvSpPr>
          <p:cNvPr id="78" name="テキスト ボックス 70"/>
          <p:cNvSpPr/>
          <p:nvPr/>
        </p:nvSpPr>
        <p:spPr>
          <a:xfrm>
            <a:off x="8272440" y="5093640"/>
            <a:ext cx="1380600" cy="4096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100" strike="noStrike" u="none">
                <a:solidFill>
                  <a:schemeClr val="dk1"/>
                </a:solidFill>
                <a:effectLst/>
                <a:uFillTx/>
                <a:latin typeface="ＭＳ Ｐゴシック"/>
                <a:ea typeface="ＭＳ Ｐゴシック"/>
              </a:rPr>
              <a:t>ｘｚ座標</a:t>
            </a:r>
            <a:endParaRPr b="0" lang="en-US" sz="2100" strike="noStrike" u="none">
              <a:solidFill>
                <a:srgbClr val="000000"/>
              </a:solidFill>
              <a:effectLst/>
              <a:uFillTx/>
              <a:latin typeface="Arial"/>
            </a:endParaRPr>
          </a:p>
        </p:txBody>
      </p:sp>
      <p:sp>
        <p:nvSpPr>
          <p:cNvPr id="79" name="テキスト ボックス 71"/>
          <p:cNvSpPr/>
          <p:nvPr/>
        </p:nvSpPr>
        <p:spPr>
          <a:xfrm>
            <a:off x="3420000" y="6120000"/>
            <a:ext cx="11159640" cy="729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100" strike="noStrike" u="none">
                <a:solidFill>
                  <a:schemeClr val="dk1"/>
                </a:solidFill>
                <a:effectLst/>
                <a:uFillTx/>
                <a:latin typeface="ＭＳ Ｐゴシック"/>
                <a:ea typeface="ＭＳ Ｐゴシック"/>
              </a:rPr>
              <a:t>画像出典：岡崎優斗　”キーボード入力時の手形状検出と指先座標の推定”</a:t>
            </a:r>
            <a:endParaRPr b="0" lang="en-US" sz="2100" strike="noStrike" u="none">
              <a:solidFill>
                <a:srgbClr val="000000"/>
              </a:solidFill>
              <a:effectLst/>
              <a:uFillTx/>
              <a:latin typeface="Arial"/>
            </a:endParaRPr>
          </a:p>
          <a:p>
            <a:pPr defTabSz="914400">
              <a:lnSpc>
                <a:spcPct val="100000"/>
              </a:lnSpc>
            </a:pPr>
            <a:r>
              <a:rPr b="0" lang="en-US" sz="2100" strike="noStrike" u="none">
                <a:solidFill>
                  <a:schemeClr val="dk1"/>
                </a:solidFill>
                <a:effectLst/>
                <a:uFillTx/>
                <a:latin typeface="ＭＳ Ｐゴシック"/>
                <a:ea typeface="ＭＳ Ｐゴシック"/>
              </a:rPr>
              <a:t>	</a:t>
            </a:r>
            <a:r>
              <a:rPr b="0" lang="ja-JP" sz="2100" strike="noStrike" u="none">
                <a:solidFill>
                  <a:schemeClr val="dk1"/>
                </a:solidFill>
                <a:effectLst/>
                <a:uFillTx/>
                <a:latin typeface="ＭＳ Ｐゴシック"/>
                <a:ea typeface="ＭＳ Ｐゴシック"/>
              </a:rPr>
              <a:t>　鈴鹿工業高等専門学校卒業研究論文　</a:t>
            </a:r>
            <a:r>
              <a:rPr b="0" lang="en-US" sz="2100" strike="noStrike" u="none">
                <a:solidFill>
                  <a:schemeClr val="dk1"/>
                </a:solidFill>
                <a:effectLst/>
                <a:uFillTx/>
                <a:latin typeface="ＭＳ Ｐゴシック"/>
                <a:ea typeface="ＭＳ Ｐゴシック"/>
              </a:rPr>
              <a:t>2024 </a:t>
            </a:r>
            <a:r>
              <a:rPr b="0" lang="ja-JP" sz="2100" strike="noStrike" u="none">
                <a:solidFill>
                  <a:schemeClr val="dk1"/>
                </a:solidFill>
                <a:effectLst/>
                <a:uFillTx/>
                <a:latin typeface="ＭＳ Ｐゴシック"/>
                <a:ea typeface="ＭＳ Ｐゴシック"/>
              </a:rPr>
              <a:t>年度</a:t>
            </a:r>
            <a:endParaRPr b="0" lang="en-US" sz="2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目的</a:t>
            </a:r>
            <a:endParaRPr b="0" lang="en-US" sz="4400" strike="noStrike" u="none">
              <a:solidFill>
                <a:schemeClr val="dk1"/>
              </a:solidFill>
              <a:effectLst/>
              <a:uFillTx/>
              <a:latin typeface="Aptos"/>
            </a:endParaRPr>
          </a:p>
        </p:txBody>
      </p:sp>
      <p:sp>
        <p:nvSpPr>
          <p:cNvPr id="81" name="PlaceHolder 2"/>
          <p:cNvSpPr>
            <a:spLocks noGrp="1"/>
          </p:cNvSpPr>
          <p:nvPr>
            <p:ph/>
          </p:nvPr>
        </p:nvSpPr>
        <p:spPr>
          <a:xfrm>
            <a:off x="838080" y="1825560"/>
            <a:ext cx="10514880" cy="435060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ja-JP" sz="3200" strike="noStrike" u="none">
                <a:solidFill>
                  <a:schemeClr val="dk1"/>
                </a:solidFill>
                <a:effectLst/>
                <a:uFillTx/>
                <a:latin typeface="ＭＳ Ｐゴシック"/>
                <a:ea typeface="ＭＳ Ｐゴシック"/>
              </a:rPr>
              <a:t>キーボードの各キーと手指の座標をリアルタイムで推定し、キーの打鍵時に正しい方法で入力されているかを判定するシステムを開発する。</a:t>
            </a: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3200" strike="noStrike" u="none">
              <a:solidFill>
                <a:schemeClr val="dk1"/>
              </a:solidFill>
              <a:effectLst/>
              <a:uFillTx/>
              <a:latin typeface="Aptos"/>
            </a:endParaRPr>
          </a:p>
          <a:p>
            <a:pPr marL="228600" indent="-228600" defTabSz="914400">
              <a:lnSpc>
                <a:spcPct val="90000"/>
              </a:lnSpc>
              <a:spcBef>
                <a:spcPts val="1001"/>
              </a:spcBef>
              <a:buClr>
                <a:srgbClr val="000000"/>
              </a:buClr>
              <a:buFont typeface="Arial"/>
              <a:buChar char="•"/>
              <a:tabLst>
                <a:tab algn="l" pos="0"/>
              </a:tabLst>
            </a:pPr>
            <a:r>
              <a:rPr b="0" lang="ja-JP" sz="3200" strike="noStrike" u="none">
                <a:solidFill>
                  <a:schemeClr val="dk1"/>
                </a:solidFill>
                <a:effectLst/>
                <a:uFillTx/>
                <a:latin typeface="ＭＳ Ｐゴシック"/>
                <a:ea typeface="ＭＳ Ｐゴシック"/>
              </a:rPr>
              <a:t>両眼カメラによる三角測量を用いて座標推定の精度改善を図り、結果を評価する。</a:t>
            </a:r>
            <a:endParaRPr b="0" lang="en-US" sz="3200" strike="noStrike" u="non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概要</a:t>
            </a:r>
            <a:endParaRPr b="0" lang="en-US" sz="4400" strike="noStrike" u="none">
              <a:solidFill>
                <a:schemeClr val="dk1"/>
              </a:solidFill>
              <a:effectLst/>
              <a:uFillTx/>
              <a:latin typeface="Aptos"/>
            </a:endParaRPr>
          </a:p>
        </p:txBody>
      </p:sp>
      <p:sp>
        <p:nvSpPr>
          <p:cNvPr id="83" name="PlaceHolder 2"/>
          <p:cNvSpPr>
            <a:spLocks noGrp="1"/>
          </p:cNvSpPr>
          <p:nvPr>
            <p:ph/>
          </p:nvPr>
        </p:nvSpPr>
        <p:spPr>
          <a:xfrm>
            <a:off x="680760" y="3298320"/>
            <a:ext cx="10514880" cy="435060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①2</a:t>
            </a:r>
            <a:r>
              <a:rPr b="0" lang="ja-JP" sz="3200" strike="noStrike" u="none">
                <a:solidFill>
                  <a:schemeClr val="dk1"/>
                </a:solidFill>
                <a:effectLst/>
                <a:uFillTx/>
                <a:latin typeface="ＭＳ Ｐゴシック"/>
                <a:ea typeface="ＭＳ Ｐゴシック"/>
              </a:rPr>
              <a:t>台の</a:t>
            </a:r>
            <a:r>
              <a:rPr b="0" lang="en-US" sz="3200" strike="noStrike" u="none">
                <a:solidFill>
                  <a:schemeClr val="dk1"/>
                </a:solidFill>
                <a:effectLst/>
                <a:uFillTx/>
                <a:latin typeface="ＭＳ Ｐゴシック"/>
                <a:ea typeface="ＭＳ Ｐゴシック"/>
              </a:rPr>
              <a:t>Web</a:t>
            </a:r>
            <a:r>
              <a:rPr b="0" lang="ja-JP" sz="3200" strike="noStrike" u="none">
                <a:solidFill>
                  <a:schemeClr val="dk1"/>
                </a:solidFill>
                <a:effectLst/>
                <a:uFillTx/>
                <a:latin typeface="ＭＳ Ｐゴシック"/>
                <a:ea typeface="ＭＳ Ｐゴシック"/>
              </a:rPr>
              <a:t>カメラから映像を取得</a:t>
            </a: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②MediaPipe Hand Landmarker</a:t>
            </a:r>
            <a:r>
              <a:rPr b="0" lang="ja-JP" sz="3200" strike="noStrike" u="none">
                <a:solidFill>
                  <a:schemeClr val="dk1"/>
                </a:solidFill>
                <a:effectLst/>
                <a:uFillTx/>
                <a:latin typeface="ＭＳ Ｐゴシック"/>
                <a:ea typeface="ＭＳ Ｐゴシック"/>
              </a:rPr>
              <a:t>によりそれぞれの二次元座標を推定</a:t>
            </a:r>
            <a:endParaRPr b="0" lang="en-US" sz="3200" strike="noStrike" u="none">
              <a:solidFill>
                <a:schemeClr val="dk1"/>
              </a:solidFill>
              <a:effectLst/>
              <a:uFillTx/>
              <a:latin typeface="Aptos"/>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③OpenCV</a:t>
            </a:r>
            <a:r>
              <a:rPr b="0" lang="ja-JP" sz="3200" strike="noStrike" u="none">
                <a:solidFill>
                  <a:schemeClr val="dk1"/>
                </a:solidFill>
                <a:effectLst/>
                <a:uFillTx/>
                <a:latin typeface="ＭＳ Ｐゴシック"/>
                <a:ea typeface="ＭＳ Ｐゴシック"/>
              </a:rPr>
              <a:t>の関数を用いて三角測量を行い三次元座標を推定する</a:t>
            </a:r>
            <a:endParaRPr b="0" lang="en-US" sz="3200" strike="noStrike" u="none">
              <a:solidFill>
                <a:schemeClr val="dk1"/>
              </a:solidFill>
              <a:effectLst/>
              <a:uFillTx/>
              <a:latin typeface="Aptos"/>
            </a:endParaRPr>
          </a:p>
        </p:txBody>
      </p:sp>
      <p:pic>
        <p:nvPicPr>
          <p:cNvPr id="84" name="図 16" descr="ダイアグラム&#10;&#10;AI 生成コンテンツは誤りを含む可能性があります。"/>
          <p:cNvPicPr/>
          <p:nvPr/>
        </p:nvPicPr>
        <p:blipFill>
          <a:blip r:embed="rId1"/>
          <a:stretch/>
        </p:blipFill>
        <p:spPr>
          <a:xfrm>
            <a:off x="3353760" y="770040"/>
            <a:ext cx="4785840" cy="2241000"/>
          </a:xfrm>
          <a:prstGeom prst="rect">
            <a:avLst/>
          </a:prstGeom>
          <a:noFill/>
          <a:ln w="0">
            <a:noFill/>
          </a:ln>
        </p:spPr>
      </p:pic>
      <p:sp>
        <p:nvSpPr>
          <p:cNvPr id="85" name="正方形/長方形 17"/>
          <p:cNvSpPr/>
          <p:nvPr/>
        </p:nvSpPr>
        <p:spPr>
          <a:xfrm>
            <a:off x="3353760" y="670680"/>
            <a:ext cx="4964400" cy="2439360"/>
          </a:xfrm>
          <a:prstGeom prst="rect">
            <a:avLst/>
          </a:prstGeom>
          <a:noFill/>
          <a:ln w="9525">
            <a:solidFill>
              <a:srgbClr val="000000"/>
            </a:solidFill>
            <a:round/>
          </a:ln>
        </p:spPr>
        <p:style>
          <a:lnRef idx="0"/>
          <a:fillRef idx="0"/>
          <a:effectRef idx="0"/>
          <a:fontRef idx="minor"/>
        </p:style>
        <p:txBody>
          <a:bodyPr lIns="90000" rIns="90000" tIns="45000" bIns="45000" anchor="ctr">
            <a:noAutofit/>
          </a:bodyPr>
          <a:p>
            <a:pPr algn="ctr" defTabSz="914400">
              <a:lnSpc>
                <a:spcPct val="100000"/>
              </a:lnSpc>
            </a:pPr>
            <a:endParaRPr b="0" lang="en-US" sz="1800" strike="noStrike" u="non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キャリブレーション</a:t>
            </a:r>
            <a:endParaRPr b="0" lang="en-US" sz="4400" strike="noStrike" u="none">
              <a:solidFill>
                <a:schemeClr val="dk1"/>
              </a:solidFill>
              <a:effectLst/>
              <a:uFillTx/>
              <a:latin typeface="Aptos"/>
            </a:endParaRPr>
          </a:p>
        </p:txBody>
      </p:sp>
      <p:pic>
        <p:nvPicPr>
          <p:cNvPr id="87" name="図 97" descr=""/>
          <p:cNvPicPr/>
          <p:nvPr/>
        </p:nvPicPr>
        <p:blipFill>
          <a:blip r:embed="rId1"/>
          <a:stretch/>
        </p:blipFill>
        <p:spPr>
          <a:xfrm>
            <a:off x="6415200" y="3060000"/>
            <a:ext cx="4384440" cy="3239640"/>
          </a:xfrm>
          <a:prstGeom prst="rect">
            <a:avLst/>
          </a:prstGeom>
          <a:noFill/>
          <a:ln w="0">
            <a:noFill/>
          </a:ln>
        </p:spPr>
      </p:pic>
      <p:sp>
        <p:nvSpPr>
          <p:cNvPr id="88" name="テキスト ボックス 98"/>
          <p:cNvSpPr/>
          <p:nvPr/>
        </p:nvSpPr>
        <p:spPr>
          <a:xfrm>
            <a:off x="720360" y="4140000"/>
            <a:ext cx="5219640" cy="15537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3200" strike="noStrike" u="none">
                <a:solidFill>
                  <a:schemeClr val="dk1"/>
                </a:solidFill>
                <a:effectLst/>
                <a:uFillTx/>
                <a:latin typeface="ＭＳ Ｐゴシック"/>
                <a:ea typeface="ＭＳ Ｐゴシック"/>
              </a:rPr>
              <a:t>チェスボードを様々な視点で撮影し、コーナー座標を検出</a:t>
            </a:r>
            <a:endParaRPr b="0" lang="en-US" sz="3200" strike="noStrike" u="none">
              <a:solidFill>
                <a:srgbClr val="000000"/>
              </a:solidFill>
              <a:effectLst/>
              <a:uFillTx/>
              <a:latin typeface="Arial"/>
            </a:endParaRPr>
          </a:p>
          <a:p>
            <a:pPr defTabSz="914400">
              <a:lnSpc>
                <a:spcPct val="100000"/>
              </a:lnSpc>
            </a:pPr>
            <a:r>
              <a:rPr b="0" lang="ja-JP" sz="3200" strike="noStrike" u="none">
                <a:solidFill>
                  <a:schemeClr val="dk1"/>
                </a:solidFill>
                <a:effectLst/>
                <a:uFillTx/>
                <a:latin typeface="ＭＳ Ｐゴシック"/>
                <a:ea typeface="ＭＳ Ｐゴシック"/>
              </a:rPr>
              <a:t>キャリブレーションに用いる</a:t>
            </a:r>
            <a:endParaRPr b="0" lang="en-US" sz="3200" strike="noStrike" u="none">
              <a:solidFill>
                <a:srgbClr val="000000"/>
              </a:solidFill>
              <a:effectLst/>
              <a:uFillTx/>
              <a:latin typeface="Arial"/>
            </a:endParaRPr>
          </a:p>
        </p:txBody>
      </p:sp>
      <p:sp>
        <p:nvSpPr>
          <p:cNvPr id="89" name=""/>
          <p:cNvSpPr txBox="1"/>
          <p:nvPr/>
        </p:nvSpPr>
        <p:spPr>
          <a:xfrm>
            <a:off x="349920" y="1673640"/>
            <a:ext cx="12012120" cy="2124360"/>
          </a:xfrm>
          <a:prstGeom prst="rect">
            <a:avLst/>
          </a:prstGeom>
          <a:noFill/>
          <a:ln w="36000">
            <a:noFill/>
          </a:ln>
        </p:spPr>
        <p:txBody>
          <a:bodyPr lIns="90000" rIns="90000" tIns="45000" bIns="45000" anchor="t">
            <a:spAutoFit/>
          </a:bodyPr>
          <a:p>
            <a:r>
              <a:rPr b="0" lang="ja-JP" sz="3200" strike="noStrike" u="none">
                <a:solidFill>
                  <a:schemeClr val="dk1"/>
                </a:solidFill>
                <a:effectLst/>
                <a:uFillTx/>
                <a:latin typeface="ＭＳ Ｐゴシック"/>
                <a:ea typeface="ＭＳ Ｐゴシック"/>
              </a:rPr>
              <a:t>・内部パラメータ</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レンズの歪み等の補正</a:t>
            </a:r>
            <a:r>
              <a:rPr b="0" lang="en-US" sz="3200" strike="noStrike" u="none">
                <a:solidFill>
                  <a:schemeClr val="dk1"/>
                </a:solidFill>
                <a:effectLst/>
                <a:uFillTx/>
                <a:latin typeface="ＭＳ Ｐゴシック"/>
                <a:ea typeface="ＭＳ Ｐゴシック"/>
              </a:rPr>
              <a:t>) → </a:t>
            </a:r>
            <a:r>
              <a:rPr b="0" lang="ja-JP" sz="3200" strike="noStrike" u="none">
                <a:solidFill>
                  <a:schemeClr val="dk1"/>
                </a:solidFill>
                <a:effectLst/>
                <a:uFillTx/>
                <a:latin typeface="ＭＳ Ｐゴシック"/>
                <a:ea typeface="ＭＳ Ｐゴシック"/>
              </a:rPr>
              <a:t>カメラキャリブレーション</a:t>
            </a:r>
            <a:endParaRPr b="0" lang="en-US" sz="3200" strike="noStrike" u="none">
              <a:solidFill>
                <a:srgbClr val="000000"/>
              </a:solidFill>
              <a:effectLst/>
              <a:uFillTx/>
              <a:latin typeface="Arial"/>
            </a:endParaRPr>
          </a:p>
          <a:p>
            <a:r>
              <a:rPr b="0" lang="ja-JP" sz="3200" strike="noStrike" u="none">
                <a:solidFill>
                  <a:schemeClr val="dk1"/>
                </a:solidFill>
                <a:effectLst/>
                <a:uFillTx/>
                <a:latin typeface="ＭＳ Ｐゴシック"/>
                <a:ea typeface="ＭＳ Ｐゴシック"/>
              </a:rPr>
              <a:t>・外部パラメータ</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カメラ間の位置関係</a:t>
            </a:r>
            <a:r>
              <a:rPr b="0" lang="en-US" sz="3200" strike="noStrike" u="none">
                <a:solidFill>
                  <a:schemeClr val="dk1"/>
                </a:solidFill>
                <a:effectLst/>
                <a:uFillTx/>
                <a:latin typeface="ＭＳ Ｐゴシック"/>
                <a:ea typeface="ＭＳ Ｐゴシック"/>
              </a:rPr>
              <a:t>) → </a:t>
            </a:r>
            <a:r>
              <a:rPr b="0" lang="ja-JP" sz="3200" strike="noStrike" u="none">
                <a:solidFill>
                  <a:schemeClr val="dk1"/>
                </a:solidFill>
                <a:effectLst/>
                <a:uFillTx/>
                <a:latin typeface="ＭＳ Ｐゴシック"/>
                <a:ea typeface="ＭＳ Ｐゴシック"/>
              </a:rPr>
              <a:t>ステレオキャリブレーション</a:t>
            </a:r>
            <a:endParaRPr b="0" lang="en-US" sz="3200" strike="noStrike" u="none">
              <a:solidFill>
                <a:srgbClr val="000000"/>
              </a:solidFill>
              <a:effectLst/>
              <a:uFillTx/>
              <a:latin typeface="Arial"/>
            </a:endParaRPr>
          </a:p>
          <a:p>
            <a:r>
              <a:rPr b="0" lang="ja-JP" sz="3200" strike="noStrike" u="none">
                <a:solidFill>
                  <a:schemeClr val="dk1"/>
                </a:solidFill>
                <a:effectLst/>
                <a:uFillTx/>
                <a:latin typeface="ＭＳ Ｐゴシック"/>
                <a:ea typeface="ＭＳ Ｐゴシック"/>
              </a:rPr>
              <a:t>でそれぞれ計算　</a:t>
            </a:r>
            <a:endParaRPr b="0" lang="en-US" sz="3200" strike="noStrike" u="none">
              <a:solidFill>
                <a:srgbClr val="000000"/>
              </a:solidFill>
              <a:effectLst/>
              <a:uFillTx/>
              <a:latin typeface="Arial"/>
            </a:endParaRPr>
          </a:p>
        </p:txBody>
      </p:sp>
      <p:sp>
        <p:nvSpPr>
          <p:cNvPr id="90" name=""/>
          <p:cNvSpPr txBox="1"/>
          <p:nvPr/>
        </p:nvSpPr>
        <p:spPr>
          <a:xfrm>
            <a:off x="540000" y="3461400"/>
            <a:ext cx="2951640" cy="678600"/>
          </a:xfrm>
          <a:prstGeom prst="rect">
            <a:avLst/>
          </a:prstGeom>
          <a:noFill/>
          <a:ln w="36000">
            <a:noFill/>
          </a:ln>
        </p:spPr>
        <p:txBody>
          <a:bodyPr wrap="none" lIns="90000" rIns="90000" tIns="45000" bIns="45000" anchor="t">
            <a:spAutoFit/>
          </a:bodyPr>
          <a:p>
            <a:r>
              <a:rPr b="0" lang="ja-JP" sz="3200" strike="noStrike" u="none">
                <a:solidFill>
                  <a:srgbClr val="000000"/>
                </a:solidFill>
                <a:effectLst/>
                <a:uFillTx/>
                <a:latin typeface="Arial"/>
              </a:rPr>
              <a:t>・</a:t>
            </a:r>
            <a:r>
              <a:rPr b="0" lang="en-US" sz="3200" strike="noStrike" u="none">
                <a:solidFill>
                  <a:srgbClr val="000000"/>
                </a:solidFill>
                <a:effectLst/>
                <a:uFillTx/>
                <a:latin typeface="Arial"/>
              </a:rPr>
              <a:t>Zhang</a:t>
            </a:r>
            <a:r>
              <a:rPr b="0" lang="ja-JP" sz="3200" strike="noStrike" u="none">
                <a:solidFill>
                  <a:srgbClr val="000000"/>
                </a:solidFill>
                <a:effectLst/>
                <a:uFillTx/>
                <a:latin typeface="Arial"/>
              </a:rPr>
              <a:t>の方法</a:t>
            </a: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射影行列</a:t>
            </a:r>
            <a:r>
              <a:rPr b="0" lang="en-US" sz="4400" strike="noStrike" u="none">
                <a:solidFill>
                  <a:schemeClr val="dk1"/>
                </a:solidFill>
                <a:effectLst/>
                <a:uFillTx/>
                <a:latin typeface="ＭＳ Ｐゴシック"/>
                <a:ea typeface="ＭＳ Ｐゴシック"/>
              </a:rPr>
              <a:t>P</a:t>
            </a:r>
            <a:endParaRPr b="0" lang="en-US" sz="4400" strike="noStrike" u="none">
              <a:solidFill>
                <a:schemeClr val="dk1"/>
              </a:solidFill>
              <a:effectLst/>
              <a:uFillTx/>
              <a:latin typeface="Aptos"/>
            </a:endParaRPr>
          </a:p>
        </p:txBody>
      </p:sp>
      <p:sp>
        <p:nvSpPr>
          <p:cNvPr id="92" name="テキスト ボックス 87"/>
          <p:cNvSpPr/>
          <p:nvPr/>
        </p:nvSpPr>
        <p:spPr>
          <a:xfrm>
            <a:off x="1080000" y="3079800"/>
            <a:ext cx="2748240" cy="7002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93" name="テキスト ボックス 94"/>
          <p:cNvSpPr/>
          <p:nvPr/>
        </p:nvSpPr>
        <p:spPr>
          <a:xfrm>
            <a:off x="1080000" y="1620000"/>
            <a:ext cx="10619640" cy="1065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3200" strike="noStrike" u="none">
                <a:solidFill>
                  <a:schemeClr val="dk1"/>
                </a:solidFill>
                <a:effectLst/>
                <a:uFillTx/>
                <a:latin typeface="ＭＳ Ｐゴシック"/>
                <a:ea typeface="ＭＳ Ｐゴシック"/>
              </a:rPr>
              <a:t>・世界座標系から画像座標系への変換を表す</a:t>
            </a:r>
            <a:r>
              <a:rPr b="0" lang="en-US" sz="3200" strike="noStrike" u="none">
                <a:solidFill>
                  <a:schemeClr val="dk1"/>
                </a:solidFill>
                <a:effectLst/>
                <a:uFillTx/>
                <a:latin typeface="ＭＳ Ｐゴシック"/>
                <a:ea typeface="ＭＳ Ｐゴシック"/>
              </a:rPr>
              <a:t>3×4</a:t>
            </a:r>
            <a:r>
              <a:rPr b="0" lang="ja-JP" sz="3200" strike="noStrike" u="none">
                <a:solidFill>
                  <a:schemeClr val="dk1"/>
                </a:solidFill>
                <a:effectLst/>
                <a:uFillTx/>
                <a:latin typeface="ＭＳ Ｐゴシック"/>
                <a:ea typeface="ＭＳ Ｐゴシック"/>
              </a:rPr>
              <a:t>行列で</a:t>
            </a:r>
            <a:endParaRPr b="0" lang="en-US" sz="3200" strike="noStrike" u="none">
              <a:solidFill>
                <a:srgbClr val="000000"/>
              </a:solidFill>
              <a:effectLst/>
              <a:uFillTx/>
              <a:latin typeface="Arial"/>
            </a:endParaRPr>
          </a:p>
          <a:p>
            <a:pPr defTabSz="914400">
              <a:lnSpc>
                <a:spcPct val="100000"/>
              </a:lnSpc>
            </a:pPr>
            <a:r>
              <a:rPr b="0" lang="ja-JP" sz="3200" strike="noStrike" u="none">
                <a:solidFill>
                  <a:schemeClr val="dk1"/>
                </a:solidFill>
                <a:effectLst/>
                <a:uFillTx/>
                <a:latin typeface="ＭＳ Ｐゴシック"/>
                <a:ea typeface="ＭＳ Ｐゴシック"/>
              </a:rPr>
              <a:t>　次の式で表される。</a:t>
            </a:r>
            <a:endParaRPr b="0" lang="en-US" sz="3200" strike="noStrike" u="none">
              <a:solidFill>
                <a:srgbClr val="000000"/>
              </a:solidFill>
              <a:effectLst/>
              <a:uFillTx/>
              <a:latin typeface="Arial"/>
            </a:endParaRPr>
          </a:p>
        </p:txBody>
      </p:sp>
      <p:sp>
        <p:nvSpPr>
          <p:cNvPr id="94" name=""/>
          <p:cNvSpPr/>
          <p:nvPr/>
        </p:nvSpPr>
        <p:spPr>
          <a:xfrm>
            <a:off x="6743520" y="4837320"/>
            <a:ext cx="359640" cy="1155240"/>
          </a:xfrm>
          <a:custGeom>
            <a:avLst/>
            <a:gdLst>
              <a:gd name="textAreaLeft" fmla="*/ 0 w 359640"/>
              <a:gd name="textAreaRight" fmla="*/ 129960 w 359640"/>
              <a:gd name="textAreaTop" fmla="*/ 29880 h 1155240"/>
              <a:gd name="textAreaBottom" fmla="*/ 1125360 h 1155240"/>
              <a:gd name="GluePoint1X" fmla="*/ 0 w 21600"/>
              <a:gd name="GluePoint1Y" fmla="*/ 0 h 21600"/>
              <a:gd name="GluePoint2X" fmla="*/ 0 w 21600"/>
              <a:gd name="GluePoint2Y" fmla="*/ 21600 h 21600"/>
              <a:gd name="GluePoint3X" fmla="*/ 21600 w 21600"/>
              <a:gd name="GluePoint3Y" fmla="*/ 10800 h 21600"/>
            </a:gdLst>
            <a:ahLst/>
            <a:cxnLst>
              <a:cxn ang="0">
                <a:pos x="GluePoint1X" y="GluePoint1Y"/>
              </a:cxn>
              <a:cxn ang="0">
                <a:pos x="GluePoint2X" y="GluePoint2Y"/>
              </a:cxn>
              <a:cxn ang="0">
                <a:pos x="GluePoint3X" y="GluePoint3Y"/>
              </a:cxn>
            </a:cxn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36000">
            <a:solidFill>
              <a:srgbClr val="000000"/>
            </a:solidFill>
            <a:round/>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sp>
        <p:nvSpPr>
          <p:cNvPr id="95" name="テキスト ボックス 1"/>
          <p:cNvSpPr/>
          <p:nvPr/>
        </p:nvSpPr>
        <p:spPr>
          <a:xfrm>
            <a:off x="7103160" y="4954680"/>
            <a:ext cx="10619640" cy="942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800" strike="noStrike" u="none">
                <a:solidFill>
                  <a:schemeClr val="dk1"/>
                </a:solidFill>
                <a:effectLst/>
                <a:uFillTx/>
                <a:latin typeface="ＭＳ Ｐゴシック"/>
                <a:ea typeface="ＭＳ Ｐゴシック"/>
              </a:rPr>
              <a:t>外部パラメータ</a:t>
            </a:r>
            <a:endParaRPr b="0" lang="en-US" sz="2800" strike="noStrike" u="none">
              <a:solidFill>
                <a:srgbClr val="000000"/>
              </a:solidFill>
              <a:effectLst/>
              <a:uFillTx/>
              <a:latin typeface="Arial"/>
            </a:endParaRPr>
          </a:p>
          <a:p>
            <a:pPr defTabSz="914400">
              <a:lnSpc>
                <a:spcPct val="100000"/>
              </a:lnSpc>
            </a:pPr>
            <a:r>
              <a:rPr b="0" lang="ja-JP" sz="2800" strike="noStrike" u="none">
                <a:solidFill>
                  <a:schemeClr val="dk1"/>
                </a:solidFill>
                <a:effectLst/>
                <a:uFillTx/>
                <a:latin typeface="ＭＳ Ｐゴシック"/>
                <a:ea typeface="ＭＳ Ｐゴシック"/>
              </a:rPr>
              <a:t>カメラ間の位置関係</a:t>
            </a:r>
            <a:endParaRPr b="0" lang="en-US" sz="2800" strike="noStrike" u="none">
              <a:solidFill>
                <a:srgbClr val="000000"/>
              </a:solidFill>
              <a:effectLst/>
              <a:uFillTx/>
              <a:latin typeface="Arial"/>
            </a:endParaRPr>
          </a:p>
        </p:txBody>
      </p:sp>
      <p:sp>
        <p:nvSpPr>
          <p:cNvPr id="96" name=""/>
          <p:cNvSpPr txBox="1"/>
          <p:nvPr/>
        </p:nvSpPr>
        <p:spPr>
          <a:xfrm>
            <a:off x="1163880" y="4860000"/>
            <a:ext cx="4955760" cy="801000"/>
          </a:xfrm>
          <a:prstGeom prst="rect">
            <a:avLst/>
          </a:prstGeom>
          <a:noFill/>
          <a:ln w="36000">
            <a:noFill/>
          </a:ln>
        </p:spPr>
        <p:txBody>
          <a:bodyPr lIns="90000" rIns="90000" tIns="45000" bIns="45000" anchor="t">
            <a:spAutoFit/>
          </a:bodyPr>
          <a:p>
            <a:pPr>
              <a:lnSpc>
                <a:spcPct val="100000"/>
              </a:lnSpc>
            </a:pPr>
            <a:r>
              <a:rPr b="0" lang="en-US" sz="2800" strike="noStrike" u="none">
                <a:solidFill>
                  <a:schemeClr val="dk1"/>
                </a:solidFill>
                <a:effectLst/>
                <a:uFillTx/>
                <a:latin typeface="ＭＳ Ｐゴシック"/>
                <a:ea typeface="ＭＳ Ｐゴシック"/>
              </a:rPr>
              <a:t>R: </a:t>
            </a:r>
            <a:r>
              <a:rPr b="0" lang="ja-JP" sz="2800" strike="noStrike" u="none">
                <a:solidFill>
                  <a:schemeClr val="dk1"/>
                </a:solidFill>
                <a:effectLst/>
                <a:uFillTx/>
                <a:latin typeface="ＭＳ Ｐゴシック"/>
                <a:ea typeface="ＭＳ Ｐゴシック"/>
              </a:rPr>
              <a:t>回転行列、カメラの姿勢</a:t>
            </a:r>
            <a:endParaRPr b="0" lang="en-US" sz="2800" strike="noStrike" u="none">
              <a:solidFill>
                <a:srgbClr val="000000"/>
              </a:solidFill>
              <a:effectLst/>
              <a:uFillTx/>
              <a:latin typeface="Arial"/>
            </a:endParaRPr>
          </a:p>
        </p:txBody>
      </p:sp>
      <p:sp>
        <p:nvSpPr>
          <p:cNvPr id="97" name=""/>
          <p:cNvSpPr txBox="1"/>
          <p:nvPr/>
        </p:nvSpPr>
        <p:spPr>
          <a:xfrm>
            <a:off x="1260000" y="5400000"/>
            <a:ext cx="5060520" cy="801000"/>
          </a:xfrm>
          <a:prstGeom prst="rect">
            <a:avLst/>
          </a:prstGeom>
          <a:noFill/>
          <a:ln w="36000">
            <a:noFill/>
          </a:ln>
        </p:spPr>
        <p:txBody>
          <a:bodyPr lIns="90000" rIns="90000" tIns="45000" bIns="45000" anchor="t">
            <a:spAutoFit/>
          </a:bodyPr>
          <a:p>
            <a:r>
              <a:rPr b="0" lang="ja-JP" sz="2800" strike="noStrike" u="none">
                <a:solidFill>
                  <a:schemeClr val="dk1"/>
                </a:solidFill>
                <a:effectLst/>
                <a:uFillTx/>
                <a:latin typeface="ＭＳ Ｐゴシック"/>
                <a:ea typeface="ＭＳ Ｐゴシック"/>
              </a:rPr>
              <a:t>ｔ</a:t>
            </a:r>
            <a:r>
              <a:rPr b="0" lang="en-US" sz="2800" strike="noStrike" u="none">
                <a:solidFill>
                  <a:schemeClr val="dk1"/>
                </a:solidFill>
                <a:effectLst/>
                <a:uFillTx/>
                <a:latin typeface="ＭＳ Ｐゴシック"/>
                <a:ea typeface="ＭＳ Ｐゴシック"/>
              </a:rPr>
              <a:t>: </a:t>
            </a:r>
            <a:r>
              <a:rPr b="0" lang="ja-JP" sz="2800" strike="noStrike" u="none">
                <a:solidFill>
                  <a:schemeClr val="dk1"/>
                </a:solidFill>
                <a:effectLst/>
                <a:uFillTx/>
                <a:latin typeface="ＭＳ Ｐゴシック"/>
                <a:ea typeface="ＭＳ Ｐゴシック"/>
              </a:rPr>
              <a:t>並進ベクトル、カメラの位置   </a:t>
            </a:r>
            <a:endParaRPr b="0" lang="en-US" sz="2800" strike="noStrike" u="none">
              <a:solidFill>
                <a:srgbClr val="000000"/>
              </a:solidFill>
              <a:effectLst/>
              <a:uFillTx/>
              <a:latin typeface="Arial"/>
            </a:endParaRPr>
          </a:p>
        </p:txBody>
      </p:sp>
      <p:sp>
        <p:nvSpPr>
          <p:cNvPr id="98" name=""/>
          <p:cNvSpPr txBox="1"/>
          <p:nvPr/>
        </p:nvSpPr>
        <p:spPr>
          <a:xfrm>
            <a:off x="1163880" y="4320000"/>
            <a:ext cx="6480000" cy="801000"/>
          </a:xfrm>
          <a:prstGeom prst="rect">
            <a:avLst/>
          </a:prstGeom>
          <a:noFill/>
          <a:ln w="36000">
            <a:noFill/>
          </a:ln>
        </p:spPr>
        <p:txBody>
          <a:bodyPr lIns="90000" rIns="90000" tIns="45000" bIns="45000" anchor="t">
            <a:spAutoFit/>
          </a:bodyPr>
          <a:p>
            <a:r>
              <a:rPr b="0" lang="en-US" sz="2800" strike="noStrike" u="none">
                <a:solidFill>
                  <a:schemeClr val="dk1"/>
                </a:solidFill>
                <a:effectLst/>
                <a:uFillTx/>
                <a:latin typeface="ＭＳ Ｐゴシック"/>
                <a:ea typeface="ＭＳ Ｐゴシック"/>
              </a:rPr>
              <a:t>K: </a:t>
            </a:r>
            <a:r>
              <a:rPr b="0" lang="ja-JP" sz="2800" strike="noStrike" u="none">
                <a:solidFill>
                  <a:schemeClr val="dk1"/>
                </a:solidFill>
                <a:effectLst/>
                <a:uFillTx/>
                <a:latin typeface="ＭＳ Ｐゴシック"/>
                <a:ea typeface="ＭＳ Ｐゴシック"/>
              </a:rPr>
              <a:t>内部パラメータ、レンズの歪み等の補正</a:t>
            </a:r>
            <a:endParaRPr b="0" lang="en-US"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824760" y="2948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三角測量</a:t>
            </a:r>
            <a:endParaRPr b="0" lang="en-US" sz="4400" strike="noStrike" u="none">
              <a:solidFill>
                <a:schemeClr val="dk1"/>
              </a:solidFill>
              <a:effectLst/>
              <a:uFillTx/>
              <a:latin typeface="Aptos"/>
            </a:endParaRPr>
          </a:p>
        </p:txBody>
      </p:sp>
      <p:sp>
        <p:nvSpPr>
          <p:cNvPr id="100" name="PlaceHolder 2"/>
          <p:cNvSpPr>
            <a:spLocks noGrp="1"/>
          </p:cNvSpPr>
          <p:nvPr>
            <p:ph/>
          </p:nvPr>
        </p:nvSpPr>
        <p:spPr>
          <a:xfrm>
            <a:off x="900000" y="1800000"/>
            <a:ext cx="10514880" cy="4350600"/>
          </a:xfrm>
          <a:prstGeom prst="rect">
            <a:avLst/>
          </a:prstGeom>
          <a:noFill/>
          <a:ln w="0">
            <a:noFill/>
          </a:ln>
        </p:spPr>
        <p:txBody>
          <a:bodyPr lIns="91440" rIns="91440" tIns="45720" bIns="45720" anchor="t">
            <a:noAutofit/>
          </a:bodyPr>
          <a:p>
            <a:pPr marL="228600" indent="0" defTabSz="914400">
              <a:lnSpc>
                <a:spcPct val="90000"/>
              </a:lnSpc>
              <a:spcBef>
                <a:spcPts val="1191"/>
              </a:spcBef>
              <a:spcAft>
                <a:spcPts val="992"/>
              </a:spcAft>
              <a:buNone/>
            </a:pPr>
            <a:r>
              <a:rPr b="0" lang="ja-JP" sz="2800" strike="noStrike" u="none">
                <a:solidFill>
                  <a:schemeClr val="dk1"/>
                </a:solidFill>
                <a:effectLst/>
                <a:uFillTx/>
                <a:latin typeface="ＭＳ Ｐゴシック"/>
                <a:ea typeface="ＭＳ Ｐゴシック"/>
              </a:rPr>
              <a:t>以下のような方程式を解き、既知である二次元座標</a:t>
            </a:r>
            <a:r>
              <a:rPr b="0" lang="en-US" sz="2800" strike="noStrike" u="none">
                <a:solidFill>
                  <a:schemeClr val="dk1"/>
                </a:solidFill>
                <a:effectLst/>
                <a:uFillTx/>
                <a:latin typeface="ＭＳ Ｐゴシック"/>
                <a:ea typeface="ＭＳ Ｐゴシック"/>
              </a:rPr>
              <a:t>x,</a:t>
            </a:r>
            <a:r>
              <a:rPr b="0" lang="ja-JP" sz="2800" strike="noStrike" u="none">
                <a:solidFill>
                  <a:schemeClr val="dk1"/>
                </a:solidFill>
                <a:effectLst/>
                <a:uFillTx/>
                <a:latin typeface="ＭＳ Ｐゴシック"/>
                <a:ea typeface="ＭＳ Ｐゴシック"/>
              </a:rPr>
              <a:t>射影行列</a:t>
            </a:r>
            <a:r>
              <a:rPr b="0" lang="en-US" sz="2800" strike="noStrike" u="none">
                <a:solidFill>
                  <a:schemeClr val="dk1"/>
                </a:solidFill>
                <a:effectLst/>
                <a:uFillTx/>
                <a:latin typeface="ＭＳ Ｐゴシック"/>
                <a:ea typeface="ＭＳ Ｐゴシック"/>
              </a:rPr>
              <a:t>P</a:t>
            </a:r>
            <a:r>
              <a:rPr b="0" lang="ja-JP" sz="2800" strike="noStrike" u="none">
                <a:solidFill>
                  <a:schemeClr val="dk1"/>
                </a:solidFill>
                <a:effectLst/>
                <a:uFillTx/>
                <a:latin typeface="ＭＳ Ｐゴシック"/>
                <a:ea typeface="ＭＳ Ｐゴシック"/>
              </a:rPr>
              <a:t>から三次元座標</a:t>
            </a:r>
            <a:r>
              <a:rPr b="0" lang="en-US" sz="2800" strike="noStrike" u="none">
                <a:solidFill>
                  <a:schemeClr val="dk1"/>
                </a:solidFill>
                <a:effectLst/>
                <a:uFillTx/>
                <a:latin typeface="ＭＳ Ｐゴシック"/>
                <a:ea typeface="ＭＳ Ｐゴシック"/>
              </a:rPr>
              <a:t>X</a:t>
            </a:r>
            <a:r>
              <a:rPr b="0" lang="ja-JP" sz="2800" strike="noStrike" u="none">
                <a:solidFill>
                  <a:schemeClr val="dk1"/>
                </a:solidFill>
                <a:effectLst/>
                <a:uFillTx/>
                <a:latin typeface="ＭＳ Ｐゴシック"/>
                <a:ea typeface="ＭＳ Ｐゴシック"/>
              </a:rPr>
              <a:t>を推定している。</a:t>
            </a:r>
            <a:endParaRPr b="0" lang="en-US" sz="2800" strike="noStrike" u="none">
              <a:solidFill>
                <a:schemeClr val="dk1"/>
              </a:solidFill>
              <a:effectLst/>
              <a:uFillTx/>
              <a:latin typeface="Aptos"/>
            </a:endParaRPr>
          </a:p>
          <a:p>
            <a:pPr marL="228600" indent="0" defTabSz="914400">
              <a:lnSpc>
                <a:spcPct val="90000"/>
              </a:lnSpc>
              <a:spcBef>
                <a:spcPts val="1191"/>
              </a:spcBef>
              <a:spcAft>
                <a:spcPts val="992"/>
              </a:spcAft>
              <a:buNone/>
              <a:tabLst>
                <a:tab algn="l" pos="0"/>
              </a:tabLst>
            </a:pPr>
            <a:endParaRPr b="0" lang="en-US" sz="2800" strike="noStrike" u="none">
              <a:solidFill>
                <a:schemeClr val="dk1"/>
              </a:solidFill>
              <a:effectLst/>
              <a:uFillTx/>
              <a:latin typeface="Aptos"/>
            </a:endParaRPr>
          </a:p>
        </p:txBody>
      </p:sp>
      <p:sp>
        <p:nvSpPr>
          <p:cNvPr id="101" name=""/>
          <p:cNvSpPr/>
          <p:nvPr/>
        </p:nvSpPr>
        <p:spPr>
          <a:xfrm>
            <a:off x="5515560" y="3147840"/>
            <a:ext cx="1269360" cy="2196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 name="テキスト ボックス 79"/>
          <p:cNvSpPr/>
          <p:nvPr/>
        </p:nvSpPr>
        <p:spPr>
          <a:xfrm>
            <a:off x="720000" y="3060000"/>
            <a:ext cx="4949280" cy="71856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03" name="テキスト ボックス 83"/>
          <p:cNvSpPr/>
          <p:nvPr/>
        </p:nvSpPr>
        <p:spPr>
          <a:xfrm>
            <a:off x="1183680" y="4267800"/>
            <a:ext cx="7364880" cy="95220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04" name="テキスト ボックス 84"/>
          <p:cNvSpPr/>
          <p:nvPr/>
        </p:nvSpPr>
        <p:spPr>
          <a:xfrm>
            <a:off x="1440000" y="4920480"/>
            <a:ext cx="7364880" cy="95220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05" name="テキスト ボックス 85"/>
          <p:cNvSpPr/>
          <p:nvPr/>
        </p:nvSpPr>
        <p:spPr>
          <a:xfrm>
            <a:off x="900000" y="5527800"/>
            <a:ext cx="7364880" cy="95220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研究の現状</a:t>
            </a:r>
            <a:endParaRPr b="0" lang="en-US" sz="4400" strike="noStrike" u="none">
              <a:solidFill>
                <a:schemeClr val="dk1"/>
              </a:solidFill>
              <a:effectLst/>
              <a:uFillTx/>
              <a:latin typeface="Aptos"/>
            </a:endParaRPr>
          </a:p>
        </p:txBody>
      </p:sp>
      <p:sp>
        <p:nvSpPr>
          <p:cNvPr id="107" name="PlaceHolder 2"/>
          <p:cNvSpPr>
            <a:spLocks noGrp="1"/>
          </p:cNvSpPr>
          <p:nvPr>
            <p:ph/>
          </p:nvPr>
        </p:nvSpPr>
        <p:spPr>
          <a:xfrm>
            <a:off x="838080" y="1589400"/>
            <a:ext cx="1051488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ＭＳ Ｐゴシック"/>
                <a:ea typeface="ＭＳ Ｐゴシック"/>
              </a:rPr>
              <a:t>リアルタイムでの三次元座標推定は実装できた</a:t>
            </a:r>
            <a:endParaRPr b="0" lang="en-US" sz="2800" strike="noStrike" u="none">
              <a:solidFill>
                <a:schemeClr val="dk1"/>
              </a:solidFill>
              <a:effectLst/>
              <a:uFillTx/>
              <a:latin typeface="Aptos"/>
            </a:endParaRPr>
          </a:p>
        </p:txBody>
      </p:sp>
      <p:pic>
        <p:nvPicPr>
          <p:cNvPr id="108" name="図 4" descr="グラフ&#10;&#10;AI 生成コンテンツは誤りを含む可能性があります。"/>
          <p:cNvPicPr/>
          <p:nvPr/>
        </p:nvPicPr>
        <p:blipFill>
          <a:blip r:embed="rId1"/>
          <a:stretch/>
        </p:blipFill>
        <p:spPr>
          <a:xfrm>
            <a:off x="7533360" y="2218320"/>
            <a:ext cx="3986640" cy="4261680"/>
          </a:xfrm>
          <a:prstGeom prst="rect">
            <a:avLst/>
          </a:prstGeom>
          <a:noFill/>
          <a:ln w="0">
            <a:noFill/>
          </a:ln>
        </p:spPr>
      </p:pic>
      <p:pic>
        <p:nvPicPr>
          <p:cNvPr id="109" name="図 6" descr="キーボードとマウス&#10;&#10;AI 生成コンテンツは誤りを含む可能性があります。"/>
          <p:cNvPicPr/>
          <p:nvPr/>
        </p:nvPicPr>
        <p:blipFill>
          <a:blip r:embed="rId2"/>
          <a:stretch/>
        </p:blipFill>
        <p:spPr>
          <a:xfrm>
            <a:off x="900000" y="2610000"/>
            <a:ext cx="4680000" cy="3510000"/>
          </a:xfrm>
          <a:prstGeom prst="rect">
            <a:avLst/>
          </a:prstGeom>
          <a:noFill/>
          <a:ln w="0">
            <a:noFill/>
          </a:ln>
        </p:spPr>
      </p:pic>
      <p:sp>
        <p:nvSpPr>
          <p:cNvPr id="110" name="矢印: 右 1"/>
          <p:cNvSpPr/>
          <p:nvPr/>
        </p:nvSpPr>
        <p:spPr>
          <a:xfrm>
            <a:off x="5760000" y="4140000"/>
            <a:ext cx="1619640" cy="35964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研究の現状</a:t>
            </a:r>
            <a:endParaRPr b="0" lang="en-US" sz="4400" strike="noStrike" u="none">
              <a:solidFill>
                <a:schemeClr val="dk1"/>
              </a:solidFill>
              <a:effectLst/>
              <a:uFillTx/>
              <a:latin typeface="Aptos"/>
            </a:endParaRPr>
          </a:p>
        </p:txBody>
      </p:sp>
      <p:sp>
        <p:nvSpPr>
          <p:cNvPr id="112" name="PlaceHolder 2"/>
          <p:cNvSpPr>
            <a:spLocks noGrp="1"/>
          </p:cNvSpPr>
          <p:nvPr>
            <p:ph/>
          </p:nvPr>
        </p:nvSpPr>
        <p:spPr>
          <a:xfrm>
            <a:off x="838080" y="1589400"/>
            <a:ext cx="1051488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ＭＳ Ｐゴシック"/>
                <a:ea typeface="ＭＳ Ｐゴシック"/>
              </a:rPr>
              <a:t>Z</a:t>
            </a:r>
            <a:r>
              <a:rPr b="0" lang="ja-JP" sz="2800" strike="noStrike" u="none">
                <a:solidFill>
                  <a:schemeClr val="dk1"/>
                </a:solidFill>
                <a:effectLst/>
                <a:uFillTx/>
                <a:latin typeface="ＭＳ Ｐゴシック"/>
                <a:ea typeface="ＭＳ Ｐゴシック"/>
              </a:rPr>
              <a:t>軸誤差も改善</a:t>
            </a:r>
            <a:endParaRPr b="0" lang="en-US" sz="2800" strike="noStrike" u="none">
              <a:solidFill>
                <a:schemeClr val="dk1"/>
              </a:solidFill>
              <a:effectLst/>
              <a:uFillTx/>
              <a:latin typeface="Aptos"/>
            </a:endParaRPr>
          </a:p>
        </p:txBody>
      </p:sp>
      <p:sp>
        <p:nvSpPr>
          <p:cNvPr id="113" name="矢印: 右 2"/>
          <p:cNvSpPr/>
          <p:nvPr/>
        </p:nvSpPr>
        <p:spPr>
          <a:xfrm>
            <a:off x="5760360" y="4140360"/>
            <a:ext cx="1619640" cy="35964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pic>
        <p:nvPicPr>
          <p:cNvPr id="114" name="" descr=""/>
          <p:cNvPicPr/>
          <p:nvPr/>
        </p:nvPicPr>
        <p:blipFill>
          <a:blip r:embed="rId1"/>
          <a:stretch/>
        </p:blipFill>
        <p:spPr>
          <a:xfrm>
            <a:off x="900000" y="2610000"/>
            <a:ext cx="4680000" cy="3510000"/>
          </a:xfrm>
          <a:prstGeom prst="rect">
            <a:avLst/>
          </a:prstGeom>
          <a:noFill/>
          <a:ln w="36000">
            <a:noFill/>
          </a:ln>
        </p:spPr>
      </p:pic>
      <p:pic>
        <p:nvPicPr>
          <p:cNvPr id="115" name="" descr=""/>
          <p:cNvPicPr/>
          <p:nvPr/>
        </p:nvPicPr>
        <p:blipFill>
          <a:blip r:embed="rId2"/>
          <a:srcRect l="26169" t="0" r="15385" b="13173"/>
          <a:stretch/>
        </p:blipFill>
        <p:spPr>
          <a:xfrm>
            <a:off x="7740000" y="1800000"/>
            <a:ext cx="3960000" cy="4412160"/>
          </a:xfrm>
          <a:prstGeom prst="rect">
            <a:avLst/>
          </a:prstGeom>
          <a:noFill/>
          <a:ln w="3600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365040"/>
            <a:ext cx="10514880" cy="13248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今後の方針・課題</a:t>
            </a:r>
            <a:endParaRPr b="0" lang="en-US" sz="4400" strike="noStrike" u="none">
              <a:solidFill>
                <a:schemeClr val="dk1"/>
              </a:solidFill>
              <a:effectLst/>
              <a:uFillTx/>
              <a:latin typeface="Aptos"/>
            </a:endParaRPr>
          </a:p>
        </p:txBody>
      </p:sp>
      <p:sp>
        <p:nvSpPr>
          <p:cNvPr id="117" name="PlaceHolder 2"/>
          <p:cNvSpPr>
            <a:spLocks noGrp="1"/>
          </p:cNvSpPr>
          <p:nvPr>
            <p:ph/>
          </p:nvPr>
        </p:nvSpPr>
        <p:spPr>
          <a:xfrm>
            <a:off x="838080" y="1825560"/>
            <a:ext cx="10514880" cy="4350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ＭＳ Ｐゴシック"/>
                <a:ea typeface="ＭＳ Ｐゴシック"/>
              </a:rPr>
              <a:t>座標推定の遅延、誤差を評価</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r>
              <a:rPr b="0" lang="en-US" sz="2800" strike="noStrike" u="none">
                <a:solidFill>
                  <a:schemeClr val="dk1"/>
                </a:solidFill>
                <a:effectLst/>
                <a:uFillTx/>
                <a:latin typeface="ＭＳ Ｐゴシック"/>
                <a:ea typeface="ＭＳ Ｐゴシック"/>
              </a:rPr>
              <a:t>→ステレオキャリブレーション手法、カメラ間隔の調整等</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r>
              <a:rPr b="0" lang="ja-JP" sz="2800" strike="noStrike" u="none">
                <a:solidFill>
                  <a:schemeClr val="dk1"/>
                </a:solidFill>
                <a:effectLst/>
                <a:uFillTx/>
                <a:latin typeface="ＭＳ Ｐゴシック"/>
                <a:ea typeface="ＭＳ Ｐゴシック"/>
              </a:rPr>
              <a:t>・カメラを基準としたカメラ座標系からキーボードを基準とした世界座標系への変換</a:t>
            </a: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endParaRPr b="0" lang="en-US" sz="2800" strike="noStrike" u="none">
              <a:solidFill>
                <a:schemeClr val="dk1"/>
              </a:solidFill>
              <a:effectLst/>
              <a:uFillTx/>
              <a:latin typeface="Aptos"/>
            </a:endParaRPr>
          </a:p>
          <a:p>
            <a:pPr indent="0" defTabSz="914400">
              <a:lnSpc>
                <a:spcPct val="90000"/>
              </a:lnSpc>
              <a:spcBef>
                <a:spcPts val="1001"/>
              </a:spcBef>
              <a:buNone/>
              <a:tabLst>
                <a:tab algn="l" pos="0"/>
              </a:tabLst>
            </a:pPr>
            <a:r>
              <a:rPr b="0" lang="ja-JP" sz="2800" strike="noStrike" u="none">
                <a:solidFill>
                  <a:schemeClr val="dk1"/>
                </a:solidFill>
                <a:effectLst/>
                <a:uFillTx/>
                <a:latin typeface="ＭＳ Ｐゴシック"/>
                <a:ea typeface="ＭＳ Ｐゴシック"/>
              </a:rPr>
              <a:t>・共同研究との統合</a:t>
            </a:r>
            <a:endParaRPr b="0" lang="en-US" sz="2800" strike="noStrike" u="non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663</TotalTime>
  <Application>LibreOffice/25.2.6.2$Linux_X86_64 LibreOffice_project/520$Build-2</Application>
  <AppVersion>15.0000</AppVersion>
  <Words>501</Words>
  <Paragraphs>61</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2025-10-07T12:17:36Z</dcterms:created>
  <dc:creator>5I25 萩 郁人【鈴鹿】</dc:creator>
  <dc:description/>
  <dc:language>ja-JP</dc:language>
  <cp:lastModifiedBy/>
  <dcterms:modified xsi:type="dcterms:W3CDTF">2025-10-09T14:32:23Z</dcterms:modified>
  <cp:revision>9</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PresentationFormat">
    <vt:lpwstr>ワイド画面</vt:lpwstr>
  </property>
  <property fmtid="{D5CDD505-2E9C-101B-9397-08002B2CF9AE}" pid="4" name="Slides">
    <vt:i4>11</vt:i4>
  </property>
</Properties>
</file>