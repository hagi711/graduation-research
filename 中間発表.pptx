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png" ContentType="image/png"/>
  <Override PartName="/ppt/media/image3.png" ContentType="image/png"/>
  <Override PartName="/ppt/media/image14.png" ContentType="image/png"/>
  <Override PartName="/ppt/media/image5.jpeg" ContentType="image/jpe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11.png" ContentType="image/png"/>
  <Override PartName="/ppt/media/image2.png" ContentType="image/png"/>
  <Override PartName="/ppt/media/image8.wmf" ContentType="image/x-wmf"/>
  <Override PartName="/ppt/media/image9.png" ContentType="image/png"/>
  <Override PartName="/ppt/media/image13.png" ContentType="image/png"/>
  <Override PartName="/ppt/media/image4.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_rels/notesSlide4.xml.rels" ContentType="application/vnd.openxmlformats-package.relationships+xml"/>
  <Override PartName="/ppt/notesSlides/_rels/notesSlide3.xml.rels" ContentType="application/vnd.openxmlformats-package.relationships+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1" r:id="rId8"/>
    <p:sldMasterId id="2147483663" r:id="rId9"/>
    <p:sldMasterId id="2147483665" r:id="rId10"/>
    <p:sldMasterId id="2147483668" r:id="rId11"/>
    <p:sldMasterId id="2147483670" r:id="rId12"/>
    <p:sldMasterId id="2147483672"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type="sldImg"/>
          </p:nvPr>
        </p:nvSpPr>
        <p:spPr>
          <a:xfrm>
            <a:off x="0" y="812520"/>
            <a:ext cx="360" cy="360"/>
          </a:xfrm>
          <a:prstGeom prst="rect">
            <a:avLst/>
          </a:prstGeom>
          <a:noFill/>
          <a:ln w="0">
            <a:noFill/>
          </a:ln>
        </p:spPr>
        <p:txBody>
          <a:bodyPr lIns="0" rIns="0" tIns="0" bIns="0" anchor="ctr">
            <a:noAutofit/>
          </a:bodyPr>
          <a:p>
            <a:pPr algn="ctr"/>
            <a:r>
              <a:rPr b="0" lang="ja-JP" sz="4400" strike="noStrike" u="none">
                <a:solidFill>
                  <a:srgbClr val="000000"/>
                </a:solidFill>
                <a:effectLst/>
                <a:uFillTx/>
                <a:latin typeface="Arial"/>
              </a:rPr>
              <a:t>クリックしてスライドを移動</a:t>
            </a:r>
            <a:endParaRPr b="0" lang="en-US" sz="4400" strike="noStrike" u="none">
              <a:solidFill>
                <a:srgbClr val="000000"/>
              </a:solidFill>
              <a:effectLst/>
              <a:uFillTx/>
              <a:latin typeface="Arial"/>
            </a:endParaRPr>
          </a:p>
        </p:txBody>
      </p:sp>
      <p:sp>
        <p:nvSpPr>
          <p:cNvPr id="8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ja-JP" sz="2000" strike="noStrike" u="none">
                <a:solidFill>
                  <a:srgbClr val="000000"/>
                </a:solidFill>
                <a:effectLst/>
                <a:uFillTx/>
                <a:latin typeface="Arial"/>
              </a:rPr>
              <a:t>クリックしてノートの書式を編集</a:t>
            </a:r>
            <a:endParaRPr b="0" lang="en-US" sz="2000" strike="noStrike" u="none">
              <a:solidFill>
                <a:srgbClr val="000000"/>
              </a:solidFill>
              <a:effectLst/>
              <a:uFillTx/>
              <a:latin typeface="Arial"/>
            </a:endParaRPr>
          </a:p>
        </p:txBody>
      </p:sp>
      <p:sp>
        <p:nvSpPr>
          <p:cNvPr id="8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Noto Serif CJK JP"/>
              </a:rPr>
              <a:t>&lt;ヘッダー&gt;</a:t>
            </a:r>
            <a:endParaRPr b="0" lang="en-US" sz="1400" strike="noStrike" u="none">
              <a:solidFill>
                <a:srgbClr val="000000"/>
              </a:solidFill>
              <a:effectLst/>
              <a:uFillTx/>
              <a:latin typeface="Noto Serif CJK JP"/>
            </a:endParaRPr>
          </a:p>
        </p:txBody>
      </p:sp>
      <p:sp>
        <p:nvSpPr>
          <p:cNvPr id="90" name="PlaceHolder 4"/>
          <p:cNvSpPr>
            <a:spLocks noGrp="1"/>
          </p:cNvSpPr>
          <p:nvPr>
            <p:ph type="dt" idx="37"/>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Noto Serif CJK JP"/>
              </a:defRPr>
            </a:lvl1pPr>
          </a:lstStyle>
          <a:p>
            <a:pPr indent="0" algn="r">
              <a:buNone/>
            </a:pPr>
            <a:r>
              <a:rPr b="0" lang="en-US" sz="1400" strike="noStrike" u="none">
                <a:solidFill>
                  <a:srgbClr val="000000"/>
                </a:solidFill>
                <a:effectLst/>
                <a:uFillTx/>
                <a:latin typeface="Noto Serif CJK JP"/>
              </a:rPr>
              <a:t>&lt;日付/時刻&gt;</a:t>
            </a:r>
            <a:endParaRPr b="0" lang="en-US" sz="1400" strike="noStrike" u="none">
              <a:solidFill>
                <a:srgbClr val="000000"/>
              </a:solidFill>
              <a:effectLst/>
              <a:uFillTx/>
              <a:latin typeface="Noto Serif CJK JP"/>
            </a:endParaRPr>
          </a:p>
        </p:txBody>
      </p:sp>
      <p:sp>
        <p:nvSpPr>
          <p:cNvPr id="91" name="PlaceHolder 5"/>
          <p:cNvSpPr>
            <a:spLocks noGrp="1"/>
          </p:cNvSpPr>
          <p:nvPr>
            <p:ph type="ftr" idx="38"/>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Noto Serif CJK JP"/>
              </a:defRPr>
            </a:lvl1pPr>
          </a:lstStyle>
          <a:p>
            <a:pPr indent="0">
              <a:buNone/>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92" name="PlaceHolder 6"/>
          <p:cNvSpPr>
            <a:spLocks noGrp="1"/>
          </p:cNvSpPr>
          <p:nvPr>
            <p:ph type="sldNum" idx="39"/>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Noto Serif CJK JP"/>
              </a:defRPr>
            </a:lvl1pPr>
          </a:lstStyle>
          <a:p>
            <a:pPr indent="0" algn="r">
              <a:buNone/>
            </a:pPr>
            <a:fld id="{03AF41C3-2467-4277-997B-63C528D94122}" type="slidenum">
              <a:rPr b="0" lang="en-US" sz="1400" strike="noStrike" u="none">
                <a:solidFill>
                  <a:srgbClr val="000000"/>
                </a:solidFill>
                <a:effectLst/>
                <a:uFillTx/>
                <a:latin typeface="Noto Serif CJK JP"/>
              </a:rPr>
              <a:t>&lt;番号&gt;</a:t>
            </a:fld>
            <a:endParaRPr b="0" lang="en-US" sz="1400" strike="noStrike" u="none">
              <a:solidFill>
                <a:srgbClr val="000000"/>
              </a:solidFill>
              <a:effectLst/>
              <a:uFillTx/>
              <a:latin typeface="Noto Serif CJK JP"/>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sldImg"/>
          </p:nvPr>
        </p:nvSpPr>
        <p:spPr>
          <a:xfrm>
            <a:off x="216000" y="812520"/>
            <a:ext cx="7127280" cy="4008960"/>
          </a:xfrm>
          <a:prstGeom prst="rect">
            <a:avLst/>
          </a:prstGeom>
          <a:ln w="0">
            <a:noFill/>
          </a:ln>
        </p:spPr>
      </p:sp>
      <p:sp>
        <p:nvSpPr>
          <p:cNvPr id="14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ja-JP" sz="2000" strike="noStrike" u="none">
                <a:solidFill>
                  <a:srgbClr val="000000"/>
                </a:solidFill>
                <a:effectLst/>
                <a:uFillTx/>
                <a:latin typeface="Arial"/>
              </a:rPr>
              <a:t>映像からの手の座標の検出には</a:t>
            </a:r>
            <a:r>
              <a:rPr b="0" lang="en-US" sz="2000" strike="noStrike" u="none">
                <a:solidFill>
                  <a:srgbClr val="000000"/>
                </a:solidFill>
                <a:effectLst/>
                <a:uFillTx/>
                <a:latin typeface="Arial"/>
              </a:rPr>
              <a:t>MediaPipe Hand Landmarker</a:t>
            </a:r>
            <a:r>
              <a:rPr b="0" lang="ja-JP" sz="2000" strike="noStrike" u="none">
                <a:solidFill>
                  <a:srgbClr val="000000"/>
                </a:solidFill>
                <a:effectLst/>
                <a:uFillTx/>
                <a:latin typeface="Arial"/>
              </a:rPr>
              <a:t>を使用します。まず</a:t>
            </a:r>
            <a:r>
              <a:rPr b="0" lang="en-US" sz="2000" strike="noStrike" u="none">
                <a:solidFill>
                  <a:srgbClr val="000000"/>
                </a:solidFill>
                <a:effectLst/>
                <a:uFillTx/>
                <a:latin typeface="Arial"/>
              </a:rPr>
              <a:t>MediaPipe</a:t>
            </a:r>
            <a:r>
              <a:rPr b="0" lang="ja-JP" sz="2000" strike="noStrike" u="none">
                <a:solidFill>
                  <a:srgbClr val="000000"/>
                </a:solidFill>
                <a:effectLst/>
                <a:uFillTx/>
                <a:latin typeface="Arial"/>
              </a:rPr>
              <a:t>とは</a:t>
            </a:r>
            <a:r>
              <a:rPr b="0" lang="en-US" sz="2000" strike="noStrike" u="none">
                <a:solidFill>
                  <a:srgbClr val="000000"/>
                </a:solidFill>
                <a:effectLst/>
                <a:uFillTx/>
                <a:latin typeface="Arial"/>
              </a:rPr>
              <a:t>Google</a:t>
            </a:r>
            <a:r>
              <a:rPr b="0" lang="ja-JP" sz="2000" strike="noStrike" u="none">
                <a:solidFill>
                  <a:srgbClr val="000000"/>
                </a:solidFill>
                <a:effectLst/>
                <a:uFillTx/>
                <a:latin typeface="Arial"/>
              </a:rPr>
              <a:t>社が提供するライブメディア処理のためのオープンソース機械学習ソリューションです。</a:t>
            </a:r>
            <a:r>
              <a:rPr b="0" lang="en-US" sz="2000" strike="noStrike" u="none">
                <a:solidFill>
                  <a:srgbClr val="000000"/>
                </a:solidFill>
                <a:effectLst/>
                <a:uFillTx/>
                <a:latin typeface="Arial"/>
              </a:rPr>
              <a:t>Hand Landmarker</a:t>
            </a:r>
            <a:r>
              <a:rPr b="0" lang="ja-JP" sz="2000" strike="noStrike" u="none">
                <a:solidFill>
                  <a:srgbClr val="000000"/>
                </a:solidFill>
                <a:effectLst/>
                <a:uFillTx/>
                <a:latin typeface="Arial"/>
              </a:rPr>
              <a:t>はその中でも手や指の座標推定を行うモデルで、手の位置や</a:t>
            </a:r>
            <a:r>
              <a:rPr b="0" lang="en-US" sz="2000" strike="noStrike" u="none">
                <a:solidFill>
                  <a:srgbClr val="000000"/>
                </a:solidFill>
                <a:effectLst/>
                <a:uFillTx/>
                <a:latin typeface="Arial"/>
              </a:rPr>
              <a:t>21</a:t>
            </a:r>
            <a:r>
              <a:rPr b="0" lang="ja-JP" sz="2000" strike="noStrike" u="none">
                <a:solidFill>
                  <a:srgbClr val="000000"/>
                </a:solidFill>
                <a:effectLst/>
                <a:uFillTx/>
                <a:latin typeface="Arial"/>
              </a:rPr>
              <a:t>個のランドマークをリアルタイムに推定します。具体的なランドマークは図のように設定されていて、手首を含む各関節点と指先の座標を推定することができます。</a:t>
            </a:r>
            <a:endParaRPr b="0" lang="en-US" sz="2000" strike="noStrike" u="non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sldImg"/>
          </p:nvPr>
        </p:nvSpPr>
        <p:spPr>
          <a:xfrm>
            <a:off x="216000" y="812520"/>
            <a:ext cx="7127280" cy="4008960"/>
          </a:xfrm>
          <a:prstGeom prst="rect">
            <a:avLst/>
          </a:prstGeom>
          <a:ln w="0">
            <a:noFill/>
          </a:ln>
        </p:spPr>
      </p:sp>
      <p:sp>
        <p:nvSpPr>
          <p:cNvPr id="15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MediaPipe Hand Landmarker</a:t>
            </a:r>
            <a:r>
              <a:rPr b="0" lang="ja-JP" sz="2000" strike="noStrike" u="none">
                <a:solidFill>
                  <a:srgbClr val="000000"/>
                </a:solidFill>
                <a:effectLst/>
                <a:uFillTx/>
                <a:latin typeface="Arial"/>
              </a:rPr>
              <a:t>は主に映像上での二次元座標の推定に利用されますが、</a:t>
            </a:r>
            <a:r>
              <a:rPr b="0" lang="en-US" sz="2000" strike="noStrike" u="none">
                <a:solidFill>
                  <a:srgbClr val="000000"/>
                </a:solidFill>
                <a:effectLst/>
                <a:uFillTx/>
                <a:latin typeface="Arial"/>
              </a:rPr>
              <a:t>z</a:t>
            </a:r>
            <a:r>
              <a:rPr b="0" lang="ja-JP" sz="2000" strike="noStrike" u="none">
                <a:solidFill>
                  <a:srgbClr val="000000"/>
                </a:solidFill>
                <a:effectLst/>
                <a:uFillTx/>
                <a:latin typeface="Arial"/>
              </a:rPr>
              <a:t>座標を含む三次元座標の推定も可能です。昨年度の先行研究ではこれを利用して座標推定を行いましたが、結果としては平面に</a:t>
            </a:r>
            <a:endParaRPr b="0" lang="en-US" sz="2000" strike="noStrike" u="non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2 つのコンテンツ">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7"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B4D83EAE-E5BE-4B14-B2DE-3338AEE78A3A}" type="slidenum">
              <a:t>&lt;#&gt;</a:t>
            </a:fld>
          </a:p>
        </p:txBody>
      </p:sp>
      <p:sp>
        <p:nvSpPr>
          <p:cNvPr id="6" name="PlaceHolder 5"/>
          <p:cNvSpPr>
            <a:spLocks noGrp="1"/>
          </p:cNvSpPr>
          <p:nvPr>
            <p:ph type="dt" idx="1"/>
          </p:nvPr>
        </p:nvSpPr>
        <p:spPr/>
        <p:txBody>
          <a:bodyPr/>
          <a:p>
            <a:r>
              <a:rPr lang="ja-JP"/>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比較">
    <p:spTree>
      <p:nvGrpSpPr>
        <p:cNvPr id="1" name=""/>
        <p:cNvGrpSpPr/>
        <p:nvPr/>
      </p:nvGrpSpPr>
      <p:grpSpPr>
        <a:xfrm>
          <a:off x="0" y="0"/>
          <a:ext cx="0" cy="0"/>
          <a:chOff x="0" y="0"/>
          <a:chExt cx="0" cy="0"/>
        </a:xfrm>
      </p:grpSpPr>
      <p:sp>
        <p:nvSpPr>
          <p:cNvPr id="16"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17"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7804783A-9600-4702-8A16-4B7E0D64A30B}" type="slidenum">
              <a:t>&lt;#&gt;</a:t>
            </a:fld>
          </a:p>
        </p:txBody>
      </p:sp>
      <p:sp>
        <p:nvSpPr>
          <p:cNvPr id="6" name="PlaceHolder 5"/>
          <p:cNvSpPr>
            <a:spLocks noGrp="1"/>
          </p:cNvSpPr>
          <p:nvPr>
            <p:ph type="dt" idx="4"/>
          </p:nvPr>
        </p:nvSpPr>
        <p:spPr/>
        <p:txBody>
          <a:bodyPr/>
          <a:p>
            <a:r>
              <a:rPr lang="ja-JP"/>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のみ">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23"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D7BF1396-3CA2-44D3-B9DE-3866EDCDE975}" type="slidenum">
              <a:t>&lt;#&gt;</a:t>
            </a:fld>
          </a:p>
        </p:txBody>
      </p:sp>
      <p:sp>
        <p:nvSpPr>
          <p:cNvPr id="6" name="PlaceHolder 5"/>
          <p:cNvSpPr>
            <a:spLocks noGrp="1"/>
          </p:cNvSpPr>
          <p:nvPr>
            <p:ph type="dt" idx="7"/>
          </p:nvPr>
        </p:nvSpPr>
        <p:spPr/>
        <p:txBody>
          <a:bodyPr/>
          <a:p>
            <a:r>
              <a:rPr lang="ja-JP"/>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白紙">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28"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EE627576-6FE3-43CC-993B-06798E41DAB4}" type="slidenum">
              <a:t>&lt;#&gt;</a:t>
            </a:fld>
          </a:p>
        </p:txBody>
      </p:sp>
      <p:sp>
        <p:nvSpPr>
          <p:cNvPr id="6" name="PlaceHolder 5"/>
          <p:cNvSpPr>
            <a:spLocks noGrp="1"/>
          </p:cNvSpPr>
          <p:nvPr>
            <p:ph type="dt" idx="10"/>
          </p:nvPr>
        </p:nvSpPr>
        <p:spPr/>
        <p:txBody>
          <a:bodyPr/>
          <a:p>
            <a:r>
              <a:rPr lang="ja-JP"/>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 スライド">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35"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14"/>
          </p:nvPr>
        </p:nvSpPr>
        <p:spPr/>
        <p:txBody>
          <a:bodyPr/>
          <a:p>
            <a:r>
              <a:t>Footer</a:t>
            </a:r>
          </a:p>
        </p:txBody>
      </p:sp>
      <p:sp>
        <p:nvSpPr>
          <p:cNvPr id="5" name="PlaceHolder 4"/>
          <p:cNvSpPr>
            <a:spLocks noGrp="1"/>
          </p:cNvSpPr>
          <p:nvPr>
            <p:ph type="sldNum" idx="15"/>
          </p:nvPr>
        </p:nvSpPr>
        <p:spPr/>
        <p:txBody>
          <a:bodyPr/>
          <a:p>
            <a:fld id="{35A9554A-6536-4700-91CE-4C709BFB7128}" type="slidenum">
              <a:t>&lt;#&gt;</a:t>
            </a:fld>
          </a:p>
        </p:txBody>
      </p:sp>
      <p:sp>
        <p:nvSpPr>
          <p:cNvPr id="6" name="PlaceHolder 5"/>
          <p:cNvSpPr>
            <a:spLocks noGrp="1"/>
          </p:cNvSpPr>
          <p:nvPr>
            <p:ph type="dt" idx="13"/>
          </p:nvPr>
        </p:nvSpPr>
        <p:spPr/>
        <p:txBody>
          <a:bodyPr/>
          <a:p>
            <a:r>
              <a:rPr lang="ja-JP"/>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標準">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42"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17"/>
          </p:nvPr>
        </p:nvSpPr>
        <p:spPr/>
        <p:txBody>
          <a:bodyPr/>
          <a:p>
            <a:r>
              <a:t>Footer</a:t>
            </a:r>
          </a:p>
        </p:txBody>
      </p:sp>
      <p:sp>
        <p:nvSpPr>
          <p:cNvPr id="5" name="PlaceHolder 4"/>
          <p:cNvSpPr>
            <a:spLocks noGrp="1"/>
          </p:cNvSpPr>
          <p:nvPr>
            <p:ph type="sldNum" idx="18"/>
          </p:nvPr>
        </p:nvSpPr>
        <p:spPr/>
        <p:txBody>
          <a:bodyPr/>
          <a:p>
            <a:fld id="{0395C5F6-9659-4806-B7C2-C07B39769D94}" type="slidenum">
              <a:t>&lt;#&gt;</a:t>
            </a:fld>
          </a:p>
        </p:txBody>
      </p:sp>
      <p:sp>
        <p:nvSpPr>
          <p:cNvPr id="6" name="PlaceHolder 5"/>
          <p:cNvSpPr>
            <a:spLocks noGrp="1"/>
          </p:cNvSpPr>
          <p:nvPr>
            <p:ph type="dt" idx="16"/>
          </p:nvPr>
        </p:nvSpPr>
        <p:spPr/>
        <p:txBody>
          <a:bodyPr/>
          <a:p>
            <a:r>
              <a:rPr lang="ja-JP"/>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標準">
    <p:spTree>
      <p:nvGrpSpPr>
        <p:cNvPr id="1" name=""/>
        <p:cNvGrpSpPr/>
        <p:nvPr/>
      </p:nvGrpSpPr>
      <p:grpSpPr>
        <a:xfrm>
          <a:off x="0" y="0"/>
          <a:ext cx="0" cy="0"/>
          <a:chOff x="0" y="0"/>
          <a:chExt cx="0" cy="0"/>
        </a:xfrm>
      </p:grpSpPr>
      <p:sp>
        <p:nvSpPr>
          <p:cNvPr id="43"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44" name="PlaceHolder 2"/>
          <p:cNvSpPr>
            <a:spLocks noGrp="1"/>
          </p:cNvSpPr>
          <p:nvPr>
            <p:ph type="subTitle"/>
          </p:nvPr>
        </p:nvSpPr>
        <p:spPr>
          <a:xfrm>
            <a:off x="838080" y="1825560"/>
            <a:ext cx="10514520" cy="4350240"/>
          </a:xfrm>
          <a:prstGeom prst="rect">
            <a:avLst/>
          </a:prstGeom>
          <a:noFill/>
          <a:ln w="0">
            <a:noFill/>
          </a:ln>
        </p:spPr>
        <p:txBody>
          <a:bodyPr lIns="0" rIns="0" tIns="0" bIns="0" anchor="ctr">
            <a:spAutoFit/>
          </a:bodyPr>
          <a:p>
            <a:pPr indent="0" algn="ctr">
              <a:buNone/>
            </a:pPr>
            <a:endParaRPr b="0" lang="en-US" sz="3200" strike="noStrike" u="none">
              <a:solidFill>
                <a:srgbClr val="000000"/>
              </a:solidFill>
              <a:effectLst/>
              <a:uFillTx/>
              <a:latin typeface="Arial"/>
            </a:endParaRPr>
          </a:p>
        </p:txBody>
      </p:sp>
      <p:sp>
        <p:nvSpPr>
          <p:cNvPr id="4" name="PlaceHolder 3"/>
          <p:cNvSpPr>
            <a:spLocks noGrp="1"/>
          </p:cNvSpPr>
          <p:nvPr>
            <p:ph type="ftr" idx="17"/>
          </p:nvPr>
        </p:nvSpPr>
        <p:spPr/>
        <p:txBody>
          <a:bodyPr/>
          <a:p>
            <a:r>
              <a:t>Footer</a:t>
            </a:r>
          </a:p>
        </p:txBody>
      </p:sp>
      <p:sp>
        <p:nvSpPr>
          <p:cNvPr id="5" name="PlaceHolder 4"/>
          <p:cNvSpPr>
            <a:spLocks noGrp="1"/>
          </p:cNvSpPr>
          <p:nvPr>
            <p:ph type="sldNum" idx="18"/>
          </p:nvPr>
        </p:nvSpPr>
        <p:spPr/>
        <p:txBody>
          <a:bodyPr/>
          <a:p>
            <a:fld id="{F80BDF42-C520-4C68-B459-D14C485EDB63}" type="slidenum">
              <a:t>&lt;#&gt;</a:t>
            </a:fld>
          </a:p>
        </p:txBody>
      </p:sp>
      <p:sp>
        <p:nvSpPr>
          <p:cNvPr id="6" name="PlaceHolder 5"/>
          <p:cNvSpPr>
            <a:spLocks noGrp="1"/>
          </p:cNvSpPr>
          <p:nvPr>
            <p:ph type="dt" idx="16"/>
          </p:nvPr>
        </p:nvSpPr>
        <p:spPr/>
        <p:txBody>
          <a:bodyPr/>
          <a:p>
            <a:r>
              <a:rPr lang="ja-JP"/>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付きのコンテンツ">
    <p:spTree>
      <p:nvGrpSpPr>
        <p:cNvPr id="1" name=""/>
        <p:cNvGrpSpPr/>
        <p:nvPr/>
      </p:nvGrpSpPr>
      <p:grpSpPr>
        <a:xfrm>
          <a:off x="0" y="0"/>
          <a:ext cx="0" cy="0"/>
          <a:chOff x="0" y="0"/>
          <a:chExt cx="0" cy="0"/>
        </a:xfrm>
      </p:grpSpPr>
      <p:sp>
        <p:nvSpPr>
          <p:cNvPr id="51"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52"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20"/>
          </p:nvPr>
        </p:nvSpPr>
        <p:spPr/>
        <p:txBody>
          <a:bodyPr/>
          <a:p>
            <a:r>
              <a:t>Footer</a:t>
            </a:r>
          </a:p>
        </p:txBody>
      </p:sp>
      <p:sp>
        <p:nvSpPr>
          <p:cNvPr id="5" name="PlaceHolder 4"/>
          <p:cNvSpPr>
            <a:spLocks noGrp="1"/>
          </p:cNvSpPr>
          <p:nvPr>
            <p:ph type="sldNum" idx="21"/>
          </p:nvPr>
        </p:nvSpPr>
        <p:spPr/>
        <p:txBody>
          <a:bodyPr/>
          <a:p>
            <a:fld id="{76599D0C-B278-4DDB-986C-8CD6D5BF7116}" type="slidenum">
              <a:t>&lt;#&gt;</a:t>
            </a:fld>
          </a:p>
        </p:txBody>
      </p:sp>
      <p:sp>
        <p:nvSpPr>
          <p:cNvPr id="6" name="PlaceHolder 5"/>
          <p:cNvSpPr>
            <a:spLocks noGrp="1"/>
          </p:cNvSpPr>
          <p:nvPr>
            <p:ph type="dt" idx="19"/>
          </p:nvPr>
        </p:nvSpPr>
        <p:spPr/>
        <p:txBody>
          <a:bodyPr/>
          <a:p>
            <a:r>
              <a:rPr lang="ja-JP"/>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付きの図">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60"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23"/>
          </p:nvPr>
        </p:nvSpPr>
        <p:spPr/>
        <p:txBody>
          <a:bodyPr/>
          <a:p>
            <a:r>
              <a:t>Footer</a:t>
            </a:r>
          </a:p>
        </p:txBody>
      </p:sp>
      <p:sp>
        <p:nvSpPr>
          <p:cNvPr id="5" name="PlaceHolder 4"/>
          <p:cNvSpPr>
            <a:spLocks noGrp="1"/>
          </p:cNvSpPr>
          <p:nvPr>
            <p:ph type="sldNum" idx="24"/>
          </p:nvPr>
        </p:nvSpPr>
        <p:spPr/>
        <p:txBody>
          <a:bodyPr/>
          <a:p>
            <a:fld id="{3EEF98B8-6ECB-4E29-A6E8-6A59015EAD7D}" type="slidenum">
              <a:t>&lt;#&gt;</a:t>
            </a:fld>
          </a:p>
        </p:txBody>
      </p:sp>
      <p:sp>
        <p:nvSpPr>
          <p:cNvPr id="6" name="PlaceHolder 5"/>
          <p:cNvSpPr>
            <a:spLocks noGrp="1"/>
          </p:cNvSpPr>
          <p:nvPr>
            <p:ph type="dt" idx="22"/>
          </p:nvPr>
        </p:nvSpPr>
        <p:spPr/>
        <p:txBody>
          <a:bodyPr/>
          <a:p>
            <a:r>
              <a:rPr lang="ja-JP"/>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と縦書きテキスト">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67"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26"/>
          </p:nvPr>
        </p:nvSpPr>
        <p:spPr/>
        <p:txBody>
          <a:bodyPr/>
          <a:p>
            <a:r>
              <a:t>Footer</a:t>
            </a:r>
          </a:p>
        </p:txBody>
      </p:sp>
      <p:sp>
        <p:nvSpPr>
          <p:cNvPr id="5" name="PlaceHolder 4"/>
          <p:cNvSpPr>
            <a:spLocks noGrp="1"/>
          </p:cNvSpPr>
          <p:nvPr>
            <p:ph type="sldNum" idx="27"/>
          </p:nvPr>
        </p:nvSpPr>
        <p:spPr/>
        <p:txBody>
          <a:bodyPr/>
          <a:p>
            <a:fld id="{2768FDD9-02C2-4D1B-B65E-6C353F9B4DFE}" type="slidenum">
              <a:t>&lt;#&gt;</a:t>
            </a:fld>
          </a:p>
        </p:txBody>
      </p:sp>
      <p:sp>
        <p:nvSpPr>
          <p:cNvPr id="6" name="PlaceHolder 5"/>
          <p:cNvSpPr>
            <a:spLocks noGrp="1"/>
          </p:cNvSpPr>
          <p:nvPr>
            <p:ph type="dt" idx="25"/>
          </p:nvPr>
        </p:nvSpPr>
        <p:spPr/>
        <p:txBody>
          <a:bodyPr/>
          <a:p>
            <a:r>
              <a:rPr lang="ja-JP"/>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タイトルと縦書きテキスト">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0B188A19-F3CF-4C7D-8467-747C586AFD0B}" type="slidenum">
              <a:t>&lt;#&gt;</a:t>
            </a:fld>
          </a:p>
        </p:txBody>
      </p:sp>
      <p:sp>
        <p:nvSpPr>
          <p:cNvPr id="4" name="PlaceHolder 3"/>
          <p:cNvSpPr>
            <a:spLocks noGrp="1"/>
          </p:cNvSpPr>
          <p:nvPr>
            <p:ph type="dt" idx="25"/>
          </p:nvPr>
        </p:nvSpPr>
        <p:spPr/>
        <p:txBody>
          <a:bodyPr/>
          <a:p>
            <a:r>
              <a:rPr lang="ja-JP"/>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縦書きタイトルと&#10;縦書きテキスト">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74"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29"/>
          </p:nvPr>
        </p:nvSpPr>
        <p:spPr/>
        <p:txBody>
          <a:bodyPr/>
          <a:p>
            <a:r>
              <a:t>Footer</a:t>
            </a:r>
          </a:p>
        </p:txBody>
      </p:sp>
      <p:sp>
        <p:nvSpPr>
          <p:cNvPr id="5" name="PlaceHolder 4"/>
          <p:cNvSpPr>
            <a:spLocks noGrp="1"/>
          </p:cNvSpPr>
          <p:nvPr>
            <p:ph type="sldNum" idx="30"/>
          </p:nvPr>
        </p:nvSpPr>
        <p:spPr/>
        <p:txBody>
          <a:bodyPr/>
          <a:p>
            <a:fld id="{5AFFD837-1C55-4367-9AB4-3ABA2260B8A5}" type="slidenum">
              <a:t>&lt;#&gt;</a:t>
            </a:fld>
          </a:p>
        </p:txBody>
      </p:sp>
      <p:sp>
        <p:nvSpPr>
          <p:cNvPr id="6" name="PlaceHolder 5"/>
          <p:cNvSpPr>
            <a:spLocks noGrp="1"/>
          </p:cNvSpPr>
          <p:nvPr>
            <p:ph type="dt" idx="28"/>
          </p:nvPr>
        </p:nvSpPr>
        <p:spPr/>
        <p:txBody>
          <a:bodyPr/>
          <a:p>
            <a:r>
              <a:rPr lang="ja-JP"/>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タイトルとコンテンツ">
    <p:spTree>
      <p:nvGrpSpPr>
        <p:cNvPr id="1" name=""/>
        <p:cNvGrpSpPr/>
        <p:nvPr/>
      </p:nvGrpSpPr>
      <p:grpSpPr>
        <a:xfrm>
          <a:off x="0" y="0"/>
          <a:ext cx="0" cy="0"/>
          <a:chOff x="0" y="0"/>
          <a:chExt cx="0" cy="0"/>
        </a:xfrm>
      </p:grpSpPr>
      <p:sp>
        <p:nvSpPr>
          <p:cNvPr id="80" name="PlaceHolder 1"/>
          <p:cNvSpPr>
            <a:spLocks noGrp="1"/>
          </p:cNvSpPr>
          <p:nvPr>
            <p:ph type="title"/>
          </p:nvPr>
        </p:nvSpPr>
        <p:spPr>
          <a:xfrm>
            <a:off x="838080" y="365040"/>
            <a:ext cx="10514520" cy="132444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81"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4" name="PlaceHolder 3"/>
          <p:cNvSpPr>
            <a:spLocks noGrp="1"/>
          </p:cNvSpPr>
          <p:nvPr>
            <p:ph type="ftr" idx="32"/>
          </p:nvPr>
        </p:nvSpPr>
        <p:spPr/>
        <p:txBody>
          <a:bodyPr/>
          <a:p>
            <a:r>
              <a:t>Footer</a:t>
            </a:r>
          </a:p>
        </p:txBody>
      </p:sp>
      <p:sp>
        <p:nvSpPr>
          <p:cNvPr id="5" name="PlaceHolder 4"/>
          <p:cNvSpPr>
            <a:spLocks noGrp="1"/>
          </p:cNvSpPr>
          <p:nvPr>
            <p:ph type="sldNum" idx="33"/>
          </p:nvPr>
        </p:nvSpPr>
        <p:spPr/>
        <p:txBody>
          <a:bodyPr/>
          <a:p>
            <a:fld id="{8C333C61-7C12-46D8-9DF7-0ED1F5A7E0C8}" type="slidenum">
              <a:t>&lt;#&gt;</a:t>
            </a:fld>
          </a:p>
        </p:txBody>
      </p:sp>
      <p:sp>
        <p:nvSpPr>
          <p:cNvPr id="6" name="PlaceHolder 5"/>
          <p:cNvSpPr>
            <a:spLocks noGrp="1"/>
          </p:cNvSpPr>
          <p:nvPr>
            <p:ph type="dt" idx="31"/>
          </p:nvPr>
        </p:nvSpPr>
        <p:spPr/>
        <p:txBody>
          <a:bodyPr/>
          <a:p>
            <a:r>
              <a:rPr lang="ja-JP"/>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Relationship Id="rId3" Type="http://schemas.openxmlformats.org/officeDocument/2006/relationships/slideLayout" Target="../slideLayouts/slideLayout7.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8.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9.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0.xml"/><Relationship Id="rId3" Type="http://schemas.openxmlformats.org/officeDocument/2006/relationships/slideLayout" Target="../slideLayouts/slideLayout11.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2.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3.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rgbClr val="000000"/>
              </a:solidFill>
              <a:effectLst/>
              <a:uFillTx/>
              <a:latin typeface="Arial"/>
            </a:endParaRPr>
          </a:p>
        </p:txBody>
      </p:sp>
      <p:sp>
        <p:nvSpPr>
          <p:cNvPr id="1" name="PlaceHolder 2"/>
          <p:cNvSpPr>
            <a:spLocks noGrp="1"/>
          </p:cNvSpPr>
          <p:nvPr>
            <p:ph type="body"/>
          </p:nvPr>
        </p:nvSpPr>
        <p:spPr>
          <a:xfrm>
            <a:off x="838080" y="1825560"/>
            <a:ext cx="5180400" cy="435024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864000" indent="-324000" defTabSz="914400">
              <a:lnSpc>
                <a:spcPct val="90000"/>
              </a:lnSpc>
              <a:spcBef>
                <a:spcPts val="499"/>
              </a:spcBef>
              <a:buClr>
                <a:srgbClr val="000000"/>
              </a:buClr>
              <a:buSzPct val="75000"/>
              <a:buFont typeface="Symbol" charset="2"/>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296000" indent="-288000" defTabSz="914400">
              <a:lnSpc>
                <a:spcPct val="90000"/>
              </a:lnSpc>
              <a:spcBef>
                <a:spcPts val="499"/>
              </a:spcBef>
              <a:buClr>
                <a:srgbClr val="000000"/>
              </a:buClr>
              <a:buSzPct val="45000"/>
              <a:buFont typeface="Wingdings" charset="2"/>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728000" indent="-216000" defTabSz="914400">
              <a:lnSpc>
                <a:spcPct val="90000"/>
              </a:lnSpc>
              <a:spcBef>
                <a:spcPts val="499"/>
              </a:spcBef>
              <a:buClr>
                <a:srgbClr val="000000"/>
              </a:buClr>
              <a:buSzPct val="75000"/>
              <a:buFont typeface="Symbol"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160000" indent="-216000" defTabSz="914400">
              <a:lnSpc>
                <a:spcPct val="90000"/>
              </a:lnSpc>
              <a:spcBef>
                <a:spcPts val="499"/>
              </a:spcBef>
              <a:buClr>
                <a:srgbClr val="000000"/>
              </a:buClr>
              <a:buSzPct val="45000"/>
              <a:buFont typeface="Wingdings"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2" name="PlaceHolder 3"/>
          <p:cNvSpPr>
            <a:spLocks noGrp="1"/>
          </p:cNvSpPr>
          <p:nvPr>
            <p:ph type="body"/>
          </p:nvPr>
        </p:nvSpPr>
        <p:spPr>
          <a:xfrm>
            <a:off x="6172200" y="1825560"/>
            <a:ext cx="518040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3" name="PlaceHolder 4"/>
          <p:cNvSpPr>
            <a:spLocks noGrp="1"/>
          </p:cNvSpPr>
          <p:nvPr>
            <p:ph type="dt" idx="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4" name="PlaceHolder 5"/>
          <p:cNvSpPr>
            <a:spLocks noGrp="1"/>
          </p:cNvSpPr>
          <p:nvPr>
            <p:ph type="ftr" idx="2"/>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5" name="PlaceHolder 6"/>
          <p:cNvSpPr>
            <a:spLocks noGrp="1"/>
          </p:cNvSpPr>
          <p:nvPr>
            <p:ph type="sldNum" idx="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0BFA70AF-C5B5-4817-81AC-C0F6C280DD2F}"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8398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rgbClr val="000000"/>
              </a:solidFill>
              <a:effectLst/>
              <a:uFillTx/>
              <a:latin typeface="Arial"/>
            </a:endParaRPr>
          </a:p>
        </p:txBody>
      </p:sp>
      <p:sp>
        <p:nvSpPr>
          <p:cNvPr id="9" name="PlaceHolder 2"/>
          <p:cNvSpPr>
            <a:spLocks noGrp="1"/>
          </p:cNvSpPr>
          <p:nvPr>
            <p:ph type="body"/>
          </p:nvPr>
        </p:nvSpPr>
        <p:spPr>
          <a:xfrm>
            <a:off x="839880" y="1681200"/>
            <a:ext cx="5156640" cy="822960"/>
          </a:xfrm>
          <a:prstGeom prst="rect">
            <a:avLst/>
          </a:prstGeom>
          <a:noFill/>
          <a:ln w="0">
            <a:noFill/>
          </a:ln>
        </p:spPr>
        <p:txBody>
          <a:bodyPr lIns="91440" rIns="91440" tIns="45720" bIns="45720" anchor="b">
            <a:noAutofit/>
          </a:bodyPr>
          <a:p>
            <a:pPr marL="228600" defTabSz="914400">
              <a:lnSpc>
                <a:spcPct val="90000"/>
              </a:lnSpc>
              <a:spcBef>
                <a:spcPts val="1001"/>
              </a:spcBef>
              <a:buClr>
                <a:srgbClr val="000000"/>
              </a:buClr>
              <a:buSzPct val="45000"/>
              <a:buFont typeface="Wingdings" charset="2"/>
              <a:buChar char=""/>
              <a:tabLst>
                <a:tab algn="l" pos="0"/>
              </a:tabLst>
            </a:pPr>
            <a:r>
              <a:rPr b="1" lang="ja-JP" sz="2400" strike="noStrike" u="none">
                <a:solidFill>
                  <a:schemeClr val="dk1"/>
                </a:solidFill>
                <a:effectLst/>
                <a:uFillTx/>
                <a:latin typeface="Aptos"/>
              </a:rPr>
              <a:t>マスター テキストの書式設定</a:t>
            </a:r>
            <a:endParaRPr b="0" lang="en-US" sz="2400" strike="noStrike" u="none">
              <a:solidFill>
                <a:srgbClr val="000000"/>
              </a:solidFill>
              <a:effectLst/>
              <a:uFillTx/>
              <a:latin typeface="Arial"/>
            </a:endParaRPr>
          </a:p>
        </p:txBody>
      </p:sp>
      <p:sp>
        <p:nvSpPr>
          <p:cNvPr id="10" name="PlaceHolder 3"/>
          <p:cNvSpPr>
            <a:spLocks noGrp="1"/>
          </p:cNvSpPr>
          <p:nvPr>
            <p:ph type="body"/>
          </p:nvPr>
        </p:nvSpPr>
        <p:spPr>
          <a:xfrm>
            <a:off x="839880" y="2505240"/>
            <a:ext cx="515664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11" name="PlaceHolder 4"/>
          <p:cNvSpPr>
            <a:spLocks noGrp="1"/>
          </p:cNvSpPr>
          <p:nvPr>
            <p:ph type="body"/>
          </p:nvPr>
        </p:nvSpPr>
        <p:spPr>
          <a:xfrm>
            <a:off x="6172200" y="1681200"/>
            <a:ext cx="5182200" cy="822960"/>
          </a:xfrm>
          <a:prstGeom prst="rect">
            <a:avLst/>
          </a:prstGeom>
          <a:noFill/>
          <a:ln w="0">
            <a:noFill/>
          </a:ln>
        </p:spPr>
        <p:txBody>
          <a:bodyPr lIns="91440" rIns="91440" tIns="45720" bIns="45720" anchor="b">
            <a:noAutofit/>
          </a:bodyPr>
          <a:p>
            <a:pPr marL="228600" indent="0" defTabSz="914400">
              <a:lnSpc>
                <a:spcPct val="90000"/>
              </a:lnSpc>
              <a:spcBef>
                <a:spcPts val="1001"/>
              </a:spcBef>
              <a:buNone/>
              <a:tabLst>
                <a:tab algn="l" pos="0"/>
              </a:tabLst>
            </a:pPr>
            <a:r>
              <a:rPr b="1" lang="ja-JP" sz="2400" strike="noStrike" u="none">
                <a:solidFill>
                  <a:schemeClr val="dk1"/>
                </a:solidFill>
                <a:effectLst/>
                <a:uFillTx/>
                <a:latin typeface="Aptos"/>
              </a:rPr>
              <a:t>マスター テキストの書式設定</a:t>
            </a:r>
            <a:endParaRPr b="0" lang="en-US" sz="2400" strike="noStrike" u="none">
              <a:solidFill>
                <a:srgbClr val="000000"/>
              </a:solidFill>
              <a:effectLst/>
              <a:uFillTx/>
              <a:latin typeface="Arial"/>
            </a:endParaRPr>
          </a:p>
        </p:txBody>
      </p:sp>
      <p:sp>
        <p:nvSpPr>
          <p:cNvPr id="12" name="PlaceHolder 5"/>
          <p:cNvSpPr>
            <a:spLocks noGrp="1"/>
          </p:cNvSpPr>
          <p:nvPr>
            <p:ph type="body"/>
          </p:nvPr>
        </p:nvSpPr>
        <p:spPr>
          <a:xfrm>
            <a:off x="6172200" y="2505240"/>
            <a:ext cx="518220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685800" indent="-228600" defTabSz="914400">
              <a:lnSpc>
                <a:spcPct val="90000"/>
              </a:lnSpc>
              <a:spcBef>
                <a:spcPts val="499"/>
              </a:spcBef>
              <a:buClr>
                <a:srgbClr val="000000"/>
              </a:buClr>
              <a:buFont typeface="Arial"/>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143000" indent="-228600" defTabSz="914400">
              <a:lnSpc>
                <a:spcPct val="90000"/>
              </a:lnSpc>
              <a:spcBef>
                <a:spcPts val="499"/>
              </a:spcBef>
              <a:buClr>
                <a:srgbClr val="000000"/>
              </a:buClr>
              <a:buFont typeface="Arial"/>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6002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057400" indent="-228600" defTabSz="914400">
              <a:lnSpc>
                <a:spcPct val="90000"/>
              </a:lnSpc>
              <a:spcBef>
                <a:spcPts val="499"/>
              </a:spcBef>
              <a:buClr>
                <a:srgbClr val="000000"/>
              </a:buClr>
              <a:buFont typeface="Arial"/>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13" name="PlaceHolder 6"/>
          <p:cNvSpPr>
            <a:spLocks noGrp="1"/>
          </p:cNvSpPr>
          <p:nvPr>
            <p:ph type="dt" idx="4"/>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14" name="PlaceHolder 7"/>
          <p:cNvSpPr>
            <a:spLocks noGrp="1"/>
          </p:cNvSpPr>
          <p:nvPr>
            <p:ph type="ftr" idx="5"/>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15" name="PlaceHolder 8"/>
          <p:cNvSpPr>
            <a:spLocks noGrp="1"/>
          </p:cNvSpPr>
          <p:nvPr>
            <p:ph type="sldNum" idx="6"/>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F341FF3D-8C2B-41A3-9ED0-B98655351C87}"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rgbClr val="000000"/>
              </a:solidFill>
              <a:effectLst/>
              <a:uFillTx/>
              <a:latin typeface="Arial"/>
            </a:endParaRPr>
          </a:p>
        </p:txBody>
      </p:sp>
      <p:sp>
        <p:nvSpPr>
          <p:cNvPr id="19" name="PlaceHolder 2"/>
          <p:cNvSpPr>
            <a:spLocks noGrp="1"/>
          </p:cNvSpPr>
          <p:nvPr>
            <p:ph type="dt" idx="7"/>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20" name="PlaceHolder 3"/>
          <p:cNvSpPr>
            <a:spLocks noGrp="1"/>
          </p:cNvSpPr>
          <p:nvPr>
            <p:ph type="ftr" idx="8"/>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21" name="PlaceHolder 4"/>
          <p:cNvSpPr>
            <a:spLocks noGrp="1"/>
          </p:cNvSpPr>
          <p:nvPr>
            <p:ph type="sldNum" idx="9"/>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3F51E87E-61F0-4136-BA05-797900819CB8}"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dt" idx="10"/>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25" name="PlaceHolder 2"/>
          <p:cNvSpPr>
            <a:spLocks noGrp="1"/>
          </p:cNvSpPr>
          <p:nvPr>
            <p:ph type="ftr" idx="11"/>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26" name="PlaceHolder 3"/>
          <p:cNvSpPr>
            <a:spLocks noGrp="1"/>
          </p:cNvSpPr>
          <p:nvPr>
            <p:ph type="sldNum" idx="12"/>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A7713E9F-CD1E-4369-B751-2FD26A4D5F6A}"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1523880" y="1122480"/>
            <a:ext cx="9142920" cy="23864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ja-JP" sz="6000" strike="noStrike" u="none">
                <a:solidFill>
                  <a:schemeClr val="dk1"/>
                </a:solidFill>
                <a:effectLst/>
                <a:uFillTx/>
                <a:latin typeface="Aptos Display"/>
              </a:rPr>
              <a:t>マスター タイトルの書式設定</a:t>
            </a:r>
            <a:endParaRPr b="0" lang="en-US" sz="6000" strike="noStrike" u="none">
              <a:solidFill>
                <a:srgbClr val="000000"/>
              </a:solidFill>
              <a:effectLst/>
              <a:uFillTx/>
              <a:latin typeface="Arial"/>
            </a:endParaRPr>
          </a:p>
        </p:txBody>
      </p:sp>
      <p:sp>
        <p:nvSpPr>
          <p:cNvPr id="30" name="PlaceHolder 2"/>
          <p:cNvSpPr>
            <a:spLocks noGrp="1"/>
          </p:cNvSpPr>
          <p:nvPr>
            <p:ph type="dt" idx="13"/>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31" name="PlaceHolder 3"/>
          <p:cNvSpPr>
            <a:spLocks noGrp="1"/>
          </p:cNvSpPr>
          <p:nvPr>
            <p:ph type="ftr" idx="14"/>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32" name="PlaceHolder 4"/>
          <p:cNvSpPr>
            <a:spLocks noGrp="1"/>
          </p:cNvSpPr>
          <p:nvPr>
            <p:ph type="sldNum" idx="15"/>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ACBADC93-40BB-47E4-A21A-989A49D52877}"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
        <p:nvSpPr>
          <p:cNvPr id="33" name="PlaceHolder 5"/>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ja-JP" sz="2800" strike="noStrike" u="none">
                <a:solidFill>
                  <a:schemeClr val="dk1"/>
                </a:solidFill>
                <a:effectLst/>
                <a:uFillTx/>
                <a:latin typeface="Aptos"/>
              </a:rPr>
              <a:t>クリックしてアウトラインのテキストを編集</a:t>
            </a:r>
            <a:endParaRPr b="0" lang="en-US" sz="28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2</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3</a:t>
            </a:r>
            <a:r>
              <a:rPr b="0" lang="ja-JP" sz="1800" strike="noStrike" u="none">
                <a:solidFill>
                  <a:schemeClr val="dk1"/>
                </a:solidFill>
                <a:effectLst/>
                <a:uFillTx/>
                <a:latin typeface="Aptos"/>
              </a:rPr>
              <a:t>レベル アウトライン</a:t>
            </a:r>
            <a:endParaRPr b="0" lang="en-US" sz="1800" strike="noStrike" u="none">
              <a:solidFill>
                <a:srgbClr val="000000"/>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4</a:t>
            </a:r>
            <a:r>
              <a:rPr b="0" lang="ja-JP" sz="1800" strike="noStrike" u="none">
                <a:solidFill>
                  <a:schemeClr val="dk1"/>
                </a:solidFill>
                <a:effectLst/>
                <a:uFillTx/>
                <a:latin typeface="Aptos"/>
              </a:rPr>
              <a:t>レベル アウトライン</a:t>
            </a:r>
            <a:endParaRPr b="0" lang="en-US" sz="1800" strike="noStrike" u="none">
              <a:solidFill>
                <a:srgbClr val="000000"/>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5</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6</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7</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1523880" y="1122480"/>
            <a:ext cx="9142920" cy="23864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ja-JP" sz="6000" strike="noStrike" u="none">
                <a:solidFill>
                  <a:schemeClr val="dk1"/>
                </a:solidFill>
                <a:effectLst/>
                <a:uFillTx/>
                <a:latin typeface="Aptos Display"/>
              </a:rPr>
              <a:t>マスター タイトルの書式設定</a:t>
            </a:r>
            <a:endParaRPr b="0" lang="en-US" sz="6000" strike="noStrike" u="none">
              <a:solidFill>
                <a:srgbClr val="000000"/>
              </a:solidFill>
              <a:effectLst/>
              <a:uFillTx/>
              <a:latin typeface="Arial"/>
            </a:endParaRPr>
          </a:p>
        </p:txBody>
      </p:sp>
      <p:sp>
        <p:nvSpPr>
          <p:cNvPr id="37" name="PlaceHolder 2"/>
          <p:cNvSpPr>
            <a:spLocks noGrp="1"/>
          </p:cNvSpPr>
          <p:nvPr>
            <p:ph type="dt" idx="16"/>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38" name="PlaceHolder 3"/>
          <p:cNvSpPr>
            <a:spLocks noGrp="1"/>
          </p:cNvSpPr>
          <p:nvPr>
            <p:ph type="ftr" idx="17"/>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39" name="PlaceHolder 4"/>
          <p:cNvSpPr>
            <a:spLocks noGrp="1"/>
          </p:cNvSpPr>
          <p:nvPr>
            <p:ph type="sldNum" idx="18"/>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AC4AC824-259B-47ED-9895-5EAE72666E97}"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
        <p:nvSpPr>
          <p:cNvPr id="40" name="PlaceHolder 5"/>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defTabSz="914400">
              <a:lnSpc>
                <a:spcPct val="90000"/>
              </a:lnSpc>
              <a:spcBef>
                <a:spcPts val="1417"/>
              </a:spcBef>
              <a:buClr>
                <a:srgbClr val="000000"/>
              </a:buClr>
              <a:buSzPct val="45000"/>
              <a:buFont typeface="Wingdings" charset="2"/>
              <a:buChar char=""/>
            </a:pPr>
            <a:r>
              <a:rPr b="0" lang="ja-JP" sz="2800" strike="noStrike" u="none">
                <a:solidFill>
                  <a:schemeClr val="dk1"/>
                </a:solidFill>
                <a:effectLst/>
                <a:uFillTx/>
                <a:latin typeface="Aptos"/>
              </a:rPr>
              <a:t>クリックしてアウトラインのテキストを編集</a:t>
            </a:r>
            <a:endParaRPr b="0" lang="en-US" sz="2800" strike="noStrike" u="none">
              <a:solidFill>
                <a:srgbClr val="000000"/>
              </a:solidFill>
              <a:effectLst/>
              <a:uFillTx/>
              <a:latin typeface="Arial"/>
            </a:endParaRPr>
          </a:p>
          <a:p>
            <a:pPr lvl="1" marL="864000" indent="-324000" defTabSz="914400">
              <a:lnSpc>
                <a:spcPct val="90000"/>
              </a:lnSpc>
              <a:spcBef>
                <a:spcPts val="1134"/>
              </a:spcBef>
              <a:buClr>
                <a:srgbClr val="000000"/>
              </a:buClr>
              <a:buSzPct val="75000"/>
              <a:buFont typeface="Symbol"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2</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2" marL="1296000" indent="-288000" defTabSz="914400">
              <a:lnSpc>
                <a:spcPct val="90000"/>
              </a:lnSpc>
              <a:spcBef>
                <a:spcPts val="850"/>
              </a:spcBef>
              <a:buClr>
                <a:srgbClr val="000000"/>
              </a:buClr>
              <a:buSzPct val="45000"/>
              <a:buFont typeface="Wingdings"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3</a:t>
            </a:r>
            <a:r>
              <a:rPr b="0" lang="ja-JP" sz="1800" strike="noStrike" u="none">
                <a:solidFill>
                  <a:schemeClr val="dk1"/>
                </a:solidFill>
                <a:effectLst/>
                <a:uFillTx/>
                <a:latin typeface="Aptos"/>
              </a:rPr>
              <a:t>レベル アウトライン</a:t>
            </a:r>
            <a:endParaRPr b="0" lang="en-US" sz="1800" strike="noStrike" u="none">
              <a:solidFill>
                <a:srgbClr val="000000"/>
              </a:solidFill>
              <a:effectLst/>
              <a:uFillTx/>
              <a:latin typeface="Arial"/>
            </a:endParaRPr>
          </a:p>
          <a:p>
            <a:pPr lvl="3" marL="1728000" indent="-216000" defTabSz="914400">
              <a:lnSpc>
                <a:spcPct val="90000"/>
              </a:lnSpc>
              <a:spcBef>
                <a:spcPts val="567"/>
              </a:spcBef>
              <a:buClr>
                <a:srgbClr val="000000"/>
              </a:buClr>
              <a:buSzPct val="75000"/>
              <a:buFont typeface="Symbol" charset="2"/>
              <a:buChar char=""/>
            </a:pPr>
            <a:r>
              <a:rPr b="0" lang="ja-JP" sz="1800" strike="noStrike" u="none">
                <a:solidFill>
                  <a:schemeClr val="dk1"/>
                </a:solidFill>
                <a:effectLst/>
                <a:uFillTx/>
                <a:latin typeface="Aptos"/>
              </a:rPr>
              <a:t>第</a:t>
            </a:r>
            <a:r>
              <a:rPr b="0" lang="en-US" sz="1800" strike="noStrike" u="none">
                <a:solidFill>
                  <a:schemeClr val="dk1"/>
                </a:solidFill>
                <a:effectLst/>
                <a:uFillTx/>
                <a:latin typeface="Aptos"/>
              </a:rPr>
              <a:t>4</a:t>
            </a:r>
            <a:r>
              <a:rPr b="0" lang="ja-JP" sz="1800" strike="noStrike" u="none">
                <a:solidFill>
                  <a:schemeClr val="dk1"/>
                </a:solidFill>
                <a:effectLst/>
                <a:uFillTx/>
                <a:latin typeface="Aptos"/>
              </a:rPr>
              <a:t>レベル アウトライン</a:t>
            </a:r>
            <a:endParaRPr b="0" lang="en-US" sz="1800" strike="noStrike" u="none">
              <a:solidFill>
                <a:srgbClr val="000000"/>
              </a:solidFill>
              <a:effectLst/>
              <a:uFillTx/>
              <a:latin typeface="Arial"/>
            </a:endParaRPr>
          </a:p>
          <a:p>
            <a:pPr lvl="4" marL="2160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5</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5" marL="2592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6</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a:p>
            <a:pPr lvl="6" marL="3024000" indent="-216000" defTabSz="914400">
              <a:lnSpc>
                <a:spcPct val="90000"/>
              </a:lnSpc>
              <a:spcBef>
                <a:spcPts val="283"/>
              </a:spcBef>
              <a:buClr>
                <a:srgbClr val="000000"/>
              </a:buClr>
              <a:buSzPct val="45000"/>
              <a:buFont typeface="Wingdings" charset="2"/>
              <a:buChar char=""/>
            </a:pPr>
            <a:r>
              <a:rPr b="0" lang="ja-JP" sz="2000" strike="noStrike" u="none">
                <a:solidFill>
                  <a:schemeClr val="dk1"/>
                </a:solidFill>
                <a:effectLst/>
                <a:uFillTx/>
                <a:latin typeface="Aptos"/>
              </a:rPr>
              <a:t>第</a:t>
            </a:r>
            <a:r>
              <a:rPr b="0" lang="en-US" sz="2000" strike="noStrike" u="none">
                <a:solidFill>
                  <a:schemeClr val="dk1"/>
                </a:solidFill>
                <a:effectLst/>
                <a:uFillTx/>
                <a:latin typeface="Aptos"/>
              </a:rPr>
              <a:t>7</a:t>
            </a:r>
            <a:r>
              <a:rPr b="0" lang="ja-JP" sz="2000" strike="noStrike" u="none">
                <a:solidFill>
                  <a:schemeClr val="dk1"/>
                </a:solidFill>
                <a:effectLst/>
                <a:uFillTx/>
                <a:latin typeface="Aptos"/>
              </a:rPr>
              <a:t>レベル アウトライン</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9" r:id="rId2"/>
    <p:sldLayoutId id="2147483660"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3200" strike="noStrike" u="none">
                <a:solidFill>
                  <a:schemeClr val="dk1"/>
                </a:solidFill>
                <a:effectLst/>
                <a:uFillTx/>
                <a:latin typeface="Aptos Display"/>
              </a:rPr>
              <a:t>マスター タイトルの書式設定</a:t>
            </a:r>
            <a:endParaRPr b="0" lang="en-US" sz="3200" strike="noStrike" u="none">
              <a:solidFill>
                <a:srgbClr val="000000"/>
              </a:solidFill>
              <a:effectLst/>
              <a:uFillTx/>
              <a:latin typeface="Arial"/>
            </a:endParaRPr>
          </a:p>
        </p:txBody>
      </p:sp>
      <p:sp>
        <p:nvSpPr>
          <p:cNvPr id="46" name="PlaceHolder 2"/>
          <p:cNvSpPr>
            <a:spLocks noGrp="1"/>
          </p:cNvSpPr>
          <p:nvPr>
            <p:ph type="body"/>
          </p:nvPr>
        </p:nvSpPr>
        <p:spPr>
          <a:xfrm>
            <a:off x="5183280" y="987480"/>
            <a:ext cx="6171120" cy="487260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ja-JP" sz="3200" strike="noStrike" u="none">
                <a:solidFill>
                  <a:schemeClr val="dk1"/>
                </a:solidFill>
                <a:effectLst/>
                <a:uFillTx/>
                <a:latin typeface="Aptos"/>
              </a:rPr>
              <a:t>マスター テキストの書式設定</a:t>
            </a:r>
            <a:endParaRPr b="0" lang="en-US" sz="3200" strike="noStrike" u="none">
              <a:solidFill>
                <a:srgbClr val="000000"/>
              </a:solidFill>
              <a:effectLst/>
              <a:uFillTx/>
              <a:latin typeface="Arial"/>
            </a:endParaRPr>
          </a:p>
          <a:p>
            <a:pPr lvl="1" marL="864000" indent="-324000" defTabSz="914400">
              <a:lnSpc>
                <a:spcPct val="90000"/>
              </a:lnSpc>
              <a:spcBef>
                <a:spcPts val="499"/>
              </a:spcBef>
              <a:buClr>
                <a:srgbClr val="000000"/>
              </a:buClr>
              <a:buSzPct val="75000"/>
              <a:buFont typeface="Symbol" charset="2"/>
              <a:buChar char=""/>
            </a:pPr>
            <a:r>
              <a:rPr b="0" lang="ja-JP" sz="2800" strike="noStrike" u="none">
                <a:solidFill>
                  <a:schemeClr val="dk1"/>
                </a:solidFill>
                <a:effectLst/>
                <a:uFillTx/>
                <a:latin typeface="Aptos"/>
              </a:rPr>
              <a:t>第 </a:t>
            </a:r>
            <a:r>
              <a:rPr b="0" lang="en-US" sz="2800" strike="noStrike" u="none">
                <a:solidFill>
                  <a:schemeClr val="dk1"/>
                </a:solidFill>
                <a:effectLst/>
                <a:uFillTx/>
                <a:latin typeface="Aptos"/>
              </a:rPr>
              <a:t>2 </a:t>
            </a:r>
            <a:r>
              <a:rPr b="0" lang="ja-JP" sz="2800" strike="noStrike" u="none">
                <a:solidFill>
                  <a:schemeClr val="dk1"/>
                </a:solidFill>
                <a:effectLst/>
                <a:uFillTx/>
                <a:latin typeface="Aptos"/>
              </a:rPr>
              <a:t>レベル</a:t>
            </a:r>
            <a:endParaRPr b="0" lang="en-US" sz="2800" strike="noStrike" u="none">
              <a:solidFill>
                <a:srgbClr val="000000"/>
              </a:solidFill>
              <a:effectLst/>
              <a:uFillTx/>
              <a:latin typeface="Arial"/>
            </a:endParaRPr>
          </a:p>
          <a:p>
            <a:pPr lvl="2" marL="1296000" indent="-288000" defTabSz="914400">
              <a:lnSpc>
                <a:spcPct val="90000"/>
              </a:lnSpc>
              <a:spcBef>
                <a:spcPts val="499"/>
              </a:spcBef>
              <a:buClr>
                <a:srgbClr val="000000"/>
              </a:buClr>
              <a:buSzPct val="45000"/>
              <a:buFont typeface="Wingdings" charset="2"/>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3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3" marL="1728000" indent="-216000" defTabSz="914400">
              <a:lnSpc>
                <a:spcPct val="90000"/>
              </a:lnSpc>
              <a:spcBef>
                <a:spcPts val="499"/>
              </a:spcBef>
              <a:buClr>
                <a:srgbClr val="000000"/>
              </a:buClr>
              <a:buSzPct val="75000"/>
              <a:buFont typeface="Symbol" charset="2"/>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4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4" marL="2160000" indent="-216000" defTabSz="914400">
              <a:lnSpc>
                <a:spcPct val="90000"/>
              </a:lnSpc>
              <a:spcBef>
                <a:spcPts val="499"/>
              </a:spcBef>
              <a:buClr>
                <a:srgbClr val="000000"/>
              </a:buClr>
              <a:buSzPct val="45000"/>
              <a:buFont typeface="Wingdings" charset="2"/>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5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p:txBody>
      </p:sp>
      <p:sp>
        <p:nvSpPr>
          <p:cNvPr id="47"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marL="228600" indent="0" defTabSz="914400">
              <a:lnSpc>
                <a:spcPct val="90000"/>
              </a:lnSpc>
              <a:spcBef>
                <a:spcPts val="1001"/>
              </a:spcBef>
              <a:buNone/>
              <a:tabLst>
                <a:tab algn="l" pos="0"/>
              </a:tabLst>
            </a:pPr>
            <a:r>
              <a:rPr b="0" lang="ja-JP" sz="1600" strike="noStrike" u="none">
                <a:solidFill>
                  <a:schemeClr val="dk1"/>
                </a:solidFill>
                <a:effectLst/>
                <a:uFillTx/>
                <a:latin typeface="Aptos"/>
              </a:rPr>
              <a:t>マスター テキストの書式設定</a:t>
            </a:r>
            <a:endParaRPr b="0" lang="en-US" sz="1600" strike="noStrike" u="none">
              <a:solidFill>
                <a:srgbClr val="000000"/>
              </a:solidFill>
              <a:effectLst/>
              <a:uFillTx/>
              <a:latin typeface="Arial"/>
            </a:endParaRPr>
          </a:p>
        </p:txBody>
      </p:sp>
      <p:sp>
        <p:nvSpPr>
          <p:cNvPr id="48" name="PlaceHolder 4"/>
          <p:cNvSpPr>
            <a:spLocks noGrp="1"/>
          </p:cNvSpPr>
          <p:nvPr>
            <p:ph type="dt" idx="19"/>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49" name="PlaceHolder 5"/>
          <p:cNvSpPr>
            <a:spLocks noGrp="1"/>
          </p:cNvSpPr>
          <p:nvPr>
            <p:ph type="ftr" idx="20"/>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50" name="PlaceHolder 6"/>
          <p:cNvSpPr>
            <a:spLocks noGrp="1"/>
          </p:cNvSpPr>
          <p:nvPr>
            <p:ph type="sldNum" idx="21"/>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66FB8435-17FB-43DF-A063-14837D6249DB}"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3200" strike="noStrike" u="none">
                <a:solidFill>
                  <a:schemeClr val="dk1"/>
                </a:solidFill>
                <a:effectLst/>
                <a:uFillTx/>
                <a:latin typeface="Aptos Display"/>
              </a:rPr>
              <a:t>マスター タイトルの書式設定</a:t>
            </a:r>
            <a:endParaRPr b="0" lang="en-US" sz="3200" strike="noStrike" u="none">
              <a:solidFill>
                <a:srgbClr val="000000"/>
              </a:solidFill>
              <a:effectLst/>
              <a:uFillTx/>
              <a:latin typeface="Arial"/>
            </a:endParaRPr>
          </a:p>
        </p:txBody>
      </p:sp>
      <p:sp>
        <p:nvSpPr>
          <p:cNvPr id="54" name="PlaceHolder 2"/>
          <p:cNvSpPr>
            <a:spLocks noGrp="1"/>
          </p:cNvSpPr>
          <p:nvPr>
            <p:ph type="body"/>
          </p:nvPr>
        </p:nvSpPr>
        <p:spPr>
          <a:xfrm>
            <a:off x="5183280" y="987480"/>
            <a:ext cx="6171120" cy="4872600"/>
          </a:xfrm>
          <a:prstGeom prst="rect">
            <a:avLst/>
          </a:prstGeom>
          <a:noFill/>
          <a:ln w="0">
            <a:noFill/>
          </a:ln>
        </p:spPr>
        <p:txBody>
          <a:bodyPr lIns="90000" rIns="90000" tIns="45000" bIns="45000" anchor="t">
            <a:noAutofit/>
          </a:bodyPr>
          <a:p>
            <a:pPr marL="228600" defTabSz="457200">
              <a:lnSpc>
                <a:spcPct val="100000"/>
              </a:lnSpc>
              <a:spcBef>
                <a:spcPts val="1001"/>
              </a:spcBef>
              <a:buClr>
                <a:srgbClr val="000000"/>
              </a:buClr>
              <a:buSzPct val="45000"/>
              <a:buFont typeface="Wingdings" charset="2"/>
              <a:buChar char=""/>
              <a:tabLst>
                <a:tab algn="l" pos="0"/>
              </a:tabLst>
            </a:pPr>
            <a:r>
              <a:rPr b="0" lang="ja-JP" sz="3200" strike="noStrike" u="none">
                <a:solidFill>
                  <a:schemeClr val="dk1"/>
                </a:solidFill>
                <a:effectLst/>
                <a:uFillTx/>
                <a:latin typeface="Aptos"/>
              </a:rPr>
              <a:t>アイコンをクリックして図を追加</a:t>
            </a:r>
            <a:endParaRPr b="0" lang="en-US" sz="3200" strike="noStrike" u="none">
              <a:solidFill>
                <a:srgbClr val="000000"/>
              </a:solidFill>
              <a:effectLst/>
              <a:uFillTx/>
              <a:latin typeface="Arial"/>
            </a:endParaRPr>
          </a:p>
        </p:txBody>
      </p:sp>
      <p:sp>
        <p:nvSpPr>
          <p:cNvPr id="55"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marL="228600" indent="0" defTabSz="914400">
              <a:lnSpc>
                <a:spcPct val="90000"/>
              </a:lnSpc>
              <a:spcBef>
                <a:spcPts val="1001"/>
              </a:spcBef>
              <a:buNone/>
              <a:tabLst>
                <a:tab algn="l" pos="0"/>
              </a:tabLst>
            </a:pPr>
            <a:r>
              <a:rPr b="0" lang="ja-JP" sz="1600" strike="noStrike" u="none">
                <a:solidFill>
                  <a:schemeClr val="dk1"/>
                </a:solidFill>
                <a:effectLst/>
                <a:uFillTx/>
                <a:latin typeface="Aptos"/>
              </a:rPr>
              <a:t>マスター テキストの書式設定</a:t>
            </a:r>
            <a:endParaRPr b="0" lang="en-US" sz="1600" strike="noStrike" u="none">
              <a:solidFill>
                <a:srgbClr val="000000"/>
              </a:solidFill>
              <a:effectLst/>
              <a:uFillTx/>
              <a:latin typeface="Arial"/>
            </a:endParaRPr>
          </a:p>
        </p:txBody>
      </p:sp>
      <p:sp>
        <p:nvSpPr>
          <p:cNvPr id="56" name="PlaceHolder 4"/>
          <p:cNvSpPr>
            <a:spLocks noGrp="1"/>
          </p:cNvSpPr>
          <p:nvPr>
            <p:ph type="dt" idx="22"/>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57" name="PlaceHolder 5"/>
          <p:cNvSpPr>
            <a:spLocks noGrp="1"/>
          </p:cNvSpPr>
          <p:nvPr>
            <p:ph type="ftr" idx="23"/>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58" name="PlaceHolder 6"/>
          <p:cNvSpPr>
            <a:spLocks noGrp="1"/>
          </p:cNvSpPr>
          <p:nvPr>
            <p:ph type="sldNum" idx="24"/>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09E8ED9C-B5B2-4AB9-AEA7-C0A408CA6ACD}"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rgbClr val="000000"/>
              </a:solidFill>
              <a:effectLst/>
              <a:uFillTx/>
              <a:latin typeface="Arial"/>
            </a:endParaRPr>
          </a:p>
        </p:txBody>
      </p:sp>
      <p:sp>
        <p:nvSpPr>
          <p:cNvPr id="62"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vert="eaVert">
            <a:noAutofit/>
          </a:bodyPr>
          <a:p>
            <a:pPr marL="432000" indent="-324000" defTabSz="914400">
              <a:lnSpc>
                <a:spcPct val="90000"/>
              </a:lnSpc>
              <a:spcBef>
                <a:spcPts val="1001"/>
              </a:spcBef>
              <a:buClr>
                <a:srgbClr val="000000"/>
              </a:buClr>
              <a:buSzPct val="45000"/>
              <a:buFont typeface="Wingdings" charset="2"/>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864000" indent="-324000" defTabSz="914400">
              <a:lnSpc>
                <a:spcPct val="90000"/>
              </a:lnSpc>
              <a:spcBef>
                <a:spcPts val="499"/>
              </a:spcBef>
              <a:buClr>
                <a:srgbClr val="000000"/>
              </a:buClr>
              <a:buSzPct val="75000"/>
              <a:buFont typeface="Symbol" charset="2"/>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296000" indent="-288000" defTabSz="914400">
              <a:lnSpc>
                <a:spcPct val="90000"/>
              </a:lnSpc>
              <a:spcBef>
                <a:spcPts val="499"/>
              </a:spcBef>
              <a:buClr>
                <a:srgbClr val="000000"/>
              </a:buClr>
              <a:buSzPct val="45000"/>
              <a:buFont typeface="Wingdings" charset="2"/>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728000" indent="-216000" defTabSz="914400">
              <a:lnSpc>
                <a:spcPct val="90000"/>
              </a:lnSpc>
              <a:spcBef>
                <a:spcPts val="499"/>
              </a:spcBef>
              <a:buClr>
                <a:srgbClr val="000000"/>
              </a:buClr>
              <a:buSzPct val="75000"/>
              <a:buFont typeface="Symbol"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160000" indent="-216000" defTabSz="914400">
              <a:lnSpc>
                <a:spcPct val="90000"/>
              </a:lnSpc>
              <a:spcBef>
                <a:spcPts val="499"/>
              </a:spcBef>
              <a:buClr>
                <a:srgbClr val="000000"/>
              </a:buClr>
              <a:buSzPct val="45000"/>
              <a:buFont typeface="Wingdings"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63" name="PlaceHolder 3"/>
          <p:cNvSpPr>
            <a:spLocks noGrp="1"/>
          </p:cNvSpPr>
          <p:nvPr>
            <p:ph type="dt" idx="25"/>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64" name="PlaceHolder 4"/>
          <p:cNvSpPr>
            <a:spLocks noGrp="1"/>
          </p:cNvSpPr>
          <p:nvPr>
            <p:ph type="ftr" idx="26"/>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65" name="PlaceHolder 5"/>
          <p:cNvSpPr>
            <a:spLocks noGrp="1"/>
          </p:cNvSpPr>
          <p:nvPr>
            <p:ph type="sldNum" idx="27"/>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917672A0-05B2-4960-A2AE-86411D0EFD72}"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6" r:id="rId2"/>
    <p:sldLayoutId id="2147483667"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724960" y="365040"/>
            <a:ext cx="2628000" cy="5810760"/>
          </a:xfrm>
          <a:prstGeom prst="rect">
            <a:avLst/>
          </a:prstGeom>
          <a:noFill/>
          <a:ln w="0">
            <a:noFill/>
          </a:ln>
        </p:spPr>
        <p:txBody>
          <a:bodyPr lIns="91440" rIns="91440" tIns="45720" bIns="45720" anchor="t" anchorCtr="1" vert="eaVert">
            <a:noAutofit/>
          </a:bodyPr>
          <a:p>
            <a:pPr indent="0" defTabSz="914400">
              <a:lnSpc>
                <a:spcPct val="90000"/>
              </a:lnSpc>
              <a:buNone/>
              <a:tabLst>
                <a:tab algn="l" pos="0"/>
              </a:tabLst>
            </a:pPr>
            <a:r>
              <a:rPr b="0" lang="ja-JP" sz="4400" strike="noStrike" u="none">
                <a:solidFill>
                  <a:schemeClr val="dk1"/>
                </a:solidFill>
                <a:effectLst/>
                <a:uFillTx/>
                <a:latin typeface="Aptos Display"/>
              </a:rPr>
              <a:t>マスター タイトルの書式設定</a:t>
            </a:r>
            <a:endParaRPr b="0" lang="en-US" sz="4400" strike="noStrike" u="none">
              <a:solidFill>
                <a:srgbClr val="000000"/>
              </a:solidFill>
              <a:effectLst/>
              <a:uFillTx/>
              <a:latin typeface="Arial"/>
            </a:endParaRPr>
          </a:p>
        </p:txBody>
      </p:sp>
      <p:sp>
        <p:nvSpPr>
          <p:cNvPr id="69" name="PlaceHolder 2"/>
          <p:cNvSpPr>
            <a:spLocks noGrp="1"/>
          </p:cNvSpPr>
          <p:nvPr>
            <p:ph type="body"/>
          </p:nvPr>
        </p:nvSpPr>
        <p:spPr>
          <a:xfrm>
            <a:off x="838080" y="365040"/>
            <a:ext cx="7733160" cy="5810760"/>
          </a:xfrm>
          <a:prstGeom prst="rect">
            <a:avLst/>
          </a:prstGeom>
          <a:noFill/>
          <a:ln w="0">
            <a:noFill/>
          </a:ln>
        </p:spPr>
        <p:txBody>
          <a:bodyPr lIns="91440" rIns="91440" tIns="45720" bIns="45720" anchor="t" vert="eaVert">
            <a:noAutofit/>
          </a:bodyPr>
          <a:p>
            <a:pPr marL="432000" indent="-324000" defTabSz="914400">
              <a:lnSpc>
                <a:spcPct val="90000"/>
              </a:lnSpc>
              <a:spcBef>
                <a:spcPts val="1001"/>
              </a:spcBef>
              <a:buClr>
                <a:srgbClr val="000000"/>
              </a:buClr>
              <a:buSzPct val="45000"/>
              <a:buFont typeface="Wingdings" charset="2"/>
              <a:buChar char=""/>
            </a:pPr>
            <a:r>
              <a:rPr b="0" lang="ja-JP" sz="2800" strike="noStrike" u="none">
                <a:solidFill>
                  <a:schemeClr val="dk1"/>
                </a:solidFill>
                <a:effectLst/>
                <a:uFillTx/>
                <a:latin typeface="Aptos"/>
              </a:rPr>
              <a:t>マスター テキストの書式設定</a:t>
            </a:r>
            <a:endParaRPr b="0" lang="en-US" sz="2800" strike="noStrike" u="none">
              <a:solidFill>
                <a:srgbClr val="000000"/>
              </a:solidFill>
              <a:effectLst/>
              <a:uFillTx/>
              <a:latin typeface="Arial"/>
            </a:endParaRPr>
          </a:p>
          <a:p>
            <a:pPr lvl="1" marL="864000" indent="-324000" defTabSz="914400">
              <a:lnSpc>
                <a:spcPct val="90000"/>
              </a:lnSpc>
              <a:spcBef>
                <a:spcPts val="499"/>
              </a:spcBef>
              <a:buClr>
                <a:srgbClr val="000000"/>
              </a:buClr>
              <a:buSzPct val="75000"/>
              <a:buFont typeface="Symbol" charset="2"/>
              <a:buChar char=""/>
            </a:pPr>
            <a:r>
              <a:rPr b="0" lang="ja-JP" sz="2400" strike="noStrike" u="none">
                <a:solidFill>
                  <a:schemeClr val="dk1"/>
                </a:solidFill>
                <a:effectLst/>
                <a:uFillTx/>
                <a:latin typeface="Aptos"/>
              </a:rPr>
              <a:t>第 </a:t>
            </a:r>
            <a:r>
              <a:rPr b="0" lang="en-US" sz="2400" strike="noStrike" u="none">
                <a:solidFill>
                  <a:schemeClr val="dk1"/>
                </a:solidFill>
                <a:effectLst/>
                <a:uFillTx/>
                <a:latin typeface="Aptos"/>
              </a:rPr>
              <a:t>2 </a:t>
            </a:r>
            <a:r>
              <a:rPr b="0" lang="ja-JP" sz="2400" strike="noStrike" u="none">
                <a:solidFill>
                  <a:schemeClr val="dk1"/>
                </a:solidFill>
                <a:effectLst/>
                <a:uFillTx/>
                <a:latin typeface="Aptos"/>
              </a:rPr>
              <a:t>レベル</a:t>
            </a:r>
            <a:endParaRPr b="0" lang="en-US" sz="2400" strike="noStrike" u="none">
              <a:solidFill>
                <a:srgbClr val="000000"/>
              </a:solidFill>
              <a:effectLst/>
              <a:uFillTx/>
              <a:latin typeface="Arial"/>
            </a:endParaRPr>
          </a:p>
          <a:p>
            <a:pPr lvl="2" marL="1296000" indent="-288000" defTabSz="914400">
              <a:lnSpc>
                <a:spcPct val="90000"/>
              </a:lnSpc>
              <a:spcBef>
                <a:spcPts val="499"/>
              </a:spcBef>
              <a:buClr>
                <a:srgbClr val="000000"/>
              </a:buClr>
              <a:buSzPct val="45000"/>
              <a:buFont typeface="Wingdings" charset="2"/>
              <a:buChar char=""/>
            </a:pPr>
            <a:r>
              <a:rPr b="0" lang="ja-JP" sz="2000" strike="noStrike" u="none">
                <a:solidFill>
                  <a:schemeClr val="dk1"/>
                </a:solidFill>
                <a:effectLst/>
                <a:uFillTx/>
                <a:latin typeface="Aptos"/>
              </a:rPr>
              <a:t>第 </a:t>
            </a:r>
            <a:r>
              <a:rPr b="0" lang="en-US" sz="2000" strike="noStrike" u="none">
                <a:solidFill>
                  <a:schemeClr val="dk1"/>
                </a:solidFill>
                <a:effectLst/>
                <a:uFillTx/>
                <a:latin typeface="Aptos"/>
              </a:rPr>
              <a:t>3 </a:t>
            </a:r>
            <a:r>
              <a:rPr b="0" lang="ja-JP" sz="2000" strike="noStrike" u="none">
                <a:solidFill>
                  <a:schemeClr val="dk1"/>
                </a:solidFill>
                <a:effectLst/>
                <a:uFillTx/>
                <a:latin typeface="Aptos"/>
              </a:rPr>
              <a:t>レベル</a:t>
            </a:r>
            <a:endParaRPr b="0" lang="en-US" sz="2000" strike="noStrike" u="none">
              <a:solidFill>
                <a:srgbClr val="000000"/>
              </a:solidFill>
              <a:effectLst/>
              <a:uFillTx/>
              <a:latin typeface="Arial"/>
            </a:endParaRPr>
          </a:p>
          <a:p>
            <a:pPr lvl="3" marL="1728000" indent="-216000" defTabSz="914400">
              <a:lnSpc>
                <a:spcPct val="90000"/>
              </a:lnSpc>
              <a:spcBef>
                <a:spcPts val="499"/>
              </a:spcBef>
              <a:buClr>
                <a:srgbClr val="000000"/>
              </a:buClr>
              <a:buSzPct val="75000"/>
              <a:buFont typeface="Symbol"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4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a:p>
            <a:pPr lvl="4" marL="2160000" indent="-216000" defTabSz="914400">
              <a:lnSpc>
                <a:spcPct val="90000"/>
              </a:lnSpc>
              <a:spcBef>
                <a:spcPts val="499"/>
              </a:spcBef>
              <a:buClr>
                <a:srgbClr val="000000"/>
              </a:buClr>
              <a:buSzPct val="45000"/>
              <a:buFont typeface="Wingdings" charset="2"/>
              <a:buChar char=""/>
            </a:pPr>
            <a:r>
              <a:rPr b="0" lang="ja-JP" sz="1800" strike="noStrike" u="none">
                <a:solidFill>
                  <a:schemeClr val="dk1"/>
                </a:solidFill>
                <a:effectLst/>
                <a:uFillTx/>
                <a:latin typeface="Aptos"/>
              </a:rPr>
              <a:t>第 </a:t>
            </a:r>
            <a:r>
              <a:rPr b="0" lang="en-US" sz="1800" strike="noStrike" u="none">
                <a:solidFill>
                  <a:schemeClr val="dk1"/>
                </a:solidFill>
                <a:effectLst/>
                <a:uFillTx/>
                <a:latin typeface="Aptos"/>
              </a:rPr>
              <a:t>5 </a:t>
            </a:r>
            <a:r>
              <a:rPr b="0" lang="ja-JP" sz="1800" strike="noStrike" u="none">
                <a:solidFill>
                  <a:schemeClr val="dk1"/>
                </a:solidFill>
                <a:effectLst/>
                <a:uFillTx/>
                <a:latin typeface="Aptos"/>
              </a:rPr>
              <a:t>レベル</a:t>
            </a:r>
            <a:endParaRPr b="0" lang="en-US" sz="1800" strike="noStrike" u="none">
              <a:solidFill>
                <a:srgbClr val="000000"/>
              </a:solidFill>
              <a:effectLst/>
              <a:uFillTx/>
              <a:latin typeface="Arial"/>
            </a:endParaRPr>
          </a:p>
        </p:txBody>
      </p:sp>
      <p:sp>
        <p:nvSpPr>
          <p:cNvPr id="70" name="PlaceHolder 3"/>
          <p:cNvSpPr>
            <a:spLocks noGrp="1"/>
          </p:cNvSpPr>
          <p:nvPr>
            <p:ph type="dt" idx="28"/>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71" name="PlaceHolder 4"/>
          <p:cNvSpPr>
            <a:spLocks noGrp="1"/>
          </p:cNvSpPr>
          <p:nvPr>
            <p:ph type="ftr" idx="29"/>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72" name="PlaceHolder 5"/>
          <p:cNvSpPr>
            <a:spLocks noGrp="1"/>
          </p:cNvSpPr>
          <p:nvPr>
            <p:ph type="sldNum" idx="30"/>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637026F9-5A57-42F6-B51E-0A782EF41146}"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69"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マスター タイトルの書式設定</a:t>
            </a:r>
            <a:endParaRPr b="0" lang="en-US" sz="4400" strike="noStrike" u="none">
              <a:solidFill>
                <a:srgbClr val="000000"/>
              </a:solidFill>
              <a:effectLst/>
              <a:uFillTx/>
              <a:latin typeface="Arial"/>
            </a:endParaRPr>
          </a:p>
        </p:txBody>
      </p:sp>
      <p:sp>
        <p:nvSpPr>
          <p:cNvPr id="76"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a:noAutofit/>
          </a:bodyPr>
          <a:p>
            <a:pPr marL="432000" indent="-324000" defTabSz="914400">
              <a:lnSpc>
                <a:spcPct val="90000"/>
              </a:lnSpc>
              <a:spcBef>
                <a:spcPts val="1001"/>
              </a:spcBef>
              <a:buClr>
                <a:srgbClr val="000000"/>
              </a:buClr>
              <a:buSzPct val="45000"/>
              <a:buFont typeface="Wingdings" charset="2"/>
              <a:buChar char=""/>
            </a:pPr>
            <a:r>
              <a:rPr b="0" lang="ja-JP" sz="2800" strike="noStrike" u="none">
                <a:solidFill>
                  <a:schemeClr val="dk1"/>
                </a:solidFill>
                <a:effectLst/>
                <a:uFillTx/>
                <a:latin typeface="ＭＳ Ｐゴシック"/>
                <a:ea typeface="ＭＳ Ｐゴシック"/>
              </a:rPr>
              <a:t>マスター テキストの書式設定</a:t>
            </a:r>
            <a:endParaRPr b="0" lang="en-US" sz="2800" strike="noStrike" u="none">
              <a:solidFill>
                <a:srgbClr val="000000"/>
              </a:solidFill>
              <a:effectLst/>
              <a:uFillTx/>
              <a:latin typeface="Arial"/>
            </a:endParaRPr>
          </a:p>
          <a:p>
            <a:pPr lvl="1" marL="864000" indent="-324000" defTabSz="914400">
              <a:lnSpc>
                <a:spcPct val="90000"/>
              </a:lnSpc>
              <a:spcBef>
                <a:spcPts val="499"/>
              </a:spcBef>
              <a:buClr>
                <a:srgbClr val="000000"/>
              </a:buClr>
              <a:buSzPct val="75000"/>
              <a:buFont typeface="Symbol" charset="2"/>
              <a:buChar char=""/>
            </a:pPr>
            <a:r>
              <a:rPr b="0" lang="ja-JP" sz="2400" strike="noStrike" u="none">
                <a:solidFill>
                  <a:schemeClr val="dk1"/>
                </a:solidFill>
                <a:effectLst/>
                <a:uFillTx/>
                <a:latin typeface="ＭＳ Ｐゴシック"/>
                <a:ea typeface="ＭＳ Ｐゴシック"/>
              </a:rPr>
              <a:t>第 </a:t>
            </a:r>
            <a:r>
              <a:rPr b="0" lang="en-US" sz="2400" strike="noStrike" u="none">
                <a:solidFill>
                  <a:schemeClr val="dk1"/>
                </a:solidFill>
                <a:effectLst/>
                <a:uFillTx/>
                <a:latin typeface="ＭＳ Ｐゴシック"/>
                <a:ea typeface="ＭＳ Ｐゴシック"/>
              </a:rPr>
              <a:t>2 </a:t>
            </a:r>
            <a:r>
              <a:rPr b="0" lang="ja-JP" sz="2400" strike="noStrike" u="none">
                <a:solidFill>
                  <a:schemeClr val="dk1"/>
                </a:solidFill>
                <a:effectLst/>
                <a:uFillTx/>
                <a:latin typeface="ＭＳ Ｐゴシック"/>
                <a:ea typeface="ＭＳ Ｐゴシック"/>
              </a:rPr>
              <a:t>レベル</a:t>
            </a:r>
            <a:endParaRPr b="0" lang="en-US" sz="2400" strike="noStrike" u="none">
              <a:solidFill>
                <a:srgbClr val="000000"/>
              </a:solidFill>
              <a:effectLst/>
              <a:uFillTx/>
              <a:latin typeface="Arial"/>
            </a:endParaRPr>
          </a:p>
          <a:p>
            <a:pPr lvl="2" marL="1296000" indent="-288000" defTabSz="914400">
              <a:lnSpc>
                <a:spcPct val="90000"/>
              </a:lnSpc>
              <a:spcBef>
                <a:spcPts val="499"/>
              </a:spcBef>
              <a:buClr>
                <a:srgbClr val="000000"/>
              </a:buClr>
              <a:buSzPct val="45000"/>
              <a:buFont typeface="Wingdings" charset="2"/>
              <a:buChar char=""/>
            </a:pPr>
            <a:r>
              <a:rPr b="0" lang="ja-JP" sz="2000" strike="noStrike" u="none">
                <a:solidFill>
                  <a:schemeClr val="dk1"/>
                </a:solidFill>
                <a:effectLst/>
                <a:uFillTx/>
                <a:latin typeface="ＭＳ Ｐゴシック"/>
                <a:ea typeface="ＭＳ Ｐゴシック"/>
              </a:rPr>
              <a:t>第 </a:t>
            </a:r>
            <a:r>
              <a:rPr b="0" lang="en-US" sz="2000" strike="noStrike" u="none">
                <a:solidFill>
                  <a:schemeClr val="dk1"/>
                </a:solidFill>
                <a:effectLst/>
                <a:uFillTx/>
                <a:latin typeface="ＭＳ Ｐゴシック"/>
                <a:ea typeface="ＭＳ Ｐゴシック"/>
              </a:rPr>
              <a:t>3 </a:t>
            </a:r>
            <a:r>
              <a:rPr b="0" lang="ja-JP" sz="2000" strike="noStrike" u="none">
                <a:solidFill>
                  <a:schemeClr val="dk1"/>
                </a:solidFill>
                <a:effectLst/>
                <a:uFillTx/>
                <a:latin typeface="ＭＳ Ｐゴシック"/>
                <a:ea typeface="ＭＳ Ｐゴシック"/>
              </a:rPr>
              <a:t>レベル</a:t>
            </a:r>
            <a:endParaRPr b="0" lang="en-US" sz="2000" strike="noStrike" u="none">
              <a:solidFill>
                <a:srgbClr val="000000"/>
              </a:solidFill>
              <a:effectLst/>
              <a:uFillTx/>
              <a:latin typeface="Arial"/>
            </a:endParaRPr>
          </a:p>
          <a:p>
            <a:pPr lvl="3" marL="1728000" indent="-216000" defTabSz="914400">
              <a:lnSpc>
                <a:spcPct val="90000"/>
              </a:lnSpc>
              <a:spcBef>
                <a:spcPts val="499"/>
              </a:spcBef>
              <a:buClr>
                <a:srgbClr val="000000"/>
              </a:buClr>
              <a:buSzPct val="75000"/>
              <a:buFont typeface="Symbol" charset="2"/>
              <a:buChar char=""/>
            </a:pPr>
            <a:r>
              <a:rPr b="0" lang="ja-JP" sz="1800" strike="noStrike" u="none">
                <a:solidFill>
                  <a:schemeClr val="dk1"/>
                </a:solidFill>
                <a:effectLst/>
                <a:uFillTx/>
                <a:latin typeface="ＭＳ Ｐゴシック"/>
                <a:ea typeface="ＭＳ Ｐゴシック"/>
              </a:rPr>
              <a:t>第 </a:t>
            </a:r>
            <a:r>
              <a:rPr b="0" lang="en-US" sz="1800" strike="noStrike" u="none">
                <a:solidFill>
                  <a:schemeClr val="dk1"/>
                </a:solidFill>
                <a:effectLst/>
                <a:uFillTx/>
                <a:latin typeface="ＭＳ Ｐゴシック"/>
                <a:ea typeface="ＭＳ Ｐゴシック"/>
              </a:rPr>
              <a:t>4 </a:t>
            </a:r>
            <a:r>
              <a:rPr b="0" lang="ja-JP" sz="1800" strike="noStrike" u="none">
                <a:solidFill>
                  <a:schemeClr val="dk1"/>
                </a:solidFill>
                <a:effectLst/>
                <a:uFillTx/>
                <a:latin typeface="ＭＳ Ｐゴシック"/>
                <a:ea typeface="ＭＳ Ｐゴシック"/>
              </a:rPr>
              <a:t>レベル</a:t>
            </a:r>
            <a:endParaRPr b="0" lang="en-US" sz="1800" strike="noStrike" u="none">
              <a:solidFill>
                <a:srgbClr val="000000"/>
              </a:solidFill>
              <a:effectLst/>
              <a:uFillTx/>
              <a:latin typeface="Arial"/>
            </a:endParaRPr>
          </a:p>
          <a:p>
            <a:pPr lvl="4" marL="2160000" indent="-216000" defTabSz="914400">
              <a:lnSpc>
                <a:spcPct val="90000"/>
              </a:lnSpc>
              <a:spcBef>
                <a:spcPts val="499"/>
              </a:spcBef>
              <a:buClr>
                <a:srgbClr val="000000"/>
              </a:buClr>
              <a:buSzPct val="45000"/>
              <a:buFont typeface="Wingdings" charset="2"/>
              <a:buChar char=""/>
            </a:pPr>
            <a:r>
              <a:rPr b="0" lang="ja-JP" sz="1800" strike="noStrike" u="none">
                <a:solidFill>
                  <a:schemeClr val="dk1"/>
                </a:solidFill>
                <a:effectLst/>
                <a:uFillTx/>
                <a:latin typeface="ＭＳ Ｐゴシック"/>
                <a:ea typeface="ＭＳ Ｐゴシック"/>
              </a:rPr>
              <a:t>第 </a:t>
            </a:r>
            <a:r>
              <a:rPr b="0" lang="en-US" sz="1800" strike="noStrike" u="none">
                <a:solidFill>
                  <a:schemeClr val="dk1"/>
                </a:solidFill>
                <a:effectLst/>
                <a:uFillTx/>
                <a:latin typeface="ＭＳ Ｐゴシック"/>
                <a:ea typeface="ＭＳ Ｐゴシック"/>
              </a:rPr>
              <a:t>5 </a:t>
            </a:r>
            <a:r>
              <a:rPr b="0" lang="ja-JP" sz="1800" strike="noStrike" u="none">
                <a:solidFill>
                  <a:schemeClr val="dk1"/>
                </a:solidFill>
                <a:effectLst/>
                <a:uFillTx/>
                <a:latin typeface="ＭＳ Ｐゴシック"/>
                <a:ea typeface="ＭＳ Ｐゴシック"/>
              </a:rPr>
              <a:t>レベル</a:t>
            </a:r>
            <a:endParaRPr b="0" lang="en-US" sz="1800" strike="noStrike" u="none">
              <a:solidFill>
                <a:srgbClr val="000000"/>
              </a:solidFill>
              <a:effectLst/>
              <a:uFillTx/>
              <a:latin typeface="Arial"/>
            </a:endParaRPr>
          </a:p>
        </p:txBody>
      </p:sp>
      <p:sp>
        <p:nvSpPr>
          <p:cNvPr id="77" name="PlaceHolder 3"/>
          <p:cNvSpPr>
            <a:spLocks noGrp="1"/>
          </p:cNvSpPr>
          <p:nvPr>
            <p:ph type="dt" idx="3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78" name="PlaceHolder 4"/>
          <p:cNvSpPr>
            <a:spLocks noGrp="1"/>
          </p:cNvSpPr>
          <p:nvPr>
            <p:ph type="ftr" idx="32"/>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79" name="PlaceHolder 5"/>
          <p:cNvSpPr>
            <a:spLocks noGrp="1"/>
          </p:cNvSpPr>
          <p:nvPr>
            <p:ph type="sldNum" idx="3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23B99C39-7EC3-4186-B93B-8F47DD0E8312}"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LayoutId id="2147483671"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1960" y="1709640"/>
            <a:ext cx="10514520" cy="2851560"/>
          </a:xfrm>
          <a:prstGeom prst="rect">
            <a:avLst/>
          </a:prstGeom>
          <a:noFill/>
          <a:ln w="0">
            <a:noFill/>
          </a:ln>
        </p:spPr>
        <p:txBody>
          <a:bodyPr lIns="91440" rIns="91440" tIns="45720" bIns="45720" anchor="b">
            <a:noAutofit/>
          </a:bodyPr>
          <a:p>
            <a:pPr indent="0" defTabSz="914400">
              <a:lnSpc>
                <a:spcPct val="90000"/>
              </a:lnSpc>
              <a:buNone/>
              <a:tabLst>
                <a:tab algn="l" pos="0"/>
              </a:tabLst>
            </a:pPr>
            <a:r>
              <a:rPr b="0" lang="ja-JP" sz="6000" strike="noStrike" u="none">
                <a:solidFill>
                  <a:schemeClr val="dk1"/>
                </a:solidFill>
                <a:effectLst/>
                <a:uFillTx/>
                <a:latin typeface="Aptos Display"/>
              </a:rPr>
              <a:t>マスター タイトルの書式設定</a:t>
            </a:r>
            <a:endParaRPr b="0" lang="en-US" sz="6000" strike="noStrike" u="none">
              <a:solidFill>
                <a:srgbClr val="000000"/>
              </a:solidFill>
              <a:effectLst/>
              <a:uFillTx/>
              <a:latin typeface="Arial"/>
            </a:endParaRPr>
          </a:p>
        </p:txBody>
      </p:sp>
      <p:sp>
        <p:nvSpPr>
          <p:cNvPr id="83" name="PlaceHolder 2"/>
          <p:cNvSpPr>
            <a:spLocks noGrp="1"/>
          </p:cNvSpPr>
          <p:nvPr>
            <p:ph type="body"/>
          </p:nvPr>
        </p:nvSpPr>
        <p:spPr>
          <a:xfrm>
            <a:off x="831960" y="4589640"/>
            <a:ext cx="10514520" cy="1499040"/>
          </a:xfrm>
          <a:prstGeom prst="rect">
            <a:avLst/>
          </a:prstGeom>
          <a:noFill/>
          <a:ln w="0">
            <a:noFill/>
          </a:ln>
        </p:spPr>
        <p:txBody>
          <a:bodyPr lIns="91440" rIns="91440" tIns="45720" bIns="45720" anchor="t">
            <a:noAutofit/>
          </a:bodyPr>
          <a:p>
            <a:pPr marL="228600" defTabSz="914400">
              <a:lnSpc>
                <a:spcPct val="90000"/>
              </a:lnSpc>
              <a:spcBef>
                <a:spcPts val="1001"/>
              </a:spcBef>
              <a:buClr>
                <a:srgbClr val="000000"/>
              </a:buClr>
              <a:buSzPct val="45000"/>
              <a:buFont typeface="Wingdings" charset="2"/>
              <a:buChar char=""/>
              <a:tabLst>
                <a:tab algn="l" pos="0"/>
              </a:tabLst>
            </a:pPr>
            <a:r>
              <a:rPr b="0" lang="ja-JP" sz="2400" strike="noStrike" u="none">
                <a:solidFill>
                  <a:schemeClr val="dk1">
                    <a:tint val="82000"/>
                  </a:schemeClr>
                </a:solidFill>
                <a:effectLst/>
                <a:uFillTx/>
                <a:latin typeface="Aptos"/>
              </a:rPr>
              <a:t>マスター テキストの書式設定</a:t>
            </a:r>
            <a:endParaRPr b="0" lang="en-US" sz="2400" strike="noStrike" u="none">
              <a:solidFill>
                <a:srgbClr val="000000"/>
              </a:solidFill>
              <a:effectLst/>
              <a:uFillTx/>
              <a:latin typeface="Arial"/>
            </a:endParaRPr>
          </a:p>
        </p:txBody>
      </p:sp>
      <p:sp>
        <p:nvSpPr>
          <p:cNvPr id="84" name="PlaceHolder 3"/>
          <p:cNvSpPr>
            <a:spLocks noGrp="1"/>
          </p:cNvSpPr>
          <p:nvPr>
            <p:ph type="dt" idx="34"/>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defTabSz="457200">
              <a:lnSpc>
                <a:spcPct val="100000"/>
              </a:lnSpc>
              <a:buNone/>
              <a:tabLst>
                <a:tab algn="l" pos="0"/>
              </a:tabLst>
            </a:pPr>
            <a:r>
              <a:rPr b="0" lang="en-US" sz="1200" strike="noStrike" u="none">
                <a:solidFill>
                  <a:schemeClr val="dk1">
                    <a:tint val="82000"/>
                  </a:schemeClr>
                </a:solidFill>
                <a:effectLst/>
                <a:uFillTx/>
                <a:latin typeface="Aptos"/>
              </a:rPr>
              <a:t>&lt;日付/時刻&gt;</a:t>
            </a:r>
            <a:endParaRPr b="0" lang="en-US" sz="1200" strike="noStrike" u="none">
              <a:solidFill>
                <a:srgbClr val="000000"/>
              </a:solidFill>
              <a:effectLst/>
              <a:uFillTx/>
              <a:latin typeface="Noto Serif CJK JP"/>
            </a:endParaRPr>
          </a:p>
        </p:txBody>
      </p:sp>
      <p:sp>
        <p:nvSpPr>
          <p:cNvPr id="85" name="PlaceHolder 4"/>
          <p:cNvSpPr>
            <a:spLocks noGrp="1"/>
          </p:cNvSpPr>
          <p:nvPr>
            <p:ph type="ftr" idx="35"/>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trike="noStrike" u="none">
                <a:solidFill>
                  <a:srgbClr val="000000"/>
                </a:solidFill>
                <a:effectLst/>
                <a:uFillTx/>
                <a:latin typeface="Noto Serif CJK JP"/>
              </a:defRPr>
            </a:lvl1pPr>
          </a:lstStyle>
          <a:p>
            <a:pPr indent="0" algn="ctr" defTabSz="914400">
              <a:lnSpc>
                <a:spcPct val="100000"/>
              </a:lnSpc>
              <a:buNone/>
              <a:tabLst>
                <a:tab algn="l" pos="0"/>
              </a:tabLst>
            </a:pPr>
            <a:r>
              <a:rPr b="0" lang="en-US" sz="1400" strike="noStrike" u="none">
                <a:solidFill>
                  <a:srgbClr val="000000"/>
                </a:solidFill>
                <a:effectLst/>
                <a:uFillTx/>
                <a:latin typeface="Noto Serif CJK JP"/>
              </a:rPr>
              <a:t>&lt;フッター&gt;</a:t>
            </a:r>
            <a:endParaRPr b="0" lang="en-US" sz="1400" strike="noStrike" u="none">
              <a:solidFill>
                <a:srgbClr val="000000"/>
              </a:solidFill>
              <a:effectLst/>
              <a:uFillTx/>
              <a:latin typeface="Noto Serif CJK JP"/>
            </a:endParaRPr>
          </a:p>
        </p:txBody>
      </p:sp>
      <p:sp>
        <p:nvSpPr>
          <p:cNvPr id="86" name="PlaceHolder 5"/>
          <p:cNvSpPr>
            <a:spLocks noGrp="1"/>
          </p:cNvSpPr>
          <p:nvPr>
            <p:ph type="sldNum" idx="36"/>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82000"/>
                  </a:schemeClr>
                </a:solidFill>
                <a:effectLst/>
                <a:uFillTx/>
                <a:latin typeface="Aptos"/>
              </a:defRPr>
            </a:lvl1pPr>
          </a:lstStyle>
          <a:p>
            <a:pPr indent="0" algn="r" defTabSz="457200">
              <a:lnSpc>
                <a:spcPct val="100000"/>
              </a:lnSpc>
              <a:buNone/>
              <a:tabLst>
                <a:tab algn="l" pos="0"/>
              </a:tabLst>
            </a:pPr>
            <a:fld id="{6C79B969-EDAD-4445-ADE7-1FBA2447C1E0}" type="slidenum">
              <a:rPr b="0" lang="en-US" sz="1200" strike="noStrike" u="none">
                <a:solidFill>
                  <a:schemeClr val="dk1">
                    <a:tint val="82000"/>
                  </a:schemeClr>
                </a:solidFill>
                <a:effectLst/>
                <a:uFillTx/>
                <a:latin typeface="Aptos"/>
              </a:rPr>
              <a:t>&lt;番号&gt;</a:t>
            </a:fld>
            <a:endParaRPr b="0" lang="en-US" sz="1200" strike="noStrike" u="none">
              <a:solidFill>
                <a:srgbClr val="000000"/>
              </a:solidFill>
              <a:effectLst/>
              <a:uFillTx/>
              <a:latin typeface="Noto Serif CJK JP"/>
            </a:endParaRPr>
          </a:p>
        </p:txBody>
      </p:sp>
    </p:spTree>
  </p:cSld>
  <p:clrMap bg1="lt1" tx1="dk1" bg2="lt2" tx2="dk2" accent1="accent1" accent2="accent2" accent3="accent3" accent4="accent4" accent5="accent5" accent6="accent6" hlink="hlink" folHlink="folHlink"/>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hyperlink" Target="https://ai.google.dev/edge/mediapipe/solutions/vision/hand_landmarker?hl=ja" TargetMode="External"/><Relationship Id="rId4" Type="http://schemas.openxmlformats.org/officeDocument/2006/relationships/hyperlink" Target="https://ai.google.dev/edge/mediapipe/solutions/vision/hand_landmarker?hl=ja" TargetMode="External"/><Relationship Id="rId5" Type="http://schemas.openxmlformats.org/officeDocument/2006/relationships/slideLayout" Target="../slideLayouts/slideLayout13.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3.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8.wmf"/><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1523880" y="1392840"/>
            <a:ext cx="9142920" cy="238644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b="0" lang="ja-JP" sz="4800" strike="noStrike" u="none">
                <a:solidFill>
                  <a:schemeClr val="dk1"/>
                </a:solidFill>
                <a:effectLst/>
                <a:uFillTx/>
                <a:latin typeface="ＭＳ Ｐゴシック"/>
                <a:ea typeface="ＭＳ Ｐゴシック"/>
              </a:rPr>
              <a:t>両眼カメラによる</a:t>
            </a:r>
            <a:r>
              <a:rPr b="0" lang="en-US" sz="4800" strike="noStrike" u="none">
                <a:solidFill>
                  <a:schemeClr val="dk1"/>
                </a:solidFill>
                <a:effectLst/>
                <a:uFillTx/>
                <a:latin typeface="ＭＳ Ｐゴシック"/>
                <a:ea typeface="ＭＳ Ｐゴシック"/>
              </a:rPr>
              <a:t>MediaPipe Hand Landmarker</a:t>
            </a:r>
            <a:r>
              <a:rPr b="0" lang="ja-JP" sz="4800" strike="noStrike" u="none">
                <a:solidFill>
                  <a:schemeClr val="dk1"/>
                </a:solidFill>
                <a:effectLst/>
                <a:uFillTx/>
                <a:latin typeface="ＭＳ Ｐゴシック"/>
                <a:ea typeface="ＭＳ Ｐゴシック"/>
              </a:rPr>
              <a:t>タスクの精度向上</a:t>
            </a:r>
            <a:endParaRPr b="0" lang="en-US" sz="4800" strike="noStrike" u="none">
              <a:solidFill>
                <a:srgbClr val="000000"/>
              </a:solidFill>
              <a:effectLst/>
              <a:uFillTx/>
              <a:latin typeface="Arial"/>
            </a:endParaRPr>
          </a:p>
        </p:txBody>
      </p:sp>
      <p:sp>
        <p:nvSpPr>
          <p:cNvPr id="94" name="PlaceHolder 2"/>
          <p:cNvSpPr>
            <a:spLocks noGrp="1"/>
          </p:cNvSpPr>
          <p:nvPr>
            <p:ph type="subTitle"/>
          </p:nvPr>
        </p:nvSpPr>
        <p:spPr>
          <a:xfrm>
            <a:off x="1523880" y="4320000"/>
            <a:ext cx="9142920" cy="1654560"/>
          </a:xfrm>
          <a:prstGeom prst="rect">
            <a:avLst/>
          </a:prstGeom>
          <a:noFill/>
          <a:ln w="0">
            <a:noFill/>
          </a:ln>
        </p:spPr>
        <p:txBody>
          <a:bodyPr lIns="91440" rIns="91440" tIns="45720" bIns="45720" anchor="t">
            <a:normAutofit/>
          </a:bodyPr>
          <a:p>
            <a:pPr marL="228600" indent="0" algn="ctr" defTabSz="914400">
              <a:lnSpc>
                <a:spcPct val="90000"/>
              </a:lnSpc>
              <a:spcBef>
                <a:spcPts val="1001"/>
              </a:spcBef>
              <a:buNone/>
              <a:tabLst>
                <a:tab algn="l" pos="0"/>
              </a:tabLst>
            </a:pPr>
            <a:r>
              <a:rPr b="0" lang="ja-JP" sz="3200" strike="noStrike" u="none">
                <a:solidFill>
                  <a:schemeClr val="dk1"/>
                </a:solidFill>
                <a:effectLst/>
                <a:uFillTx/>
                <a:latin typeface="ＭＳ Ｐゴシック"/>
                <a:ea typeface="ＭＳ Ｐゴシック"/>
              </a:rPr>
              <a:t>箕浦研究室　</a:t>
            </a:r>
            <a:r>
              <a:rPr b="0" lang="en-US" sz="3200" strike="noStrike" u="none">
                <a:solidFill>
                  <a:schemeClr val="dk1"/>
                </a:solidFill>
                <a:effectLst/>
                <a:uFillTx/>
                <a:latin typeface="ＭＳ Ｐゴシック"/>
                <a:ea typeface="ＭＳ Ｐゴシック"/>
              </a:rPr>
              <a:t>5I25 </a:t>
            </a:r>
            <a:r>
              <a:rPr b="0" lang="ja-JP" sz="3200" strike="noStrike" u="none">
                <a:solidFill>
                  <a:schemeClr val="dk1"/>
                </a:solidFill>
                <a:effectLst/>
                <a:uFillTx/>
                <a:latin typeface="ＭＳ Ｐゴシック"/>
                <a:ea typeface="ＭＳ Ｐゴシック"/>
              </a:rPr>
              <a:t>萩 郁人</a:t>
            </a: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Aptos Display"/>
              </a:rPr>
              <a:t>背景</a:t>
            </a:r>
            <a:endParaRPr b="0" lang="en-US" sz="4400" strike="noStrike" u="none">
              <a:solidFill>
                <a:srgbClr val="000000"/>
              </a:solidFill>
              <a:effectLst/>
              <a:uFillTx/>
              <a:latin typeface="Arial"/>
            </a:endParaRPr>
          </a:p>
        </p:txBody>
      </p:sp>
      <p:sp>
        <p:nvSpPr>
          <p:cNvPr id="96" name="PlaceHolder 2"/>
          <p:cNvSpPr>
            <a:spLocks noGrp="1"/>
          </p:cNvSpPr>
          <p:nvPr>
            <p:ph/>
          </p:nvPr>
        </p:nvSpPr>
        <p:spPr>
          <a:xfrm>
            <a:off x="838080" y="1825560"/>
            <a:ext cx="10514520" cy="4350240"/>
          </a:xfrm>
          <a:prstGeom prst="rect">
            <a:avLst/>
          </a:prstGeom>
          <a:noFill/>
          <a:ln w="0">
            <a:noFill/>
          </a:ln>
        </p:spPr>
        <p:txBody>
          <a:bodyPr lIns="45720" rIns="45720" tIns="91440" bIns="91440" anchor="t" anchorCtr="1">
            <a:noAutofit/>
          </a:bodyPr>
          <a:p>
            <a:pPr indent="0" defTabSz="914400">
              <a:lnSpc>
                <a:spcPct val="90000"/>
              </a:lnSpc>
              <a:spcBef>
                <a:spcPts val="1001"/>
              </a:spcBef>
              <a:buNone/>
              <a:tabLst>
                <a:tab algn="l" pos="0"/>
              </a:tabLst>
            </a:pPr>
            <a:r>
              <a:rPr b="0" lang="ja-JP" sz="2800" strike="noStrike" u="none">
                <a:solidFill>
                  <a:schemeClr val="dk1"/>
                </a:solidFill>
                <a:effectLst/>
                <a:uFillTx/>
                <a:latin typeface="Aptos"/>
              </a:rPr>
              <a:t>タイピングにおいてホームポジションに則った入力はタイピング速度の向上やタイプミスの減少などが期待できる。</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r>
              <a:rPr b="0" lang="ja-JP" sz="2800" strike="noStrike" u="none">
                <a:solidFill>
                  <a:schemeClr val="dk1"/>
                </a:solidFill>
                <a:effectLst/>
                <a:uFillTx/>
                <a:latin typeface="Aptos"/>
              </a:rPr>
              <a:t>しかし、現在のタイピング練習ソフトでは入力の速度や正確さを測定するのみで、正しい入力方法かどうかは判定できない。</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r>
              <a:rPr b="0" lang="en-US" sz="2800" strike="noStrike" u="none">
                <a:solidFill>
                  <a:schemeClr val="dk1"/>
                </a:solidFill>
                <a:effectLst/>
                <a:uFillTx/>
                <a:latin typeface="Aptos"/>
              </a:rPr>
              <a:t>→入力を行う手やキーボードの映像から正しい入力が行われているか判定するシステムを開発する。</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trike="noStrike" u="none">
                <a:solidFill>
                  <a:schemeClr val="dk1"/>
                </a:solidFill>
                <a:effectLst/>
                <a:uFillTx/>
                <a:latin typeface="ＭＳ Ｐゴシック"/>
                <a:ea typeface="ＭＳ Ｐゴシック"/>
              </a:rPr>
              <a:t> MediaPipe Hand Landmarker</a:t>
            </a:r>
            <a:r>
              <a:rPr b="0" lang="ja-JP" sz="4400" strike="noStrike" u="none">
                <a:solidFill>
                  <a:schemeClr val="dk1"/>
                </a:solidFill>
                <a:effectLst/>
                <a:uFillTx/>
                <a:latin typeface="ＭＳ Ｐゴシック"/>
                <a:ea typeface="ＭＳ Ｐゴシック"/>
              </a:rPr>
              <a:t>について</a:t>
            </a:r>
            <a:endParaRPr b="0" lang="en-US" sz="4400" strike="noStrike" u="none">
              <a:solidFill>
                <a:srgbClr val="000000"/>
              </a:solidFill>
              <a:effectLst/>
              <a:uFillTx/>
              <a:latin typeface="Arial"/>
            </a:endParaRPr>
          </a:p>
        </p:txBody>
      </p:sp>
      <p:sp>
        <p:nvSpPr>
          <p:cNvPr id="98" name="PlaceHolder 2"/>
          <p:cNvSpPr>
            <a:spLocks noGrp="1"/>
          </p:cNvSpPr>
          <p:nvPr>
            <p:ph/>
          </p:nvPr>
        </p:nvSpPr>
        <p:spPr>
          <a:xfrm>
            <a:off x="838080" y="1690200"/>
            <a:ext cx="10514520" cy="43502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ＭＳ Ｐゴシック"/>
                <a:ea typeface="ＭＳ Ｐゴシック"/>
              </a:rPr>
              <a:t>MediaPipe</a:t>
            </a:r>
            <a:r>
              <a:rPr b="0" lang="ja-JP" sz="3200" strike="noStrike" u="none">
                <a:solidFill>
                  <a:schemeClr val="dk1"/>
                </a:solidFill>
                <a:effectLst/>
                <a:uFillTx/>
                <a:latin typeface="ＭＳ Ｐゴシック"/>
                <a:ea typeface="ＭＳ Ｐゴシック"/>
              </a:rPr>
              <a:t>とは、</a:t>
            </a:r>
            <a:r>
              <a:rPr b="0" lang="en-US" sz="3200" strike="noStrike" u="none">
                <a:solidFill>
                  <a:schemeClr val="dk1"/>
                </a:solidFill>
                <a:effectLst/>
                <a:uFillTx/>
                <a:latin typeface="ＭＳ Ｐゴシック"/>
                <a:ea typeface="ＭＳ Ｐゴシック"/>
              </a:rPr>
              <a:t>Google</a:t>
            </a:r>
            <a:r>
              <a:rPr b="0" lang="ja-JP" sz="3200" strike="noStrike" u="none">
                <a:solidFill>
                  <a:schemeClr val="dk1"/>
                </a:solidFill>
                <a:effectLst/>
                <a:uFillTx/>
                <a:latin typeface="ＭＳ Ｐゴシック"/>
                <a:ea typeface="ＭＳ Ｐゴシック"/>
              </a:rPr>
              <a:t>社が提供するライブメディア処理のためのオープンソース機械学習ソリューション</a:t>
            </a:r>
            <a:endParaRPr b="0" lang="en-US" sz="32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b="0" lang="en-US" sz="3200" strike="noStrike" u="none">
                <a:solidFill>
                  <a:schemeClr val="dk1"/>
                </a:solidFill>
                <a:effectLst/>
                <a:uFillTx/>
                <a:latin typeface="ＭＳ Ｐゴシック"/>
                <a:ea typeface="ＭＳ Ｐゴシック"/>
              </a:rPr>
              <a:t>Hand Landmarker</a:t>
            </a:r>
            <a:r>
              <a:rPr b="0" lang="ja-JP" sz="3200" strike="noStrike" u="none">
                <a:solidFill>
                  <a:schemeClr val="dk1"/>
                </a:solidFill>
                <a:effectLst/>
                <a:uFillTx/>
                <a:latin typeface="ＭＳ Ｐゴシック"/>
                <a:ea typeface="ＭＳ Ｐゴシック"/>
              </a:rPr>
              <a:t>は手の位置と</a:t>
            </a:r>
            <a:r>
              <a:rPr b="0" lang="en-US" sz="3200" strike="noStrike" u="none">
                <a:solidFill>
                  <a:schemeClr val="dk1"/>
                </a:solidFill>
                <a:effectLst/>
                <a:uFillTx/>
                <a:latin typeface="ＭＳ Ｐゴシック"/>
                <a:ea typeface="ＭＳ Ｐゴシック"/>
              </a:rPr>
              <a:t>21</a:t>
            </a:r>
            <a:r>
              <a:rPr b="0" lang="ja-JP" sz="3200" strike="noStrike" u="none">
                <a:solidFill>
                  <a:schemeClr val="dk1"/>
                </a:solidFill>
                <a:effectLst/>
                <a:uFillTx/>
                <a:latin typeface="ＭＳ Ｐゴシック"/>
                <a:ea typeface="ＭＳ Ｐゴシック"/>
              </a:rPr>
              <a:t>個のランドマーク</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関節点</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をリアルタイムに推定</a:t>
            </a:r>
            <a:endParaRPr b="0" lang="en-US" sz="3200" strike="noStrike" u="none">
              <a:solidFill>
                <a:srgbClr val="000000"/>
              </a:solidFill>
              <a:effectLst/>
              <a:uFillTx/>
              <a:latin typeface="Arial"/>
            </a:endParaRPr>
          </a:p>
        </p:txBody>
      </p:sp>
      <p:pic>
        <p:nvPicPr>
          <p:cNvPr id="99" name="図 8" descr="歯ブラシを持っている手&#10;&#10;AI 生成コンテンツは誤りを含む可能性があります。"/>
          <p:cNvPicPr/>
          <p:nvPr/>
        </p:nvPicPr>
        <p:blipFill>
          <a:blip r:embed="rId1"/>
          <a:stretch/>
        </p:blipFill>
        <p:spPr>
          <a:xfrm>
            <a:off x="6863040" y="3735000"/>
            <a:ext cx="3980880" cy="2230920"/>
          </a:xfrm>
          <a:prstGeom prst="rect">
            <a:avLst/>
          </a:prstGeom>
          <a:noFill/>
          <a:ln w="0">
            <a:noFill/>
          </a:ln>
        </p:spPr>
      </p:pic>
      <p:pic>
        <p:nvPicPr>
          <p:cNvPr id="100" name="図 10" descr="グラフ&#10;&#10;AI 生成コンテンツは誤りを含む可能性があります。"/>
          <p:cNvPicPr/>
          <p:nvPr/>
        </p:nvPicPr>
        <p:blipFill>
          <a:blip r:embed="rId2"/>
          <a:stretch/>
        </p:blipFill>
        <p:spPr>
          <a:xfrm>
            <a:off x="3444480" y="3713040"/>
            <a:ext cx="2650320" cy="2274840"/>
          </a:xfrm>
          <a:prstGeom prst="rect">
            <a:avLst/>
          </a:prstGeom>
          <a:noFill/>
          <a:ln w="0">
            <a:noFill/>
          </a:ln>
        </p:spPr>
      </p:pic>
      <p:sp>
        <p:nvSpPr>
          <p:cNvPr id="101" name="テキスト ボックス 11"/>
          <p:cNvSpPr/>
          <p:nvPr/>
        </p:nvSpPr>
        <p:spPr>
          <a:xfrm>
            <a:off x="1260000" y="6206040"/>
            <a:ext cx="8819280" cy="410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ja-JP" sz="2100" strike="noStrike" u="none">
                <a:solidFill>
                  <a:schemeClr val="dk1"/>
                </a:solidFill>
                <a:effectLst/>
                <a:uFillTx/>
                <a:latin typeface="ＭＳ Ｐゴシック"/>
                <a:ea typeface="ＭＳ Ｐゴシック"/>
              </a:rPr>
              <a:t>画像出典：</a:t>
            </a:r>
            <a:r>
              <a:rPr b="0" lang="ja-JP" sz="2100" strike="noStrike" u="sng">
                <a:solidFill>
                  <a:schemeClr val="dk1"/>
                </a:solidFill>
                <a:effectLst/>
                <a:uFillTx/>
                <a:latin typeface="ＭＳ Ｐゴシック"/>
                <a:ea typeface="ＭＳ Ｐゴシック"/>
                <a:hlinkClick r:id="rId3"/>
              </a:rPr>
              <a:t>手のランドマーク検出ガイド </a:t>
            </a:r>
            <a:r>
              <a:rPr b="0" lang="en-US" sz="2100" strike="noStrike" u="sng">
                <a:solidFill>
                  <a:schemeClr val="dk1"/>
                </a:solidFill>
                <a:effectLst/>
                <a:uFillTx/>
                <a:latin typeface="ＭＳ Ｐゴシック"/>
                <a:ea typeface="ＭＳ Ｐゴシック"/>
                <a:hlinkClick r:id="rId4"/>
              </a:rPr>
              <a:t>| Google AI Edge</a:t>
            </a:r>
            <a:endParaRPr b="0" lang="en-US" sz="2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先行研究の課題</a:t>
            </a:r>
            <a:endParaRPr b="0" lang="en-US" sz="4400" strike="noStrike" u="none">
              <a:solidFill>
                <a:srgbClr val="000000"/>
              </a:solidFill>
              <a:effectLst/>
              <a:uFillTx/>
              <a:latin typeface="Arial"/>
            </a:endParaRPr>
          </a:p>
        </p:txBody>
      </p:sp>
      <p:sp>
        <p:nvSpPr>
          <p:cNvPr id="103" name="PlaceHolder 2"/>
          <p:cNvSpPr>
            <a:spLocks noGrp="1"/>
          </p:cNvSpPr>
          <p:nvPr>
            <p:ph/>
          </p:nvPr>
        </p:nvSpPr>
        <p:spPr>
          <a:xfrm>
            <a:off x="824760" y="1589040"/>
            <a:ext cx="10514520" cy="43502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ja-JP" sz="3200" strike="noStrike" u="none">
                <a:solidFill>
                  <a:schemeClr val="dk1"/>
                </a:solidFill>
                <a:effectLst/>
                <a:uFillTx/>
                <a:latin typeface="ＭＳ Ｐゴシック"/>
                <a:ea typeface="ＭＳ Ｐゴシック"/>
              </a:rPr>
              <a:t>・</a:t>
            </a:r>
            <a:r>
              <a:rPr b="0" lang="en-US" sz="3200" strike="noStrike" u="none">
                <a:solidFill>
                  <a:schemeClr val="dk1"/>
                </a:solidFill>
                <a:effectLst/>
                <a:uFillTx/>
                <a:latin typeface="ＭＳ Ｐゴシック"/>
                <a:ea typeface="ＭＳ Ｐゴシック"/>
              </a:rPr>
              <a:t>Media Pipe Hand Landmarker</a:t>
            </a:r>
            <a:r>
              <a:rPr b="0" lang="ja-JP" sz="3200" strike="noStrike" u="none">
                <a:solidFill>
                  <a:schemeClr val="dk1"/>
                </a:solidFill>
                <a:effectLst/>
                <a:uFillTx/>
                <a:latin typeface="ＭＳ Ｐゴシック"/>
                <a:ea typeface="ＭＳ Ｐゴシック"/>
              </a:rPr>
              <a:t>単体で三次元座標を推定</a:t>
            </a: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→Z</a:t>
            </a:r>
            <a:r>
              <a:rPr b="0" lang="ja-JP" sz="3200" strike="noStrike" u="none">
                <a:solidFill>
                  <a:schemeClr val="dk1"/>
                </a:solidFill>
                <a:effectLst/>
                <a:uFillTx/>
                <a:latin typeface="ＭＳ Ｐゴシック"/>
                <a:ea typeface="ＭＳ Ｐゴシック"/>
              </a:rPr>
              <a:t>軸</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奥行方向</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の精度が悪い</a:t>
            </a: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800" strike="noStrike" u="none">
              <a:solidFill>
                <a:srgbClr val="000000"/>
              </a:solidFill>
              <a:effectLst/>
              <a:uFillTx/>
              <a:latin typeface="Arial"/>
            </a:endParaRPr>
          </a:p>
        </p:txBody>
      </p:sp>
      <p:pic>
        <p:nvPicPr>
          <p:cNvPr id="104" name="図 66" descr=""/>
          <p:cNvPicPr/>
          <p:nvPr/>
        </p:nvPicPr>
        <p:blipFill>
          <a:blip r:embed="rId1"/>
          <a:stretch/>
        </p:blipFill>
        <p:spPr>
          <a:xfrm>
            <a:off x="1260000" y="2520000"/>
            <a:ext cx="3179520" cy="2384280"/>
          </a:xfrm>
          <a:prstGeom prst="rect">
            <a:avLst/>
          </a:prstGeom>
          <a:noFill/>
          <a:ln w="0">
            <a:noFill/>
          </a:ln>
        </p:spPr>
      </p:pic>
      <p:sp>
        <p:nvSpPr>
          <p:cNvPr id="105" name="矢印: 右 67"/>
          <p:cNvSpPr/>
          <p:nvPr/>
        </p:nvSpPr>
        <p:spPr>
          <a:xfrm>
            <a:off x="4860000" y="3600000"/>
            <a:ext cx="1619280" cy="35928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pic>
        <p:nvPicPr>
          <p:cNvPr id="106" name="図 68" descr=""/>
          <p:cNvPicPr/>
          <p:nvPr/>
        </p:nvPicPr>
        <p:blipFill>
          <a:blip r:embed="rId2"/>
          <a:stretch/>
        </p:blipFill>
        <p:spPr>
          <a:xfrm>
            <a:off x="6660000" y="2160000"/>
            <a:ext cx="3959280" cy="2932920"/>
          </a:xfrm>
          <a:prstGeom prst="rect">
            <a:avLst/>
          </a:prstGeom>
          <a:noFill/>
          <a:ln w="0">
            <a:noFill/>
          </a:ln>
        </p:spPr>
      </p:pic>
      <p:sp>
        <p:nvSpPr>
          <p:cNvPr id="107" name="テキスト ボックス 69"/>
          <p:cNvSpPr/>
          <p:nvPr/>
        </p:nvSpPr>
        <p:spPr>
          <a:xfrm>
            <a:off x="2102040" y="5059440"/>
            <a:ext cx="1380240" cy="378360"/>
          </a:xfrm>
          <a:prstGeom prst="rect">
            <a:avLst/>
          </a:prstGeom>
          <a:noFill/>
          <a:ln w="0">
            <a:noFill/>
          </a:ln>
        </p:spPr>
        <p:style>
          <a:lnRef idx="0"/>
          <a:fillRef idx="0"/>
          <a:effectRef idx="0"/>
          <a:fontRef idx="minor"/>
        </p:style>
        <p:txBody>
          <a:bodyPr lIns="90000" rIns="90000" tIns="45000" bIns="45000" anchor="t">
            <a:spAutoFit/>
          </a:bodyPr>
          <a:p>
            <a:pPr defTabSz="914400">
              <a:lnSpc>
                <a:spcPct val="90000"/>
              </a:lnSpc>
              <a:spcBef>
                <a:spcPts val="1001"/>
              </a:spcBef>
              <a:tabLst>
                <a:tab algn="l" pos="0"/>
              </a:tabLst>
            </a:pPr>
            <a:r>
              <a:rPr b="0" lang="ja-JP" sz="2100" strike="noStrike" u="none">
                <a:solidFill>
                  <a:schemeClr val="dk1"/>
                </a:solidFill>
                <a:effectLst/>
                <a:uFillTx/>
                <a:latin typeface="ＭＳ Ｐゴシック"/>
                <a:ea typeface="ＭＳ Ｐゴシック"/>
              </a:rPr>
              <a:t>カメラ映像</a:t>
            </a:r>
            <a:endParaRPr b="0" lang="en-US" sz="2100" strike="noStrike" u="none">
              <a:solidFill>
                <a:srgbClr val="000000"/>
              </a:solidFill>
              <a:effectLst/>
              <a:uFillTx/>
              <a:latin typeface="Arial"/>
            </a:endParaRPr>
          </a:p>
        </p:txBody>
      </p:sp>
      <p:sp>
        <p:nvSpPr>
          <p:cNvPr id="108" name="テキスト ボックス 70"/>
          <p:cNvSpPr/>
          <p:nvPr/>
        </p:nvSpPr>
        <p:spPr>
          <a:xfrm>
            <a:off x="8272440" y="5093640"/>
            <a:ext cx="1380240" cy="410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100" strike="noStrike" u="none">
                <a:solidFill>
                  <a:schemeClr val="dk1"/>
                </a:solidFill>
                <a:effectLst/>
                <a:uFillTx/>
                <a:latin typeface="ＭＳ Ｐゴシック"/>
                <a:ea typeface="ＭＳ Ｐゴシック"/>
              </a:rPr>
              <a:t>ｘｚ座標</a:t>
            </a:r>
            <a:endParaRPr b="0" lang="en-US" sz="2100" strike="noStrike" u="none">
              <a:solidFill>
                <a:srgbClr val="000000"/>
              </a:solidFill>
              <a:effectLst/>
              <a:uFillTx/>
              <a:latin typeface="Arial"/>
            </a:endParaRPr>
          </a:p>
        </p:txBody>
      </p:sp>
      <p:sp>
        <p:nvSpPr>
          <p:cNvPr id="109" name="テキスト ボックス 71"/>
          <p:cNvSpPr/>
          <p:nvPr/>
        </p:nvSpPr>
        <p:spPr>
          <a:xfrm>
            <a:off x="3420000" y="6120000"/>
            <a:ext cx="11159280" cy="7304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100" strike="noStrike" u="none">
                <a:solidFill>
                  <a:schemeClr val="dk1"/>
                </a:solidFill>
                <a:effectLst/>
                <a:uFillTx/>
                <a:latin typeface="ＭＳ Ｐゴシック"/>
                <a:ea typeface="ＭＳ Ｐゴシック"/>
              </a:rPr>
              <a:t>画像出典：岡崎優斗　”キーボード入力時の手形状検出と指先座標の推定”</a:t>
            </a:r>
            <a:endParaRPr b="0" lang="en-US" sz="2100" strike="noStrike" u="none">
              <a:solidFill>
                <a:srgbClr val="000000"/>
              </a:solidFill>
              <a:effectLst/>
              <a:uFillTx/>
              <a:latin typeface="Arial"/>
            </a:endParaRPr>
          </a:p>
          <a:p>
            <a:pPr defTabSz="914400">
              <a:lnSpc>
                <a:spcPct val="100000"/>
              </a:lnSpc>
            </a:pPr>
            <a:r>
              <a:rPr b="0" lang="en-US" sz="2100" strike="noStrike" u="none">
                <a:solidFill>
                  <a:schemeClr val="dk1"/>
                </a:solidFill>
                <a:effectLst/>
                <a:uFillTx/>
                <a:latin typeface="ＭＳ Ｐゴシック"/>
                <a:ea typeface="ＭＳ Ｐゴシック"/>
              </a:rPr>
              <a:t>	</a:t>
            </a:r>
            <a:r>
              <a:rPr b="0" lang="ja-JP" sz="2100" strike="noStrike" u="none">
                <a:solidFill>
                  <a:schemeClr val="dk1"/>
                </a:solidFill>
                <a:effectLst/>
                <a:uFillTx/>
                <a:latin typeface="ＭＳ Ｐゴシック"/>
                <a:ea typeface="ＭＳ Ｐゴシック"/>
              </a:rPr>
              <a:t>　鈴鹿工業高等専門学校卒業研究論文　</a:t>
            </a:r>
            <a:r>
              <a:rPr b="0" lang="en-US" sz="2100" strike="noStrike" u="none">
                <a:solidFill>
                  <a:schemeClr val="dk1"/>
                </a:solidFill>
                <a:effectLst/>
                <a:uFillTx/>
                <a:latin typeface="ＭＳ Ｐゴシック"/>
                <a:ea typeface="ＭＳ Ｐゴシック"/>
              </a:rPr>
              <a:t>2024 </a:t>
            </a:r>
            <a:r>
              <a:rPr b="0" lang="ja-JP" sz="2100" strike="noStrike" u="none">
                <a:solidFill>
                  <a:schemeClr val="dk1"/>
                </a:solidFill>
                <a:effectLst/>
                <a:uFillTx/>
                <a:latin typeface="ＭＳ Ｐゴシック"/>
                <a:ea typeface="ＭＳ Ｐゴシック"/>
              </a:rPr>
              <a:t>年度</a:t>
            </a:r>
            <a:endParaRPr b="0" lang="en-US" sz="2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目的</a:t>
            </a:r>
            <a:endParaRPr b="0" lang="en-US" sz="4400" strike="noStrike" u="none">
              <a:solidFill>
                <a:srgbClr val="000000"/>
              </a:solidFill>
              <a:effectLst/>
              <a:uFillTx/>
              <a:latin typeface="Arial"/>
            </a:endParaRPr>
          </a:p>
        </p:txBody>
      </p:sp>
      <p:sp>
        <p:nvSpPr>
          <p:cNvPr id="111" name="PlaceHolder 2"/>
          <p:cNvSpPr>
            <a:spLocks noGrp="1"/>
          </p:cNvSpPr>
          <p:nvPr>
            <p:ph/>
          </p:nvPr>
        </p:nvSpPr>
        <p:spPr>
          <a:xfrm>
            <a:off x="838080" y="1825560"/>
            <a:ext cx="10514520" cy="43502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ja-JP" sz="3200" strike="noStrike" u="none">
                <a:solidFill>
                  <a:schemeClr val="dk1"/>
                </a:solidFill>
                <a:effectLst/>
                <a:uFillTx/>
                <a:latin typeface="ＭＳ Ｐゴシック"/>
                <a:ea typeface="ＭＳ Ｐゴシック"/>
              </a:rPr>
              <a:t>キーボードの各キーと手指の座標をリアルタイムで推定し、キーの打鍵時に正しい方法で入力されているかを判定するシステムを開発する。</a:t>
            </a: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3200" strike="noStrike" u="non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b="0" lang="ja-JP" sz="3200" strike="noStrike" u="none">
                <a:solidFill>
                  <a:schemeClr val="dk1"/>
                </a:solidFill>
                <a:effectLst/>
                <a:uFillTx/>
                <a:latin typeface="ＭＳ Ｐゴシック"/>
                <a:ea typeface="ＭＳ Ｐゴシック"/>
              </a:rPr>
              <a:t>両眼カメラによる三角測量を用いて座標推定の精度改善を図り、結果を評価する。</a:t>
            </a: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概要</a:t>
            </a:r>
            <a:endParaRPr b="0" lang="en-US" sz="4400" strike="noStrike" u="none">
              <a:solidFill>
                <a:srgbClr val="000000"/>
              </a:solidFill>
              <a:effectLst/>
              <a:uFillTx/>
              <a:latin typeface="Arial"/>
            </a:endParaRPr>
          </a:p>
        </p:txBody>
      </p:sp>
      <p:sp>
        <p:nvSpPr>
          <p:cNvPr id="113" name="PlaceHolder 2"/>
          <p:cNvSpPr>
            <a:spLocks noGrp="1"/>
          </p:cNvSpPr>
          <p:nvPr>
            <p:ph/>
          </p:nvPr>
        </p:nvSpPr>
        <p:spPr>
          <a:xfrm>
            <a:off x="680760" y="3298320"/>
            <a:ext cx="10514520" cy="43502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①2</a:t>
            </a:r>
            <a:r>
              <a:rPr b="0" lang="ja-JP" sz="3200" strike="noStrike" u="none">
                <a:solidFill>
                  <a:schemeClr val="dk1"/>
                </a:solidFill>
                <a:effectLst/>
                <a:uFillTx/>
                <a:latin typeface="ＭＳ Ｐゴシック"/>
                <a:ea typeface="ＭＳ Ｐゴシック"/>
              </a:rPr>
              <a:t>台の</a:t>
            </a:r>
            <a:r>
              <a:rPr b="0" lang="en-US" sz="3200" strike="noStrike" u="none">
                <a:solidFill>
                  <a:schemeClr val="dk1"/>
                </a:solidFill>
                <a:effectLst/>
                <a:uFillTx/>
                <a:latin typeface="ＭＳ Ｐゴシック"/>
                <a:ea typeface="ＭＳ Ｐゴシック"/>
              </a:rPr>
              <a:t>Web</a:t>
            </a:r>
            <a:r>
              <a:rPr b="0" lang="ja-JP" sz="3200" strike="noStrike" u="none">
                <a:solidFill>
                  <a:schemeClr val="dk1"/>
                </a:solidFill>
                <a:effectLst/>
                <a:uFillTx/>
                <a:latin typeface="ＭＳ Ｐゴシック"/>
                <a:ea typeface="ＭＳ Ｐゴシック"/>
              </a:rPr>
              <a:t>カメラから映像を取得</a:t>
            </a: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②MediaPipe Hand Landmarker</a:t>
            </a:r>
            <a:r>
              <a:rPr b="0" lang="ja-JP" sz="3200" strike="noStrike" u="none">
                <a:solidFill>
                  <a:schemeClr val="dk1"/>
                </a:solidFill>
                <a:effectLst/>
                <a:uFillTx/>
                <a:latin typeface="ＭＳ Ｐゴシック"/>
                <a:ea typeface="ＭＳ Ｐゴシック"/>
              </a:rPr>
              <a:t>によりそれぞれの二次元座標を推定</a:t>
            </a:r>
            <a:endParaRPr b="0" lang="en-US" sz="3200" strike="noStrike" u="none">
              <a:solidFill>
                <a:srgbClr val="000000"/>
              </a:solidFill>
              <a:effectLst/>
              <a:uFillTx/>
              <a:latin typeface="Arial"/>
            </a:endParaRPr>
          </a:p>
          <a:p>
            <a:pPr indent="0" defTabSz="914400">
              <a:lnSpc>
                <a:spcPct val="90000"/>
              </a:lnSpc>
              <a:spcBef>
                <a:spcPts val="1001"/>
              </a:spcBef>
              <a:buNone/>
              <a:tabLst>
                <a:tab algn="l" pos="0"/>
              </a:tabLst>
            </a:pPr>
            <a:r>
              <a:rPr b="0" lang="en-US" sz="3200" strike="noStrike" u="none">
                <a:solidFill>
                  <a:schemeClr val="dk1"/>
                </a:solidFill>
                <a:effectLst/>
                <a:uFillTx/>
                <a:latin typeface="ＭＳ Ｐゴシック"/>
                <a:ea typeface="ＭＳ Ｐゴシック"/>
              </a:rPr>
              <a:t>③OpenCV</a:t>
            </a:r>
            <a:r>
              <a:rPr b="0" lang="ja-JP" sz="3200" strike="noStrike" u="none">
                <a:solidFill>
                  <a:schemeClr val="dk1"/>
                </a:solidFill>
                <a:effectLst/>
                <a:uFillTx/>
                <a:latin typeface="ＭＳ Ｐゴシック"/>
                <a:ea typeface="ＭＳ Ｐゴシック"/>
              </a:rPr>
              <a:t>の関数を用いて三角測量を行い三次元座標を推定する</a:t>
            </a:r>
            <a:endParaRPr b="0" lang="en-US" sz="3200" strike="noStrike" u="none">
              <a:solidFill>
                <a:srgbClr val="000000"/>
              </a:solidFill>
              <a:effectLst/>
              <a:uFillTx/>
              <a:latin typeface="Arial"/>
            </a:endParaRPr>
          </a:p>
        </p:txBody>
      </p:sp>
      <p:pic>
        <p:nvPicPr>
          <p:cNvPr id="114" name="図 16" descr="ダイアグラム&#10;&#10;AI 生成コンテンツは誤りを含む可能性があります。"/>
          <p:cNvPicPr/>
          <p:nvPr/>
        </p:nvPicPr>
        <p:blipFill>
          <a:blip r:embed="rId1"/>
          <a:stretch/>
        </p:blipFill>
        <p:spPr>
          <a:xfrm>
            <a:off x="3353760" y="770040"/>
            <a:ext cx="4785480" cy="2240640"/>
          </a:xfrm>
          <a:prstGeom prst="rect">
            <a:avLst/>
          </a:prstGeom>
          <a:noFill/>
          <a:ln w="0">
            <a:noFill/>
          </a:ln>
        </p:spPr>
      </p:pic>
      <p:sp>
        <p:nvSpPr>
          <p:cNvPr id="115" name="正方形/長方形 17"/>
          <p:cNvSpPr/>
          <p:nvPr/>
        </p:nvSpPr>
        <p:spPr>
          <a:xfrm>
            <a:off x="3353760" y="670680"/>
            <a:ext cx="4964040" cy="2439000"/>
          </a:xfrm>
          <a:prstGeom prst="rect">
            <a:avLst/>
          </a:prstGeom>
          <a:noFill/>
          <a:ln w="9360">
            <a:solidFill>
              <a:srgbClr val="000000"/>
            </a:solidFill>
            <a:round/>
          </a:ln>
        </p:spPr>
        <p:style>
          <a:lnRef idx="0"/>
          <a:fillRef idx="0"/>
          <a:effectRef idx="0"/>
          <a:fontRef idx="minor"/>
        </p:style>
        <p:txBody>
          <a:bodyPr lIns="90000" rIns="90000" tIns="45000" bIns="45000" anchor="ctr">
            <a:noAutofit/>
          </a:bodyPr>
          <a:p>
            <a:endParaRPr b="0" lang="en-US" sz="1800" strike="noStrike" u="non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キャリブレーション</a:t>
            </a:r>
            <a:endParaRPr b="0" lang="en-US" sz="4400" strike="noStrike" u="none">
              <a:solidFill>
                <a:srgbClr val="000000"/>
              </a:solidFill>
              <a:effectLst/>
              <a:uFillTx/>
              <a:latin typeface="Arial"/>
            </a:endParaRPr>
          </a:p>
        </p:txBody>
      </p:sp>
      <p:pic>
        <p:nvPicPr>
          <p:cNvPr id="117" name="図 97" descr=""/>
          <p:cNvPicPr/>
          <p:nvPr/>
        </p:nvPicPr>
        <p:blipFill>
          <a:blip r:embed="rId1"/>
          <a:stretch/>
        </p:blipFill>
        <p:spPr>
          <a:xfrm>
            <a:off x="6415200" y="3060000"/>
            <a:ext cx="4384080" cy="3239280"/>
          </a:xfrm>
          <a:prstGeom prst="rect">
            <a:avLst/>
          </a:prstGeom>
          <a:noFill/>
          <a:ln w="0">
            <a:noFill/>
          </a:ln>
        </p:spPr>
      </p:pic>
      <p:sp>
        <p:nvSpPr>
          <p:cNvPr id="118" name="テキスト ボックス 98"/>
          <p:cNvSpPr/>
          <p:nvPr/>
        </p:nvSpPr>
        <p:spPr>
          <a:xfrm>
            <a:off x="720360" y="4140000"/>
            <a:ext cx="5219280" cy="15537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3200" strike="noStrike" u="none">
                <a:solidFill>
                  <a:schemeClr val="dk1"/>
                </a:solidFill>
                <a:effectLst/>
                <a:uFillTx/>
                <a:latin typeface="ＭＳ Ｐゴシック"/>
                <a:ea typeface="ＭＳ Ｐゴシック"/>
              </a:rPr>
              <a:t>チェスボードを様々な視点で撮影し、コーナー座標を検出</a:t>
            </a:r>
            <a:endParaRPr b="0" lang="en-US" sz="3200" strike="noStrike" u="none">
              <a:solidFill>
                <a:srgbClr val="000000"/>
              </a:solidFill>
              <a:effectLst/>
              <a:uFillTx/>
              <a:latin typeface="Arial"/>
            </a:endParaRPr>
          </a:p>
          <a:p>
            <a:pPr defTabSz="914400">
              <a:lnSpc>
                <a:spcPct val="100000"/>
              </a:lnSpc>
            </a:pPr>
            <a:r>
              <a:rPr b="0" lang="ja-JP" sz="3200" strike="noStrike" u="none">
                <a:solidFill>
                  <a:schemeClr val="dk1"/>
                </a:solidFill>
                <a:effectLst/>
                <a:uFillTx/>
                <a:latin typeface="ＭＳ Ｐゴシック"/>
                <a:ea typeface="ＭＳ Ｐゴシック"/>
              </a:rPr>
              <a:t>キャリブレーションに用いる</a:t>
            </a:r>
            <a:endParaRPr b="0" lang="en-US" sz="3200" strike="noStrike" u="none">
              <a:solidFill>
                <a:srgbClr val="000000"/>
              </a:solidFill>
              <a:effectLst/>
              <a:uFillTx/>
              <a:latin typeface="Arial"/>
            </a:endParaRPr>
          </a:p>
        </p:txBody>
      </p:sp>
      <p:sp>
        <p:nvSpPr>
          <p:cNvPr id="119" name=""/>
          <p:cNvSpPr/>
          <p:nvPr/>
        </p:nvSpPr>
        <p:spPr>
          <a:xfrm>
            <a:off x="349920" y="1673640"/>
            <a:ext cx="12011760" cy="1553760"/>
          </a:xfrm>
          <a:prstGeom prst="rect">
            <a:avLst/>
          </a:prstGeom>
          <a:noFill/>
          <a:ln w="36000">
            <a:noFill/>
          </a:ln>
        </p:spPr>
        <p:style>
          <a:lnRef idx="0"/>
          <a:fillRef idx="0"/>
          <a:effectRef idx="0"/>
          <a:fontRef idx="minor"/>
        </p:style>
        <p:txBody>
          <a:bodyPr lIns="90000" rIns="90000" tIns="45000" bIns="45000" anchor="t">
            <a:spAutoFit/>
          </a:bodyPr>
          <a:p>
            <a:pPr>
              <a:lnSpc>
                <a:spcPct val="100000"/>
              </a:lnSpc>
            </a:pPr>
            <a:r>
              <a:rPr b="0" lang="ja-JP" sz="3200" strike="noStrike" u="none">
                <a:solidFill>
                  <a:schemeClr val="dk1"/>
                </a:solidFill>
                <a:effectLst/>
                <a:uFillTx/>
                <a:latin typeface="ＭＳ Ｐゴシック"/>
                <a:ea typeface="ＭＳ Ｐゴシック"/>
              </a:rPr>
              <a:t>・内部パラメータ</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レンズの歪み等の補正</a:t>
            </a:r>
            <a:r>
              <a:rPr b="0" lang="en-US" sz="3200" strike="noStrike" u="none">
                <a:solidFill>
                  <a:schemeClr val="dk1"/>
                </a:solidFill>
                <a:effectLst/>
                <a:uFillTx/>
                <a:latin typeface="ＭＳ Ｐゴシック"/>
                <a:ea typeface="ＭＳ Ｐゴシック"/>
              </a:rPr>
              <a:t>) → </a:t>
            </a:r>
            <a:r>
              <a:rPr b="0" lang="ja-JP" sz="3200" strike="noStrike" u="none">
                <a:solidFill>
                  <a:schemeClr val="dk1"/>
                </a:solidFill>
                <a:effectLst/>
                <a:uFillTx/>
                <a:latin typeface="ＭＳ Ｐゴシック"/>
                <a:ea typeface="ＭＳ Ｐゴシック"/>
              </a:rPr>
              <a:t>カメラキャリブレーション</a:t>
            </a:r>
            <a:endParaRPr b="0" lang="en-US" sz="3200" strike="noStrike" u="none">
              <a:solidFill>
                <a:srgbClr val="000000"/>
              </a:solidFill>
              <a:effectLst/>
              <a:uFillTx/>
              <a:latin typeface="Arial"/>
            </a:endParaRPr>
          </a:p>
          <a:p>
            <a:pPr>
              <a:lnSpc>
                <a:spcPct val="100000"/>
              </a:lnSpc>
            </a:pPr>
            <a:r>
              <a:rPr b="0" lang="ja-JP" sz="3200" strike="noStrike" u="none">
                <a:solidFill>
                  <a:schemeClr val="dk1"/>
                </a:solidFill>
                <a:effectLst/>
                <a:uFillTx/>
                <a:latin typeface="ＭＳ Ｐゴシック"/>
                <a:ea typeface="ＭＳ Ｐゴシック"/>
              </a:rPr>
              <a:t>・外部パラメータ</a:t>
            </a:r>
            <a:r>
              <a:rPr b="0" lang="en-US" sz="3200" strike="noStrike" u="none">
                <a:solidFill>
                  <a:schemeClr val="dk1"/>
                </a:solidFill>
                <a:effectLst/>
                <a:uFillTx/>
                <a:latin typeface="ＭＳ Ｐゴシック"/>
                <a:ea typeface="ＭＳ Ｐゴシック"/>
              </a:rPr>
              <a:t>(</a:t>
            </a:r>
            <a:r>
              <a:rPr b="0" lang="ja-JP" sz="3200" strike="noStrike" u="none">
                <a:solidFill>
                  <a:schemeClr val="dk1"/>
                </a:solidFill>
                <a:effectLst/>
                <a:uFillTx/>
                <a:latin typeface="ＭＳ Ｐゴシック"/>
                <a:ea typeface="ＭＳ Ｐゴシック"/>
              </a:rPr>
              <a:t>カメラ間の位置関係</a:t>
            </a:r>
            <a:r>
              <a:rPr b="0" lang="en-US" sz="3200" strike="noStrike" u="none">
                <a:solidFill>
                  <a:schemeClr val="dk1"/>
                </a:solidFill>
                <a:effectLst/>
                <a:uFillTx/>
                <a:latin typeface="ＭＳ Ｐゴシック"/>
                <a:ea typeface="ＭＳ Ｐゴシック"/>
              </a:rPr>
              <a:t>) → </a:t>
            </a:r>
            <a:r>
              <a:rPr b="0" lang="ja-JP" sz="3200" strike="noStrike" u="none">
                <a:solidFill>
                  <a:schemeClr val="dk1"/>
                </a:solidFill>
                <a:effectLst/>
                <a:uFillTx/>
                <a:latin typeface="ＭＳ Ｐゴシック"/>
                <a:ea typeface="ＭＳ Ｐゴシック"/>
              </a:rPr>
              <a:t>ステレオキャリブレーション</a:t>
            </a:r>
            <a:endParaRPr b="0" lang="en-US" sz="3200" strike="noStrike" u="none">
              <a:solidFill>
                <a:srgbClr val="000000"/>
              </a:solidFill>
              <a:effectLst/>
              <a:uFillTx/>
              <a:latin typeface="Arial"/>
            </a:endParaRPr>
          </a:p>
          <a:p>
            <a:pPr>
              <a:lnSpc>
                <a:spcPct val="100000"/>
              </a:lnSpc>
            </a:pPr>
            <a:r>
              <a:rPr b="0" lang="ja-JP" sz="3200" strike="noStrike" u="none">
                <a:solidFill>
                  <a:schemeClr val="dk1"/>
                </a:solidFill>
                <a:effectLst/>
                <a:uFillTx/>
                <a:latin typeface="ＭＳ Ｐゴシック"/>
                <a:ea typeface="ＭＳ Ｐゴシック"/>
              </a:rPr>
              <a:t>でそれぞれ計算　</a:t>
            </a:r>
            <a:endParaRPr b="0" lang="en-US" sz="3200" strike="noStrike" u="none">
              <a:solidFill>
                <a:srgbClr val="000000"/>
              </a:solidFill>
              <a:effectLst/>
              <a:uFillTx/>
              <a:latin typeface="Arial"/>
            </a:endParaRPr>
          </a:p>
        </p:txBody>
      </p:sp>
      <p:sp>
        <p:nvSpPr>
          <p:cNvPr id="120" name=""/>
          <p:cNvSpPr/>
          <p:nvPr/>
        </p:nvSpPr>
        <p:spPr>
          <a:xfrm>
            <a:off x="540000" y="3461400"/>
            <a:ext cx="2962080" cy="578160"/>
          </a:xfrm>
          <a:prstGeom prst="rect">
            <a:avLst/>
          </a:prstGeom>
          <a:noFill/>
          <a:ln w="36000">
            <a:noFill/>
          </a:ln>
        </p:spPr>
        <p:style>
          <a:lnRef idx="0"/>
          <a:fillRef idx="0"/>
          <a:effectRef idx="0"/>
          <a:fontRef idx="minor"/>
        </p:style>
        <p:txBody>
          <a:bodyPr wrap="none" lIns="90000" rIns="90000" tIns="45000" bIns="45000" anchor="t">
            <a:spAutoFit/>
          </a:bodyPr>
          <a:p>
            <a:pPr>
              <a:lnSpc>
                <a:spcPct val="100000"/>
              </a:lnSpc>
            </a:pPr>
            <a:r>
              <a:rPr b="0" lang="ja-JP" sz="3200" strike="noStrike" u="none">
                <a:solidFill>
                  <a:srgbClr val="000000"/>
                </a:solidFill>
                <a:effectLst/>
                <a:uFillTx/>
                <a:latin typeface="Arial"/>
              </a:rPr>
              <a:t>・</a:t>
            </a:r>
            <a:r>
              <a:rPr b="0" lang="en-US" sz="3200" strike="noStrike" u="none">
                <a:solidFill>
                  <a:srgbClr val="000000"/>
                </a:solidFill>
                <a:effectLst/>
                <a:uFillTx/>
                <a:latin typeface="Arial"/>
              </a:rPr>
              <a:t>Zhang</a:t>
            </a:r>
            <a:r>
              <a:rPr b="0" lang="ja-JP" sz="3200" strike="noStrike" u="none">
                <a:solidFill>
                  <a:srgbClr val="000000"/>
                </a:solidFill>
                <a:effectLst/>
                <a:uFillTx/>
                <a:latin typeface="Arial"/>
              </a:rPr>
              <a:t>の方法</a:t>
            </a: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射影行列</a:t>
            </a:r>
            <a:r>
              <a:rPr b="0" lang="en-US" sz="4400" strike="noStrike" u="none">
                <a:solidFill>
                  <a:schemeClr val="dk1"/>
                </a:solidFill>
                <a:effectLst/>
                <a:uFillTx/>
                <a:latin typeface="ＭＳ Ｐゴシック"/>
                <a:ea typeface="ＭＳ Ｐゴシック"/>
              </a:rPr>
              <a:t>P</a:t>
            </a:r>
            <a:endParaRPr b="0" lang="en-US" sz="4400" strike="noStrike" u="none">
              <a:solidFill>
                <a:srgbClr val="000000"/>
              </a:solidFill>
              <a:effectLst/>
              <a:uFillTx/>
              <a:latin typeface="Arial"/>
            </a:endParaRPr>
          </a:p>
        </p:txBody>
      </p:sp>
      <p:sp>
        <p:nvSpPr>
          <p:cNvPr id="122" name="テキスト ボックス 87"/>
          <p:cNvSpPr/>
          <p:nvPr/>
        </p:nvSpPr>
        <p:spPr>
          <a:xfrm>
            <a:off x="1080000" y="3079800"/>
            <a:ext cx="2747880" cy="69984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23" name="テキスト ボックス 94"/>
          <p:cNvSpPr/>
          <p:nvPr/>
        </p:nvSpPr>
        <p:spPr>
          <a:xfrm>
            <a:off x="1080000" y="1620000"/>
            <a:ext cx="10619280" cy="1065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3200" strike="noStrike" u="none">
                <a:solidFill>
                  <a:schemeClr val="dk1"/>
                </a:solidFill>
                <a:effectLst/>
                <a:uFillTx/>
                <a:latin typeface="ＭＳ Ｐゴシック"/>
                <a:ea typeface="ＭＳ Ｐゴシック"/>
              </a:rPr>
              <a:t>・世界座標系から画像座標系への変換を表す</a:t>
            </a:r>
            <a:r>
              <a:rPr b="0" lang="en-US" sz="3200" strike="noStrike" u="none">
                <a:solidFill>
                  <a:schemeClr val="dk1"/>
                </a:solidFill>
                <a:effectLst/>
                <a:uFillTx/>
                <a:latin typeface="ＭＳ Ｐゴシック"/>
                <a:ea typeface="ＭＳ Ｐゴシック"/>
              </a:rPr>
              <a:t>3×4</a:t>
            </a:r>
            <a:r>
              <a:rPr b="0" lang="ja-JP" sz="3200" strike="noStrike" u="none">
                <a:solidFill>
                  <a:schemeClr val="dk1"/>
                </a:solidFill>
                <a:effectLst/>
                <a:uFillTx/>
                <a:latin typeface="ＭＳ Ｐゴシック"/>
                <a:ea typeface="ＭＳ Ｐゴシック"/>
              </a:rPr>
              <a:t>行列で</a:t>
            </a:r>
            <a:endParaRPr b="0" lang="en-US" sz="3200" strike="noStrike" u="none">
              <a:solidFill>
                <a:srgbClr val="000000"/>
              </a:solidFill>
              <a:effectLst/>
              <a:uFillTx/>
              <a:latin typeface="Arial"/>
            </a:endParaRPr>
          </a:p>
          <a:p>
            <a:pPr defTabSz="914400">
              <a:lnSpc>
                <a:spcPct val="100000"/>
              </a:lnSpc>
            </a:pPr>
            <a:r>
              <a:rPr b="0" lang="ja-JP" sz="3200" strike="noStrike" u="none">
                <a:solidFill>
                  <a:schemeClr val="dk1"/>
                </a:solidFill>
                <a:effectLst/>
                <a:uFillTx/>
                <a:latin typeface="ＭＳ Ｐゴシック"/>
                <a:ea typeface="ＭＳ Ｐゴシック"/>
              </a:rPr>
              <a:t>　次の式で表される。</a:t>
            </a:r>
            <a:endParaRPr b="0" lang="en-US" sz="3200" strike="noStrike" u="none">
              <a:solidFill>
                <a:srgbClr val="000000"/>
              </a:solidFill>
              <a:effectLst/>
              <a:uFillTx/>
              <a:latin typeface="Arial"/>
            </a:endParaRPr>
          </a:p>
        </p:txBody>
      </p:sp>
      <p:sp>
        <p:nvSpPr>
          <p:cNvPr id="124" name=""/>
          <p:cNvSpPr/>
          <p:nvPr/>
        </p:nvSpPr>
        <p:spPr>
          <a:xfrm>
            <a:off x="6743520" y="4837320"/>
            <a:ext cx="359280" cy="1154880"/>
          </a:xfrm>
          <a:custGeom>
            <a:avLst/>
            <a:gdLst>
              <a:gd name="textAreaLeft" fmla="*/ 0 w 359280"/>
              <a:gd name="textAreaRight" fmla="*/ 129960 w 359280"/>
              <a:gd name="textAreaTop" fmla="*/ 29880 h 1154880"/>
              <a:gd name="textAreaBottom" fmla="*/ 1125360 h 1154880"/>
              <a:gd name="GluePoint1X" fmla="*/ 0 w 21600"/>
              <a:gd name="GluePoint1Y" fmla="*/ 0 h 21600"/>
              <a:gd name="GluePoint2X" fmla="*/ 0 w 21600"/>
              <a:gd name="GluePoint2Y" fmla="*/ 21600 h 21600"/>
              <a:gd name="GluePoint3X" fmla="*/ 21600 w 21600"/>
              <a:gd name="GluePoint3Y" fmla="*/ 10800 h 21600"/>
            </a:gdLst>
            <a:ahLst/>
            <a:cxnLst>
              <a:cxn ang="0">
                <a:pos x="GluePoint1X" y="GluePoint1Y"/>
              </a:cxn>
              <a:cxn ang="0">
                <a:pos x="GluePoint2X" y="GluePoint2Y"/>
              </a:cxn>
              <a:cxn ang="0">
                <a:pos x="GluePoint3X" y="GluePoint3Y"/>
              </a:cxn>
            </a:cxn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36000">
            <a:solidFill>
              <a:srgbClr val="000000"/>
            </a:solidFill>
            <a:round/>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sp>
        <p:nvSpPr>
          <p:cNvPr id="125" name="テキスト ボックス 1"/>
          <p:cNvSpPr/>
          <p:nvPr/>
        </p:nvSpPr>
        <p:spPr>
          <a:xfrm>
            <a:off x="7103160" y="4954680"/>
            <a:ext cx="10619280" cy="944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ja-JP" sz="2800" strike="noStrike" u="none">
                <a:solidFill>
                  <a:schemeClr val="dk1"/>
                </a:solidFill>
                <a:effectLst/>
                <a:uFillTx/>
                <a:latin typeface="ＭＳ Ｐゴシック"/>
                <a:ea typeface="ＭＳ Ｐゴシック"/>
              </a:rPr>
              <a:t>外部パラメータ</a:t>
            </a:r>
            <a:endParaRPr b="0" lang="en-US" sz="2800" strike="noStrike" u="none">
              <a:solidFill>
                <a:srgbClr val="000000"/>
              </a:solidFill>
              <a:effectLst/>
              <a:uFillTx/>
              <a:latin typeface="Arial"/>
            </a:endParaRPr>
          </a:p>
          <a:p>
            <a:pPr defTabSz="914400">
              <a:lnSpc>
                <a:spcPct val="100000"/>
              </a:lnSpc>
            </a:pPr>
            <a:r>
              <a:rPr b="0" lang="ja-JP" sz="2800" strike="noStrike" u="none">
                <a:solidFill>
                  <a:schemeClr val="dk1"/>
                </a:solidFill>
                <a:effectLst/>
                <a:uFillTx/>
                <a:latin typeface="ＭＳ Ｐゴシック"/>
                <a:ea typeface="ＭＳ Ｐゴシック"/>
              </a:rPr>
              <a:t>カメラ間の位置関係</a:t>
            </a:r>
            <a:endParaRPr b="0" lang="en-US" sz="2800" strike="noStrike" u="none">
              <a:solidFill>
                <a:srgbClr val="000000"/>
              </a:solidFill>
              <a:effectLst/>
              <a:uFillTx/>
              <a:latin typeface="Arial"/>
            </a:endParaRPr>
          </a:p>
        </p:txBody>
      </p:sp>
      <p:sp>
        <p:nvSpPr>
          <p:cNvPr id="126" name=""/>
          <p:cNvSpPr/>
          <p:nvPr/>
        </p:nvSpPr>
        <p:spPr>
          <a:xfrm>
            <a:off x="1163880" y="4860000"/>
            <a:ext cx="4955400" cy="517320"/>
          </a:xfrm>
          <a:prstGeom prst="rect">
            <a:avLst/>
          </a:prstGeom>
          <a:noFill/>
          <a:ln w="36000">
            <a:noFill/>
          </a:ln>
        </p:spPr>
        <p:style>
          <a:lnRef idx="0"/>
          <a:fillRef idx="0"/>
          <a:effectRef idx="0"/>
          <a:fontRef idx="minor"/>
        </p:style>
        <p:txBody>
          <a:bodyPr lIns="90000" rIns="90000" tIns="45000" bIns="45000" anchor="t">
            <a:spAutoFit/>
          </a:bodyPr>
          <a:p>
            <a:pPr>
              <a:lnSpc>
                <a:spcPct val="100000"/>
              </a:lnSpc>
            </a:pPr>
            <a:r>
              <a:rPr b="0" lang="en-US" sz="2800" strike="noStrike" u="none">
                <a:solidFill>
                  <a:schemeClr val="dk1"/>
                </a:solidFill>
                <a:effectLst/>
                <a:uFillTx/>
                <a:latin typeface="ＭＳ Ｐゴシック"/>
                <a:ea typeface="ＭＳ Ｐゴシック"/>
              </a:rPr>
              <a:t>R: </a:t>
            </a:r>
            <a:r>
              <a:rPr b="0" lang="ja-JP" sz="2800" strike="noStrike" u="none">
                <a:solidFill>
                  <a:schemeClr val="dk1"/>
                </a:solidFill>
                <a:effectLst/>
                <a:uFillTx/>
                <a:latin typeface="ＭＳ Ｐゴシック"/>
                <a:ea typeface="ＭＳ Ｐゴシック"/>
              </a:rPr>
              <a:t>回転行列、カメラの姿勢</a:t>
            </a:r>
            <a:endParaRPr b="0" lang="en-US" sz="2800" strike="noStrike" u="none">
              <a:solidFill>
                <a:srgbClr val="000000"/>
              </a:solidFill>
              <a:effectLst/>
              <a:uFillTx/>
              <a:latin typeface="Arial"/>
            </a:endParaRPr>
          </a:p>
        </p:txBody>
      </p:sp>
      <p:sp>
        <p:nvSpPr>
          <p:cNvPr id="127" name=""/>
          <p:cNvSpPr/>
          <p:nvPr/>
        </p:nvSpPr>
        <p:spPr>
          <a:xfrm>
            <a:off x="1260000" y="5400000"/>
            <a:ext cx="5060160" cy="517320"/>
          </a:xfrm>
          <a:prstGeom prst="rect">
            <a:avLst/>
          </a:prstGeom>
          <a:noFill/>
          <a:ln w="36000">
            <a:noFill/>
          </a:ln>
        </p:spPr>
        <p:style>
          <a:lnRef idx="0"/>
          <a:fillRef idx="0"/>
          <a:effectRef idx="0"/>
          <a:fontRef idx="minor"/>
        </p:style>
        <p:txBody>
          <a:bodyPr lIns="90000" rIns="90000" tIns="45000" bIns="45000" anchor="t">
            <a:spAutoFit/>
          </a:bodyPr>
          <a:p>
            <a:pPr>
              <a:lnSpc>
                <a:spcPct val="100000"/>
              </a:lnSpc>
            </a:pPr>
            <a:r>
              <a:rPr b="0" lang="ja-JP" sz="2800" strike="noStrike" u="none">
                <a:solidFill>
                  <a:schemeClr val="dk1"/>
                </a:solidFill>
                <a:effectLst/>
                <a:uFillTx/>
                <a:latin typeface="ＭＳ Ｐゴシック"/>
                <a:ea typeface="ＭＳ Ｐゴシック"/>
              </a:rPr>
              <a:t>ｔ</a:t>
            </a:r>
            <a:r>
              <a:rPr b="0" lang="en-US" sz="2800" strike="noStrike" u="none">
                <a:solidFill>
                  <a:schemeClr val="dk1"/>
                </a:solidFill>
                <a:effectLst/>
                <a:uFillTx/>
                <a:latin typeface="ＭＳ Ｐゴシック"/>
                <a:ea typeface="ＭＳ Ｐゴシック"/>
              </a:rPr>
              <a:t>: </a:t>
            </a:r>
            <a:r>
              <a:rPr b="0" lang="ja-JP" sz="2800" strike="noStrike" u="none">
                <a:solidFill>
                  <a:schemeClr val="dk1"/>
                </a:solidFill>
                <a:effectLst/>
                <a:uFillTx/>
                <a:latin typeface="ＭＳ Ｐゴシック"/>
                <a:ea typeface="ＭＳ Ｐゴシック"/>
              </a:rPr>
              <a:t>並進ベクトル、カメラの位置   </a:t>
            </a:r>
            <a:endParaRPr b="0" lang="en-US" sz="2800" strike="noStrike" u="none">
              <a:solidFill>
                <a:srgbClr val="000000"/>
              </a:solidFill>
              <a:effectLst/>
              <a:uFillTx/>
              <a:latin typeface="Arial"/>
            </a:endParaRPr>
          </a:p>
        </p:txBody>
      </p:sp>
      <p:sp>
        <p:nvSpPr>
          <p:cNvPr id="128" name=""/>
          <p:cNvSpPr/>
          <p:nvPr/>
        </p:nvSpPr>
        <p:spPr>
          <a:xfrm>
            <a:off x="1163880" y="4320000"/>
            <a:ext cx="6479640" cy="517320"/>
          </a:xfrm>
          <a:prstGeom prst="rect">
            <a:avLst/>
          </a:prstGeom>
          <a:noFill/>
          <a:ln w="36000">
            <a:noFill/>
          </a:ln>
        </p:spPr>
        <p:style>
          <a:lnRef idx="0"/>
          <a:fillRef idx="0"/>
          <a:effectRef idx="0"/>
          <a:fontRef idx="minor"/>
        </p:style>
        <p:txBody>
          <a:bodyPr lIns="90000" rIns="90000" tIns="45000" bIns="45000" anchor="t">
            <a:spAutoFit/>
          </a:bodyPr>
          <a:p>
            <a:pPr>
              <a:lnSpc>
                <a:spcPct val="100000"/>
              </a:lnSpc>
            </a:pPr>
            <a:r>
              <a:rPr b="0" lang="en-US" sz="2800" strike="noStrike" u="none">
                <a:solidFill>
                  <a:schemeClr val="dk1"/>
                </a:solidFill>
                <a:effectLst/>
                <a:uFillTx/>
                <a:latin typeface="ＭＳ Ｐゴシック"/>
                <a:ea typeface="ＭＳ Ｐゴシック"/>
              </a:rPr>
              <a:t>K: </a:t>
            </a:r>
            <a:r>
              <a:rPr b="0" lang="ja-JP" sz="2800" strike="noStrike" u="none">
                <a:solidFill>
                  <a:schemeClr val="dk1"/>
                </a:solidFill>
                <a:effectLst/>
                <a:uFillTx/>
                <a:latin typeface="ＭＳ Ｐゴシック"/>
                <a:ea typeface="ＭＳ Ｐゴシック"/>
              </a:rPr>
              <a:t>内部パラメータ、レンズの歪み等の補正</a:t>
            </a:r>
            <a:endParaRPr b="0" lang="en-US"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824760" y="2948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三角測量</a:t>
            </a:r>
            <a:endParaRPr b="0" lang="en-US" sz="4400" strike="noStrike" u="none">
              <a:solidFill>
                <a:srgbClr val="000000"/>
              </a:solidFill>
              <a:effectLst/>
              <a:uFillTx/>
              <a:latin typeface="Arial"/>
            </a:endParaRPr>
          </a:p>
        </p:txBody>
      </p:sp>
      <p:sp>
        <p:nvSpPr>
          <p:cNvPr id="130" name="PlaceHolder 2"/>
          <p:cNvSpPr>
            <a:spLocks noGrp="1"/>
          </p:cNvSpPr>
          <p:nvPr>
            <p:ph/>
          </p:nvPr>
        </p:nvSpPr>
        <p:spPr>
          <a:xfrm>
            <a:off x="900000" y="1800000"/>
            <a:ext cx="10514520" cy="4350240"/>
          </a:xfrm>
          <a:prstGeom prst="rect">
            <a:avLst/>
          </a:prstGeom>
          <a:noFill/>
          <a:ln w="0">
            <a:noFill/>
          </a:ln>
        </p:spPr>
        <p:txBody>
          <a:bodyPr lIns="91440" rIns="91440" tIns="45720" bIns="45720" anchor="t">
            <a:noAutofit/>
          </a:bodyPr>
          <a:p>
            <a:pPr marL="228600" indent="0" defTabSz="914400">
              <a:lnSpc>
                <a:spcPct val="90000"/>
              </a:lnSpc>
              <a:spcBef>
                <a:spcPts val="1191"/>
              </a:spcBef>
              <a:spcAft>
                <a:spcPts val="992"/>
              </a:spcAft>
              <a:buNone/>
              <a:tabLst>
                <a:tab algn="l" pos="0"/>
              </a:tabLst>
            </a:pPr>
            <a:r>
              <a:rPr b="0" lang="ja-JP" sz="2800" strike="noStrike" u="none">
                <a:solidFill>
                  <a:schemeClr val="dk1"/>
                </a:solidFill>
                <a:effectLst/>
                <a:uFillTx/>
                <a:latin typeface="ＭＳ Ｐゴシック"/>
                <a:ea typeface="ＭＳ Ｐゴシック"/>
              </a:rPr>
              <a:t>以下のような方程式を解き、既知である二次元座標</a:t>
            </a:r>
            <a:r>
              <a:rPr b="0" lang="en-US" sz="2800" strike="noStrike" u="none">
                <a:solidFill>
                  <a:schemeClr val="dk1"/>
                </a:solidFill>
                <a:effectLst/>
                <a:uFillTx/>
                <a:latin typeface="ＭＳ Ｐゴシック"/>
                <a:ea typeface="ＭＳ Ｐゴシック"/>
              </a:rPr>
              <a:t>x</a:t>
            </a:r>
            <a:r>
              <a:rPr b="0" lang="ja-JP" sz="2800" strike="noStrike" u="none">
                <a:solidFill>
                  <a:schemeClr val="dk1"/>
                </a:solidFill>
                <a:effectLst/>
                <a:uFillTx/>
                <a:latin typeface="ＭＳ Ｐゴシック"/>
                <a:ea typeface="ＭＳ Ｐゴシック"/>
              </a:rPr>
              <a:t>射影行列</a:t>
            </a:r>
            <a:r>
              <a:rPr b="0" lang="en-US" sz="2800" strike="noStrike" u="none">
                <a:solidFill>
                  <a:schemeClr val="dk1"/>
                </a:solidFill>
                <a:effectLst/>
                <a:uFillTx/>
                <a:latin typeface="ＭＳ Ｐゴシック"/>
                <a:ea typeface="ＭＳ Ｐゴシック"/>
              </a:rPr>
              <a:t>P</a:t>
            </a:r>
            <a:r>
              <a:rPr b="0" lang="ja-JP" sz="2800" strike="noStrike" u="none">
                <a:solidFill>
                  <a:schemeClr val="dk1"/>
                </a:solidFill>
                <a:effectLst/>
                <a:uFillTx/>
                <a:latin typeface="ＭＳ Ｐゴシック"/>
                <a:ea typeface="ＭＳ Ｐゴシック"/>
              </a:rPr>
              <a:t>から三次元座標</a:t>
            </a:r>
            <a:r>
              <a:rPr b="0" lang="en-US" sz="2800" strike="noStrike" u="none">
                <a:solidFill>
                  <a:schemeClr val="dk1"/>
                </a:solidFill>
                <a:effectLst/>
                <a:uFillTx/>
                <a:latin typeface="ＭＳ Ｐゴシック"/>
                <a:ea typeface="ＭＳ Ｐゴシック"/>
              </a:rPr>
              <a:t>X</a:t>
            </a:r>
            <a:r>
              <a:rPr b="0" lang="ja-JP" sz="2800" strike="noStrike" u="none">
                <a:solidFill>
                  <a:schemeClr val="dk1"/>
                </a:solidFill>
                <a:effectLst/>
                <a:uFillTx/>
                <a:latin typeface="ＭＳ Ｐゴシック"/>
                <a:ea typeface="ＭＳ Ｐゴシック"/>
              </a:rPr>
              <a:t>を推定している。</a:t>
            </a:r>
            <a:endParaRPr b="0" lang="en-US" sz="2800" strike="noStrike" u="none">
              <a:solidFill>
                <a:srgbClr val="000000"/>
              </a:solidFill>
              <a:effectLst/>
              <a:uFillTx/>
              <a:latin typeface="Arial"/>
            </a:endParaRPr>
          </a:p>
          <a:p>
            <a:pPr marL="228600" indent="0" defTabSz="914400">
              <a:lnSpc>
                <a:spcPct val="90000"/>
              </a:lnSpc>
              <a:spcBef>
                <a:spcPts val="1191"/>
              </a:spcBef>
              <a:spcAft>
                <a:spcPts val="992"/>
              </a:spcAft>
              <a:buNone/>
              <a:tabLst>
                <a:tab algn="l" pos="0"/>
              </a:tabLst>
            </a:pPr>
            <a:endParaRPr b="0" lang="en-US" sz="2800" strike="noStrike" u="none">
              <a:solidFill>
                <a:srgbClr val="000000"/>
              </a:solidFill>
              <a:effectLst/>
              <a:uFillTx/>
              <a:latin typeface="Arial"/>
            </a:endParaRPr>
          </a:p>
        </p:txBody>
      </p:sp>
      <p:sp>
        <p:nvSpPr>
          <p:cNvPr id="131" name=""/>
          <p:cNvSpPr/>
          <p:nvPr/>
        </p:nvSpPr>
        <p:spPr>
          <a:xfrm>
            <a:off x="5515560" y="3147840"/>
            <a:ext cx="1269000" cy="21924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 name="テキスト ボックス 79"/>
          <p:cNvSpPr/>
          <p:nvPr/>
        </p:nvSpPr>
        <p:spPr>
          <a:xfrm>
            <a:off x="720000" y="3061800"/>
            <a:ext cx="5580000" cy="8982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33" name="テキスト ボックス 83"/>
          <p:cNvSpPr/>
          <p:nvPr/>
        </p:nvSpPr>
        <p:spPr>
          <a:xfrm>
            <a:off x="1183680" y="4267800"/>
            <a:ext cx="7364520" cy="95184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34" name="テキスト ボックス 84"/>
          <p:cNvSpPr/>
          <p:nvPr/>
        </p:nvSpPr>
        <p:spPr>
          <a:xfrm>
            <a:off x="1440000" y="4920480"/>
            <a:ext cx="7364520" cy="95184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
        <p:nvSpPr>
          <p:cNvPr id="135" name="テキスト ボックス 85"/>
          <p:cNvSpPr/>
          <p:nvPr/>
        </p:nvSpPr>
        <p:spPr>
          <a:xfrm>
            <a:off x="900000" y="5527800"/>
            <a:ext cx="7364520" cy="95184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trike="noStrike" u="none">
                <a:solidFill>
                  <a:srgbClr val="ffffff">
                    <a:alpha val="1000"/>
                  </a:srgbClr>
                </a:solidFill>
                <a:effectLst/>
                <a:uFillTx/>
                <a:latin typeface="Aptos"/>
              </a:rPr>
              <a:t> </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研究の現状</a:t>
            </a:r>
            <a:endParaRPr b="0" lang="en-US" sz="4400" strike="noStrike" u="none">
              <a:solidFill>
                <a:srgbClr val="000000"/>
              </a:solidFill>
              <a:effectLst/>
              <a:uFillTx/>
              <a:latin typeface="Arial"/>
            </a:endParaRPr>
          </a:p>
        </p:txBody>
      </p:sp>
      <p:sp>
        <p:nvSpPr>
          <p:cNvPr id="137" name="PlaceHolder 2"/>
          <p:cNvSpPr>
            <a:spLocks noGrp="1"/>
          </p:cNvSpPr>
          <p:nvPr>
            <p:ph/>
          </p:nvPr>
        </p:nvSpPr>
        <p:spPr>
          <a:xfrm>
            <a:off x="838080" y="158940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ＭＳ Ｐゴシック"/>
                <a:ea typeface="ＭＳ Ｐゴシック"/>
              </a:rPr>
              <a:t>リアルタイムでの三次元座標推定は実装できた</a:t>
            </a:r>
            <a:endParaRPr b="0" lang="en-US" sz="2800" strike="noStrike" u="none">
              <a:solidFill>
                <a:srgbClr val="000000"/>
              </a:solidFill>
              <a:effectLst/>
              <a:uFillTx/>
              <a:latin typeface="Arial"/>
            </a:endParaRPr>
          </a:p>
        </p:txBody>
      </p:sp>
      <p:pic>
        <p:nvPicPr>
          <p:cNvPr id="138" name="図 4" descr="グラフ&#10;&#10;AI 生成コンテンツは誤りを含む可能性があります。"/>
          <p:cNvPicPr/>
          <p:nvPr/>
        </p:nvPicPr>
        <p:blipFill>
          <a:blip r:embed="rId1"/>
          <a:stretch/>
        </p:blipFill>
        <p:spPr>
          <a:xfrm>
            <a:off x="7533360" y="2218320"/>
            <a:ext cx="3986280" cy="4261320"/>
          </a:xfrm>
          <a:prstGeom prst="rect">
            <a:avLst/>
          </a:prstGeom>
          <a:noFill/>
          <a:ln w="0">
            <a:noFill/>
          </a:ln>
        </p:spPr>
      </p:pic>
      <p:pic>
        <p:nvPicPr>
          <p:cNvPr id="139" name="図 6" descr="キーボードとマウス&#10;&#10;AI 生成コンテンツは誤りを含む可能性があります。"/>
          <p:cNvPicPr/>
          <p:nvPr/>
        </p:nvPicPr>
        <p:blipFill>
          <a:blip r:embed="rId2"/>
          <a:stretch/>
        </p:blipFill>
        <p:spPr>
          <a:xfrm>
            <a:off x="900000" y="2610000"/>
            <a:ext cx="4679640" cy="3509640"/>
          </a:xfrm>
          <a:prstGeom prst="rect">
            <a:avLst/>
          </a:prstGeom>
          <a:noFill/>
          <a:ln w="0">
            <a:noFill/>
          </a:ln>
        </p:spPr>
      </p:pic>
      <p:sp>
        <p:nvSpPr>
          <p:cNvPr id="140" name="矢印: 右 1"/>
          <p:cNvSpPr/>
          <p:nvPr/>
        </p:nvSpPr>
        <p:spPr>
          <a:xfrm>
            <a:off x="5760000" y="4140000"/>
            <a:ext cx="1619280" cy="35928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研究の現状</a:t>
            </a:r>
            <a:endParaRPr b="0" lang="en-US" sz="4400" strike="noStrike" u="none">
              <a:solidFill>
                <a:srgbClr val="000000"/>
              </a:solidFill>
              <a:effectLst/>
              <a:uFillTx/>
              <a:latin typeface="Arial"/>
            </a:endParaRPr>
          </a:p>
        </p:txBody>
      </p:sp>
      <p:sp>
        <p:nvSpPr>
          <p:cNvPr id="142" name="PlaceHolder 2"/>
          <p:cNvSpPr>
            <a:spLocks noGrp="1"/>
          </p:cNvSpPr>
          <p:nvPr>
            <p:ph/>
          </p:nvPr>
        </p:nvSpPr>
        <p:spPr>
          <a:xfrm>
            <a:off x="838080" y="158940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effectLst/>
                <a:uFillTx/>
                <a:latin typeface="ＭＳ Ｐゴシック"/>
                <a:ea typeface="ＭＳ Ｐゴシック"/>
              </a:rPr>
              <a:t>Z</a:t>
            </a:r>
            <a:r>
              <a:rPr b="0" lang="ja-JP" sz="2800" strike="noStrike" u="none">
                <a:solidFill>
                  <a:schemeClr val="dk1"/>
                </a:solidFill>
                <a:effectLst/>
                <a:uFillTx/>
                <a:latin typeface="ＭＳ Ｐゴシック"/>
                <a:ea typeface="ＭＳ Ｐゴシック"/>
              </a:rPr>
              <a:t>軸誤差も改善</a:t>
            </a:r>
            <a:endParaRPr b="0" lang="en-US" sz="2800" strike="noStrike" u="none">
              <a:solidFill>
                <a:srgbClr val="000000"/>
              </a:solidFill>
              <a:effectLst/>
              <a:uFillTx/>
              <a:latin typeface="Arial"/>
            </a:endParaRPr>
          </a:p>
        </p:txBody>
      </p:sp>
      <p:sp>
        <p:nvSpPr>
          <p:cNvPr id="143" name="矢印: 右 2"/>
          <p:cNvSpPr/>
          <p:nvPr/>
        </p:nvSpPr>
        <p:spPr>
          <a:xfrm>
            <a:off x="5760360" y="4140360"/>
            <a:ext cx="1619280" cy="359280"/>
          </a:xfrm>
          <a:prstGeom prst="rightArrow">
            <a:avLst>
              <a:gd name="adj1" fmla="val 50000"/>
              <a:gd name="adj2" fmla="val 112500"/>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000000"/>
              </a:solidFill>
              <a:effectLst/>
              <a:uFillTx/>
              <a:latin typeface="Arial"/>
            </a:endParaRPr>
          </a:p>
        </p:txBody>
      </p:sp>
      <p:pic>
        <p:nvPicPr>
          <p:cNvPr id="144" name="" descr=""/>
          <p:cNvPicPr/>
          <p:nvPr/>
        </p:nvPicPr>
        <p:blipFill>
          <a:blip r:embed="rId1"/>
          <a:stretch/>
        </p:blipFill>
        <p:spPr>
          <a:xfrm>
            <a:off x="900000" y="2610000"/>
            <a:ext cx="4679640" cy="3509640"/>
          </a:xfrm>
          <a:prstGeom prst="rect">
            <a:avLst/>
          </a:prstGeom>
          <a:noFill/>
          <a:ln w="36000">
            <a:noFill/>
          </a:ln>
        </p:spPr>
      </p:pic>
      <p:pic>
        <p:nvPicPr>
          <p:cNvPr id="145" name="" descr=""/>
          <p:cNvPicPr/>
          <p:nvPr/>
        </p:nvPicPr>
        <p:blipFill>
          <a:blip r:embed="rId2"/>
          <a:srcRect l="26169" t="0" r="15385" b="13173"/>
          <a:stretch/>
        </p:blipFill>
        <p:spPr>
          <a:xfrm>
            <a:off x="7740000" y="1800000"/>
            <a:ext cx="3959640" cy="4411800"/>
          </a:xfrm>
          <a:prstGeom prst="rect">
            <a:avLst/>
          </a:prstGeom>
          <a:noFill/>
          <a:ln w="3600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ja-JP" sz="4400" strike="noStrike" u="none">
                <a:solidFill>
                  <a:schemeClr val="dk1"/>
                </a:solidFill>
                <a:effectLst/>
                <a:uFillTx/>
                <a:latin typeface="ＭＳ Ｐゴシック"/>
                <a:ea typeface="ＭＳ Ｐゴシック"/>
              </a:rPr>
              <a:t>今後の方針・課題</a:t>
            </a:r>
            <a:endParaRPr b="0" lang="en-US" sz="4400" strike="noStrike" u="none">
              <a:solidFill>
                <a:srgbClr val="000000"/>
              </a:solidFill>
              <a:effectLst/>
              <a:uFillTx/>
              <a:latin typeface="Arial"/>
            </a:endParaRPr>
          </a:p>
        </p:txBody>
      </p:sp>
      <p:sp>
        <p:nvSpPr>
          <p:cNvPr id="147" name="PlaceHolder 2"/>
          <p:cNvSpPr>
            <a:spLocks noGrp="1"/>
          </p:cNvSpPr>
          <p:nvPr>
            <p:ph/>
          </p:nvPr>
        </p:nvSpPr>
        <p:spPr>
          <a:xfrm>
            <a:off x="838080" y="182556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ja-JP" sz="2800" strike="noStrike" u="none">
                <a:solidFill>
                  <a:schemeClr val="dk1"/>
                </a:solidFill>
                <a:effectLst/>
                <a:uFillTx/>
                <a:latin typeface="ＭＳ Ｐゴシック"/>
                <a:ea typeface="ＭＳ Ｐゴシック"/>
              </a:rPr>
              <a:t>座標推定の遅延、誤差を評価</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r>
              <a:rPr b="0" lang="en-US" sz="2800" strike="noStrike" u="none">
                <a:solidFill>
                  <a:schemeClr val="dk1"/>
                </a:solidFill>
                <a:effectLst/>
                <a:uFillTx/>
                <a:latin typeface="ＭＳ Ｐゴシック"/>
                <a:ea typeface="ＭＳ Ｐゴシック"/>
              </a:rPr>
              <a:t>→ステレオキャリブレーション手法、カメラ間隔の調整等</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r>
              <a:rPr b="0" lang="ja-JP" sz="2800" strike="noStrike" u="none">
                <a:solidFill>
                  <a:schemeClr val="dk1"/>
                </a:solidFill>
                <a:effectLst/>
                <a:uFillTx/>
                <a:latin typeface="ＭＳ Ｐゴシック"/>
                <a:ea typeface="ＭＳ Ｐゴシック"/>
              </a:rPr>
              <a:t>・カメラを基準としたカメラ座標系からキーボードを基準とした世界座標系への変換</a:t>
            </a: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800" strike="noStrike" u="none">
              <a:solidFill>
                <a:srgbClr val="000000"/>
              </a:solidFill>
              <a:effectLst/>
              <a:uFillTx/>
              <a:latin typeface="Arial"/>
            </a:endParaRPr>
          </a:p>
          <a:p>
            <a:pPr indent="0" defTabSz="914400">
              <a:lnSpc>
                <a:spcPct val="90000"/>
              </a:lnSpc>
              <a:spcBef>
                <a:spcPts val="1001"/>
              </a:spcBef>
              <a:buNone/>
              <a:tabLst>
                <a:tab algn="l" pos="0"/>
              </a:tabLst>
            </a:pPr>
            <a:r>
              <a:rPr b="0" lang="ja-JP" sz="2800" strike="noStrike" u="none">
                <a:solidFill>
                  <a:schemeClr val="dk1"/>
                </a:solidFill>
                <a:effectLst/>
                <a:uFillTx/>
                <a:latin typeface="ＭＳ Ｐゴシック"/>
                <a:ea typeface="ＭＳ Ｐゴシック"/>
              </a:rPr>
              <a:t>・共同研究との統合</a:t>
            </a:r>
            <a:endParaRPr b="0" lang="en-US"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677</TotalTime>
  <Application>LibreOffice/25.2.6.2$Linux_X86_64 LibreOffice_project/520$Build-2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2025-10-07T12:17:36Z</dcterms:created>
  <dc:creator>5I25 萩 郁人【鈴鹿】</dc:creator>
  <dc:description/>
  <dc:language>ja-JP</dc:language>
  <cp:lastModifiedBy/>
  <dcterms:modified xsi:type="dcterms:W3CDTF">2025-10-09T15:26:49Z</dcterms:modified>
  <cp:revision>11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0x0101003F66480A09F15D42854004C53E6862D1</vt:lpwstr>
  </property>
  <property fmtid="{D5CDD505-2E9C-101B-9397-08002B2CF9AE}" pid="3" name="PresentationFormat">
    <vt:lpwstr>ワイド画面</vt:lpwstr>
  </property>
  <property fmtid="{D5CDD505-2E9C-101B-9397-08002B2CF9AE}" pid="4" name="Slides">
    <vt:r8>11</vt:r8>
  </property>
</Properties>
</file>