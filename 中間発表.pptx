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metadata/core-properties" Target="docProps/core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66" r:id="rId3"/>
    <p:sldId id="257" r:id="rId4"/>
    <p:sldId id="258" r:id="rId5"/>
    <p:sldId id="259" r:id="rId6"/>
    <p:sldId id="260" r:id="rId7"/>
    <p:sldId id="261" r:id="rId8"/>
    <p:sldId id="262" r:id="rId9"/>
    <p:sldId id="263" r:id="rId10"/>
    <p:sldId id="264" r:id="rId11"/>
    <p:sldId id="265" r:id="rId12"/>
  </p:sldIdLst>
  <p:sldSz cx="12192000" cy="6858000"/>
  <p:notesSz cx="7559675" cy="106918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p>
            <a:pPr indent="0" algn="ctr" defTabSz="914400">
              <a:lnSpc>
                <a:spcPct val="90000"/>
              </a:lnSpc>
              <a:buNone/>
            </a:pPr>
            <a:r>
              <a:rPr lang="ja-JP" sz="6000" b="0" u="none" strike="noStrike">
                <a:solidFill>
                  <a:schemeClr val="dk1"/>
                </a:solidFill>
                <a:effectLst/>
                <a:uFillTx/>
                <a:latin typeface="Aptos Display"/>
              </a:rPr>
              <a:t>マスター タイトルの書式設定</a:t>
            </a:r>
            <a:endParaRPr lang="en-US" sz="6000" b="0" u="none" strike="noStrike">
              <a:solidFill>
                <a:schemeClr val="dk1"/>
              </a:solidFill>
              <a:effectLst/>
              <a:uFillTx/>
              <a:latin typeface="Aptos"/>
            </a:endParaRPr>
          </a:p>
        </p:txBody>
      </p:sp>
      <p:sp>
        <p:nvSpPr>
          <p:cNvPr id="6" name="PlaceHolder 2"/>
          <p:cNvSpPr>
            <a:spLocks noGrp="1"/>
          </p:cNvSpPr>
          <p:nvPr>
            <p:ph type="dt" idx="1"/>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2" name="PlaceHolder 3"/>
          <p:cNvSpPr>
            <a:spLocks noGrp="1"/>
          </p:cNvSpPr>
          <p:nvPr>
            <p:ph type="ftr" idx="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3" name="PlaceHolder 4"/>
          <p:cNvSpPr>
            <a:spLocks noGrp="1"/>
          </p:cNvSpPr>
          <p:nvPr>
            <p:ph type="sldNum" idx="3"/>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1A47E786-46A6-4DBD-B012-E9B48CD45CE1}"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ptos"/>
              </a:rPr>
              <a:t>クリックしてアウトラインのテキストを編集</a:t>
            </a:r>
            <a:endParaRPr lang="en-US" sz="2800" b="0" u="none" strike="noStrike">
              <a:solidFill>
                <a:schemeClr val="dk1"/>
              </a:solidFill>
              <a:effectLst/>
              <a:uFillTx/>
              <a:latin typeface="Aptos"/>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2</a:t>
            </a:r>
            <a:r>
              <a:rPr lang="ja-JP" sz="2000" b="0" u="none" strike="noStrike">
                <a:solidFill>
                  <a:schemeClr val="dk1"/>
                </a:solidFill>
                <a:effectLst/>
                <a:uFillTx/>
                <a:latin typeface="Aptos"/>
              </a:rPr>
              <a:t>レベル アウトライン</a:t>
            </a:r>
            <a:endParaRPr lang="en-US" sz="2000" b="0" u="none" strike="noStrike">
              <a:solidFill>
                <a:schemeClr val="dk1"/>
              </a:solidFill>
              <a:effectLst/>
              <a:uFillTx/>
              <a:latin typeface="Aptos"/>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ptos"/>
              </a:rPr>
              <a:t>第</a:t>
            </a:r>
            <a:r>
              <a:rPr lang="en-US" sz="1800" b="0" u="none" strike="noStrike">
                <a:solidFill>
                  <a:schemeClr val="dk1"/>
                </a:solidFill>
                <a:effectLst/>
                <a:uFillTx/>
                <a:latin typeface="Aptos"/>
              </a:rPr>
              <a:t>3</a:t>
            </a:r>
            <a:r>
              <a:rPr lang="ja-JP" sz="1800" b="0" u="none" strike="noStrike">
                <a:solidFill>
                  <a:schemeClr val="dk1"/>
                </a:solidFill>
                <a:effectLst/>
                <a:uFillTx/>
                <a:latin typeface="Aptos"/>
              </a:rPr>
              <a:t>レベル アウトライン</a:t>
            </a:r>
            <a:endParaRPr lang="en-US" sz="1800" b="0" u="none" strike="noStrike">
              <a:solidFill>
                <a:schemeClr val="dk1"/>
              </a:solidFill>
              <a:effectLst/>
              <a:uFillTx/>
              <a:latin typeface="Aptos"/>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ptos"/>
              </a:rPr>
              <a:t>第</a:t>
            </a:r>
            <a:r>
              <a:rPr lang="en-US" sz="1800" b="0" u="none" strike="noStrike">
                <a:solidFill>
                  <a:schemeClr val="dk1"/>
                </a:solidFill>
                <a:effectLst/>
                <a:uFillTx/>
                <a:latin typeface="Aptos"/>
              </a:rPr>
              <a:t>4</a:t>
            </a:r>
            <a:r>
              <a:rPr lang="ja-JP" sz="1800" b="0" u="none" strike="noStrike">
                <a:solidFill>
                  <a:schemeClr val="dk1"/>
                </a:solidFill>
                <a:effectLst/>
                <a:uFillTx/>
                <a:latin typeface="Aptos"/>
              </a:rPr>
              <a:t>レベル アウトライン</a:t>
            </a:r>
            <a:endParaRPr lang="en-US" sz="1800" b="0" u="none" strike="noStrike">
              <a:solidFill>
                <a:schemeClr val="dk1"/>
              </a:solidFill>
              <a:effectLst/>
              <a:uFillTx/>
              <a:latin typeface="Aptos"/>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5</a:t>
            </a:r>
            <a:r>
              <a:rPr lang="ja-JP" sz="2000" b="0" u="none" strike="noStrike">
                <a:solidFill>
                  <a:schemeClr val="dk1"/>
                </a:solidFill>
                <a:effectLst/>
                <a:uFillTx/>
                <a:latin typeface="Aptos"/>
              </a:rPr>
              <a:t>レベル アウトライン</a:t>
            </a:r>
            <a:endParaRPr lang="en-US" sz="2000" b="0" u="none" strike="noStrike">
              <a:solidFill>
                <a:schemeClr val="dk1"/>
              </a:solidFill>
              <a:effectLst/>
              <a:uFillTx/>
              <a:latin typeface="Aptos"/>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6</a:t>
            </a:r>
            <a:r>
              <a:rPr lang="ja-JP" sz="2000" b="0" u="none" strike="noStrike">
                <a:solidFill>
                  <a:schemeClr val="dk1"/>
                </a:solidFill>
                <a:effectLst/>
                <a:uFillTx/>
                <a:latin typeface="Aptos"/>
              </a:rPr>
              <a:t>レベル アウトライン</a:t>
            </a:r>
            <a:endParaRPr lang="en-US" sz="2000" b="0" u="none" strike="noStrike">
              <a:solidFill>
                <a:schemeClr val="dk1"/>
              </a:solidFill>
              <a:effectLst/>
              <a:uFillTx/>
              <a:latin typeface="Aptos"/>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7</a:t>
            </a:r>
            <a:r>
              <a:rPr lang="ja-JP" sz="2000" b="0" u="none" strike="noStrike">
                <a:solidFill>
                  <a:schemeClr val="dk1"/>
                </a:solidFill>
                <a:effectLst/>
                <a:uFillTx/>
                <a:latin typeface="Aptos"/>
              </a:rPr>
              <a:t>レベル アウトライン</a:t>
            </a:r>
            <a:endParaRPr lang="en-US" sz="2000" b="0" u="none" strike="noStrike">
              <a:solidFill>
                <a:schemeClr val="dk1"/>
              </a:solidFill>
              <a:effectLst/>
              <a:uFillTx/>
              <a:latin typeface="Apto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6" name="PlaceHolder 2"/>
          <p:cNvSpPr>
            <a:spLocks noGrp="1"/>
          </p:cNvSpPr>
          <p:nvPr>
            <p:ph type="body"/>
          </p:nvPr>
        </p:nvSpPr>
        <p:spPr>
          <a:xfrm>
            <a:off x="838080" y="1825560"/>
            <a:ext cx="10515240" cy="4350960"/>
          </a:xfrm>
          <a:prstGeom prst="rect">
            <a:avLst/>
          </a:prstGeom>
          <a:noFill/>
          <a:ln w="0">
            <a:noFill/>
          </a:ln>
        </p:spPr>
        <p:txBody>
          <a:bodyPr vert="eaVert"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7" name="PlaceHolder 3"/>
          <p:cNvSpPr>
            <a:spLocks noGrp="1"/>
          </p:cNvSpPr>
          <p:nvPr>
            <p:ph type="dt" idx="4"/>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8" name="PlaceHolder 4"/>
          <p:cNvSpPr>
            <a:spLocks noGrp="1"/>
          </p:cNvSpPr>
          <p:nvPr>
            <p:ph type="ftr" idx="5"/>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9" name="PlaceHolder 5"/>
          <p:cNvSpPr>
            <a:spLocks noGrp="1"/>
          </p:cNvSpPr>
          <p:nvPr>
            <p:ph type="sldNum" idx="6"/>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B112C75E-1F42-4F59-A391-C5FB9060F2C1}"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bg>
      <p:bgPr>
        <a:solidFill>
          <a:srgbClr val="FFFFFF"/>
        </a:solidFill>
        <a:effectLst/>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8724960" y="365040"/>
            <a:ext cx="2628720" cy="5811480"/>
          </a:xfrm>
          <a:prstGeom prst="rect">
            <a:avLst/>
          </a:prstGeom>
          <a:noFill/>
          <a:ln w="0">
            <a:noFill/>
          </a:ln>
        </p:spPr>
        <p:txBody>
          <a:bodyPr vert="eaVert"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11" name="PlaceHolder 2"/>
          <p:cNvSpPr>
            <a:spLocks noGrp="1"/>
          </p:cNvSpPr>
          <p:nvPr>
            <p:ph type="body"/>
          </p:nvPr>
        </p:nvSpPr>
        <p:spPr>
          <a:xfrm>
            <a:off x="838080" y="365040"/>
            <a:ext cx="7733880" cy="5811480"/>
          </a:xfrm>
          <a:prstGeom prst="rect">
            <a:avLst/>
          </a:prstGeom>
          <a:noFill/>
          <a:ln w="0">
            <a:noFill/>
          </a:ln>
        </p:spPr>
        <p:txBody>
          <a:bodyPr vert="eaVert"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12" name="PlaceHolder 3"/>
          <p:cNvSpPr>
            <a:spLocks noGrp="1"/>
          </p:cNvSpPr>
          <p:nvPr>
            <p:ph type="dt" idx="7"/>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13" name="PlaceHolder 4"/>
          <p:cNvSpPr>
            <a:spLocks noGrp="1"/>
          </p:cNvSpPr>
          <p:nvPr>
            <p:ph type="ftr" idx="8"/>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14" name="PlaceHolder 5"/>
          <p:cNvSpPr>
            <a:spLocks noGrp="1"/>
          </p:cNvSpPr>
          <p:nvPr>
            <p:ph type="sldNum" idx="9"/>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5F1F0445-4F7F-47E0-A222-0CBFB4D23B31}"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タイトルとコンテンツ">
    <p:bg>
      <p:bgPr>
        <a:solidFill>
          <a:srgbClr val="FFFFFF"/>
        </a:solidFill>
        <a:effectLst/>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マスター タイトルの書式設定</a:t>
            </a:r>
            <a:endParaRPr lang="en-US" sz="4400" b="0" u="none" strike="noStrike">
              <a:solidFill>
                <a:schemeClr val="dk1"/>
              </a:solidFill>
              <a:effectLst/>
              <a:uFillTx/>
              <a:latin typeface="Aptos"/>
            </a:endParaRPr>
          </a:p>
        </p:txBody>
      </p:sp>
      <p:sp>
        <p:nvSpPr>
          <p:cNvPr id="16" name="PlaceHolder 2"/>
          <p:cNvSpPr>
            <a:spLocks noGrp="1"/>
          </p:cNvSpPr>
          <p:nvPr>
            <p:ph type="body"/>
          </p:nvPr>
        </p:nvSpPr>
        <p:spPr>
          <a:xfrm>
            <a:off x="838080" y="1825560"/>
            <a:ext cx="1051524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ＭＳ Ｐゴシック"/>
                <a:ea typeface="ＭＳ Ｐゴシック"/>
              </a:rPr>
              <a:t>第 </a:t>
            </a:r>
            <a:r>
              <a:rPr lang="en-US" sz="2400" b="0" u="none" strike="noStrike">
                <a:solidFill>
                  <a:schemeClr val="dk1"/>
                </a:solidFill>
                <a:effectLst/>
                <a:uFillTx/>
                <a:latin typeface="ＭＳ Ｐゴシック"/>
                <a:ea typeface="ＭＳ Ｐゴシック"/>
              </a:rPr>
              <a:t>2 </a:t>
            </a:r>
            <a:r>
              <a:rPr lang="ja-JP" sz="2400" b="0" u="none" strike="noStrike">
                <a:solidFill>
                  <a:schemeClr val="dk1"/>
                </a:solidFill>
                <a:effectLst/>
                <a:uFillTx/>
                <a:latin typeface="ＭＳ Ｐゴシック"/>
                <a:ea typeface="ＭＳ Ｐゴシック"/>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ＭＳ Ｐゴシック"/>
                <a:ea typeface="ＭＳ Ｐゴシック"/>
              </a:rPr>
              <a:t>第 </a:t>
            </a:r>
            <a:r>
              <a:rPr lang="en-US" sz="2000" b="0" u="none" strike="noStrike">
                <a:solidFill>
                  <a:schemeClr val="dk1"/>
                </a:solidFill>
                <a:effectLst/>
                <a:uFillTx/>
                <a:latin typeface="ＭＳ Ｐゴシック"/>
                <a:ea typeface="ＭＳ Ｐゴシック"/>
              </a:rPr>
              <a:t>3 </a:t>
            </a:r>
            <a:r>
              <a:rPr lang="ja-JP" sz="2000" b="0" u="none" strike="noStrike">
                <a:solidFill>
                  <a:schemeClr val="dk1"/>
                </a:solidFill>
                <a:effectLst/>
                <a:uFillTx/>
                <a:latin typeface="ＭＳ Ｐゴシック"/>
                <a:ea typeface="ＭＳ Ｐゴシック"/>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ＭＳ Ｐゴシック"/>
                <a:ea typeface="ＭＳ Ｐゴシック"/>
              </a:rPr>
              <a:t>第 </a:t>
            </a:r>
            <a:r>
              <a:rPr lang="en-US" sz="1800" b="0" u="none" strike="noStrike">
                <a:solidFill>
                  <a:schemeClr val="dk1"/>
                </a:solidFill>
                <a:effectLst/>
                <a:uFillTx/>
                <a:latin typeface="ＭＳ Ｐゴシック"/>
                <a:ea typeface="ＭＳ Ｐゴシック"/>
              </a:rPr>
              <a:t>4 </a:t>
            </a:r>
            <a:r>
              <a:rPr lang="ja-JP" sz="1800" b="0" u="none" strike="noStrike">
                <a:solidFill>
                  <a:schemeClr val="dk1"/>
                </a:solidFill>
                <a:effectLst/>
                <a:uFillTx/>
                <a:latin typeface="ＭＳ Ｐゴシック"/>
                <a:ea typeface="ＭＳ Ｐゴシック"/>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ＭＳ Ｐゴシック"/>
                <a:ea typeface="ＭＳ Ｐゴシック"/>
              </a:rPr>
              <a:t>第 </a:t>
            </a:r>
            <a:r>
              <a:rPr lang="en-US" sz="1800" b="0" u="none" strike="noStrike">
                <a:solidFill>
                  <a:schemeClr val="dk1"/>
                </a:solidFill>
                <a:effectLst/>
                <a:uFillTx/>
                <a:latin typeface="ＭＳ Ｐゴシック"/>
                <a:ea typeface="ＭＳ Ｐゴシック"/>
              </a:rPr>
              <a:t>5 </a:t>
            </a:r>
            <a:r>
              <a:rPr lang="ja-JP" sz="1800" b="0" u="none" strike="noStrike">
                <a:solidFill>
                  <a:schemeClr val="dk1"/>
                </a:solidFill>
                <a:effectLst/>
                <a:uFillTx/>
                <a:latin typeface="ＭＳ Ｐゴシック"/>
                <a:ea typeface="ＭＳ Ｐゴシック"/>
              </a:rPr>
              <a:t>レベル</a:t>
            </a:r>
            <a:endParaRPr lang="en-US" sz="1800" b="0" u="none" strike="noStrike">
              <a:solidFill>
                <a:schemeClr val="dk1"/>
              </a:solidFill>
              <a:effectLst/>
              <a:uFillTx/>
              <a:latin typeface="Aptos"/>
            </a:endParaRPr>
          </a:p>
        </p:txBody>
      </p:sp>
      <p:sp>
        <p:nvSpPr>
          <p:cNvPr id="17" name="PlaceHolder 3"/>
          <p:cNvSpPr>
            <a:spLocks noGrp="1"/>
          </p:cNvSpPr>
          <p:nvPr>
            <p:ph type="dt" idx="10"/>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18" name="PlaceHolder 4"/>
          <p:cNvSpPr>
            <a:spLocks noGrp="1"/>
          </p:cNvSpPr>
          <p:nvPr>
            <p:ph type="ftr" idx="11"/>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19" name="PlaceHolder 5"/>
          <p:cNvSpPr>
            <a:spLocks noGrp="1"/>
          </p:cNvSpPr>
          <p:nvPr>
            <p:ph type="sldNum" idx="12"/>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D40274F1-344F-4FD3-9A16-3A76CDBCDEA6}"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セクション見出し">
    <p:bg>
      <p:bgPr>
        <a:solidFill>
          <a:srgbClr val="FFFFFF"/>
        </a:solidFill>
        <a:effectLst/>
      </p:bgPr>
    </p:bg>
    <p:spTree>
      <p:nvGrpSpPr>
        <p:cNvPr id="1" name=""/>
        <p:cNvGrpSpPr/>
        <p:nvPr/>
      </p:nvGrpSpPr>
      <p:grpSpPr>
        <a:xfrm>
          <a:off x="0" y="0"/>
          <a:ext cx="0" cy="0"/>
          <a:chOff x="0" y="0"/>
          <a:chExt cx="0" cy="0"/>
        </a:xfrm>
      </p:grpSpPr>
      <p:sp>
        <p:nvSpPr>
          <p:cNvPr id="20" name="PlaceHolder 1"/>
          <p:cNvSpPr>
            <a:spLocks noGrp="1"/>
          </p:cNvSpPr>
          <p:nvPr>
            <p:ph type="title"/>
          </p:nvPr>
        </p:nvSpPr>
        <p:spPr>
          <a:xfrm>
            <a:off x="831960" y="1709640"/>
            <a:ext cx="10515240" cy="2852280"/>
          </a:xfrm>
          <a:prstGeom prst="rect">
            <a:avLst/>
          </a:prstGeom>
          <a:noFill/>
          <a:ln w="0">
            <a:noFill/>
          </a:ln>
        </p:spPr>
        <p:txBody>
          <a:bodyPr lIns="91440" tIns="45720" rIns="91440" bIns="45720" anchor="b">
            <a:noAutofit/>
          </a:bodyPr>
          <a:lstStyle/>
          <a:p>
            <a:pPr indent="0" defTabSz="914400">
              <a:lnSpc>
                <a:spcPct val="90000"/>
              </a:lnSpc>
              <a:buNone/>
            </a:pPr>
            <a:r>
              <a:rPr lang="ja-JP" sz="6000" b="0" u="none" strike="noStrike">
                <a:solidFill>
                  <a:schemeClr val="dk1"/>
                </a:solidFill>
                <a:effectLst/>
                <a:uFillTx/>
                <a:latin typeface="Aptos Display"/>
              </a:rPr>
              <a:t>マスター タイトルの書式設定</a:t>
            </a:r>
            <a:endParaRPr lang="en-US" sz="6000" b="0" u="none" strike="noStrike">
              <a:solidFill>
                <a:schemeClr val="dk1"/>
              </a:solidFill>
              <a:effectLst/>
              <a:uFillTx/>
              <a:latin typeface="Aptos"/>
            </a:endParaRPr>
          </a:p>
        </p:txBody>
      </p:sp>
      <p:sp>
        <p:nvSpPr>
          <p:cNvPr id="21" name="PlaceHolder 2"/>
          <p:cNvSpPr>
            <a:spLocks noGrp="1"/>
          </p:cNvSpPr>
          <p:nvPr>
            <p:ph type="body"/>
          </p:nvPr>
        </p:nvSpPr>
        <p:spPr>
          <a:xfrm>
            <a:off x="831960" y="4589640"/>
            <a:ext cx="10515240" cy="149976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2400" b="0" u="none" strike="noStrike">
                <a:solidFill>
                  <a:schemeClr val="dk1">
                    <a:tint val="82000"/>
                  </a:schemeClr>
                </a:solidFill>
                <a:effectLst/>
                <a:uFillTx/>
                <a:latin typeface="Aptos"/>
              </a:rPr>
              <a:t>マスター テキストの書式設定</a:t>
            </a:r>
            <a:endParaRPr lang="en-US" sz="2400" b="0" u="none" strike="noStrike">
              <a:solidFill>
                <a:schemeClr val="dk1"/>
              </a:solidFill>
              <a:effectLst/>
              <a:uFillTx/>
              <a:latin typeface="Aptos"/>
            </a:endParaRPr>
          </a:p>
        </p:txBody>
      </p:sp>
      <p:sp>
        <p:nvSpPr>
          <p:cNvPr id="22" name="PlaceHolder 3"/>
          <p:cNvSpPr>
            <a:spLocks noGrp="1"/>
          </p:cNvSpPr>
          <p:nvPr>
            <p:ph type="dt" idx="13"/>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23" name="PlaceHolder 4"/>
          <p:cNvSpPr>
            <a:spLocks noGrp="1"/>
          </p:cNvSpPr>
          <p:nvPr>
            <p:ph type="ftr" idx="14"/>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24" name="PlaceHolder 5"/>
          <p:cNvSpPr>
            <a:spLocks noGrp="1"/>
          </p:cNvSpPr>
          <p:nvPr>
            <p:ph type="sldNum" idx="15"/>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06B9E2A5-1535-44B2-80E0-3C1E3839CD4F}"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2 つのコンテンツ">
    <p:bg>
      <p:bgPr>
        <a:solidFill>
          <a:srgbClr val="FFFFFF"/>
        </a:solidFill>
        <a:effectLst/>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26" name="PlaceHolder 2"/>
          <p:cNvSpPr>
            <a:spLocks noGrp="1"/>
          </p:cNvSpPr>
          <p:nvPr>
            <p:ph type="body"/>
          </p:nvPr>
        </p:nvSpPr>
        <p:spPr>
          <a:xfrm>
            <a:off x="838080" y="1825560"/>
            <a:ext cx="518112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27" name="PlaceHolder 3"/>
          <p:cNvSpPr>
            <a:spLocks noGrp="1"/>
          </p:cNvSpPr>
          <p:nvPr>
            <p:ph type="body"/>
          </p:nvPr>
        </p:nvSpPr>
        <p:spPr>
          <a:xfrm>
            <a:off x="6172200" y="1825560"/>
            <a:ext cx="518112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28" name="PlaceHolder 4"/>
          <p:cNvSpPr>
            <a:spLocks noGrp="1"/>
          </p:cNvSpPr>
          <p:nvPr>
            <p:ph type="dt" idx="16"/>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29" name="PlaceHolder 5"/>
          <p:cNvSpPr>
            <a:spLocks noGrp="1"/>
          </p:cNvSpPr>
          <p:nvPr>
            <p:ph type="ftr" idx="17"/>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30" name="PlaceHolder 6"/>
          <p:cNvSpPr>
            <a:spLocks noGrp="1"/>
          </p:cNvSpPr>
          <p:nvPr>
            <p:ph type="sldNum" idx="18"/>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2C354DEB-DAD7-44E2-A895-E40DF27F2D2E}"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比較">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title"/>
          </p:nvPr>
        </p:nvSpPr>
        <p:spPr>
          <a:xfrm>
            <a:off x="8398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32" name="PlaceHolder 2"/>
          <p:cNvSpPr>
            <a:spLocks noGrp="1"/>
          </p:cNvSpPr>
          <p:nvPr>
            <p:ph type="body"/>
          </p:nvPr>
        </p:nvSpPr>
        <p:spPr>
          <a:xfrm>
            <a:off x="839880" y="1681200"/>
            <a:ext cx="5157360" cy="823680"/>
          </a:xfrm>
          <a:prstGeom prst="rect">
            <a:avLst/>
          </a:prstGeom>
          <a:noFill/>
          <a:ln w="0">
            <a:noFill/>
          </a:ln>
        </p:spPr>
        <p:txBody>
          <a:bodyPr lIns="91440" tIns="45720" rIns="91440" bIns="45720" anchor="b">
            <a:noAutofit/>
          </a:bodyPr>
          <a:lstStyle/>
          <a:p>
            <a:pPr indent="0" defTabSz="914400">
              <a:lnSpc>
                <a:spcPct val="90000"/>
              </a:lnSpc>
              <a:spcBef>
                <a:spcPts val="1001"/>
              </a:spcBef>
              <a:buNone/>
              <a:tabLst>
                <a:tab pos="0" algn="l"/>
              </a:tabLst>
            </a:pPr>
            <a:r>
              <a:rPr lang="ja-JP" sz="2400" b="1" u="none" strike="noStrike">
                <a:solidFill>
                  <a:schemeClr val="dk1"/>
                </a:solidFill>
                <a:effectLst/>
                <a:uFillTx/>
                <a:latin typeface="Aptos"/>
              </a:rPr>
              <a:t>マスター テキストの書式設定</a:t>
            </a:r>
            <a:endParaRPr lang="en-US" sz="2400" b="0" u="none" strike="noStrike">
              <a:solidFill>
                <a:schemeClr val="dk1"/>
              </a:solidFill>
              <a:effectLst/>
              <a:uFillTx/>
              <a:latin typeface="Aptos"/>
            </a:endParaRPr>
          </a:p>
        </p:txBody>
      </p:sp>
      <p:sp>
        <p:nvSpPr>
          <p:cNvPr id="33" name="PlaceHolder 3"/>
          <p:cNvSpPr>
            <a:spLocks noGrp="1"/>
          </p:cNvSpPr>
          <p:nvPr>
            <p:ph type="body"/>
          </p:nvPr>
        </p:nvSpPr>
        <p:spPr>
          <a:xfrm>
            <a:off x="839880" y="2505240"/>
            <a:ext cx="5157360" cy="3684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34" name="PlaceHolder 4"/>
          <p:cNvSpPr>
            <a:spLocks noGrp="1"/>
          </p:cNvSpPr>
          <p:nvPr>
            <p:ph type="body"/>
          </p:nvPr>
        </p:nvSpPr>
        <p:spPr>
          <a:xfrm>
            <a:off x="6172200" y="1681200"/>
            <a:ext cx="5182920" cy="823680"/>
          </a:xfrm>
          <a:prstGeom prst="rect">
            <a:avLst/>
          </a:prstGeom>
          <a:noFill/>
          <a:ln w="0">
            <a:noFill/>
          </a:ln>
        </p:spPr>
        <p:txBody>
          <a:bodyPr lIns="91440" tIns="45720" rIns="91440" bIns="45720" anchor="b">
            <a:noAutofit/>
          </a:bodyPr>
          <a:lstStyle/>
          <a:p>
            <a:pPr indent="0" defTabSz="914400">
              <a:lnSpc>
                <a:spcPct val="90000"/>
              </a:lnSpc>
              <a:spcBef>
                <a:spcPts val="1001"/>
              </a:spcBef>
              <a:buNone/>
              <a:tabLst>
                <a:tab pos="0" algn="l"/>
              </a:tabLst>
            </a:pPr>
            <a:r>
              <a:rPr lang="ja-JP" sz="2400" b="1" u="none" strike="noStrike">
                <a:solidFill>
                  <a:schemeClr val="dk1"/>
                </a:solidFill>
                <a:effectLst/>
                <a:uFillTx/>
                <a:latin typeface="Aptos"/>
              </a:rPr>
              <a:t>マスター テキストの書式設定</a:t>
            </a:r>
            <a:endParaRPr lang="en-US" sz="2400" b="0" u="none" strike="noStrike">
              <a:solidFill>
                <a:schemeClr val="dk1"/>
              </a:solidFill>
              <a:effectLst/>
              <a:uFillTx/>
              <a:latin typeface="Aptos"/>
            </a:endParaRPr>
          </a:p>
        </p:txBody>
      </p:sp>
      <p:sp>
        <p:nvSpPr>
          <p:cNvPr id="35" name="PlaceHolder 5"/>
          <p:cNvSpPr>
            <a:spLocks noGrp="1"/>
          </p:cNvSpPr>
          <p:nvPr>
            <p:ph type="body"/>
          </p:nvPr>
        </p:nvSpPr>
        <p:spPr>
          <a:xfrm>
            <a:off x="6172200" y="2505240"/>
            <a:ext cx="5182920" cy="3684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36" name="PlaceHolder 6"/>
          <p:cNvSpPr>
            <a:spLocks noGrp="1"/>
          </p:cNvSpPr>
          <p:nvPr>
            <p:ph type="dt" idx="19"/>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37" name="PlaceHolder 7"/>
          <p:cNvSpPr>
            <a:spLocks noGrp="1"/>
          </p:cNvSpPr>
          <p:nvPr>
            <p:ph type="ftr" idx="20"/>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38" name="PlaceHolder 8"/>
          <p:cNvSpPr>
            <a:spLocks noGrp="1"/>
          </p:cNvSpPr>
          <p:nvPr>
            <p:ph type="sldNum" idx="21"/>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FC782A2D-3346-46B5-8AD4-11B8D7B55424}"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タイトルのみ">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40" name="PlaceHolder 2"/>
          <p:cNvSpPr>
            <a:spLocks noGrp="1"/>
          </p:cNvSpPr>
          <p:nvPr>
            <p:ph type="dt" idx="22"/>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41" name="PlaceHolder 3"/>
          <p:cNvSpPr>
            <a:spLocks noGrp="1"/>
          </p:cNvSpPr>
          <p:nvPr>
            <p:ph type="ftr" idx="23"/>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42" name="PlaceHolder 4"/>
          <p:cNvSpPr>
            <a:spLocks noGrp="1"/>
          </p:cNvSpPr>
          <p:nvPr>
            <p:ph type="sldNum" idx="24"/>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127EFBAA-EEEE-4D3A-B195-8CE7162A3B7B}"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白紙">
    <p:bg>
      <p:bgPr>
        <a:solidFill>
          <a:srgbClr val="FFFFFF"/>
        </a:solidFill>
        <a:effectLst/>
      </p:bgPr>
    </p:bg>
    <p:spTree>
      <p:nvGrpSpPr>
        <p:cNvPr id="1" name=""/>
        <p:cNvGrpSpPr/>
        <p:nvPr/>
      </p:nvGrpSpPr>
      <p:grpSpPr>
        <a:xfrm>
          <a:off x="0" y="0"/>
          <a:ext cx="0" cy="0"/>
          <a:chOff x="0" y="0"/>
          <a:chExt cx="0" cy="0"/>
        </a:xfrm>
      </p:grpSpPr>
      <p:sp>
        <p:nvSpPr>
          <p:cNvPr id="43" name="PlaceHolder 1"/>
          <p:cNvSpPr>
            <a:spLocks noGrp="1"/>
          </p:cNvSpPr>
          <p:nvPr>
            <p:ph type="dt" idx="25"/>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44" name="PlaceHolder 2"/>
          <p:cNvSpPr>
            <a:spLocks noGrp="1"/>
          </p:cNvSpPr>
          <p:nvPr>
            <p:ph type="ftr" idx="26"/>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45" name="PlaceHolder 3"/>
          <p:cNvSpPr>
            <a:spLocks noGrp="1"/>
          </p:cNvSpPr>
          <p:nvPr>
            <p:ph type="sldNum" idx="27"/>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6EA9DC2F-C18F-42B5-9D42-960128CD914A}"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タイトル付きのコンテンツ">
    <p:bg>
      <p:bgPr>
        <a:solidFill>
          <a:srgbClr val="FFFFFF"/>
        </a:solidFill>
        <a:effectLst/>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p>
            <a:pPr indent="0" defTabSz="914400">
              <a:lnSpc>
                <a:spcPct val="90000"/>
              </a:lnSpc>
              <a:buNone/>
            </a:pPr>
            <a:r>
              <a:rPr lang="ja-JP" sz="3200" b="0" u="none" strike="noStrike">
                <a:solidFill>
                  <a:schemeClr val="dk1"/>
                </a:solidFill>
                <a:effectLst/>
                <a:uFillTx/>
                <a:latin typeface="Aptos Display"/>
              </a:rPr>
              <a:t>マスター タイトルの書式設定</a:t>
            </a:r>
            <a:endParaRPr lang="en-US" sz="3200" b="0" u="none" strike="noStrike">
              <a:solidFill>
                <a:schemeClr val="dk1"/>
              </a:solidFill>
              <a:effectLst/>
              <a:uFillTx/>
              <a:latin typeface="Aptos"/>
            </a:endParaRPr>
          </a:p>
        </p:txBody>
      </p:sp>
      <p:sp>
        <p:nvSpPr>
          <p:cNvPr id="47" name="PlaceHolder 2"/>
          <p:cNvSpPr>
            <a:spLocks noGrp="1"/>
          </p:cNvSpPr>
          <p:nvPr>
            <p:ph type="body"/>
          </p:nvPr>
        </p:nvSpPr>
        <p:spPr>
          <a:xfrm>
            <a:off x="5183280" y="987480"/>
            <a:ext cx="6171840" cy="487332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3200" b="0" u="none" strike="noStrike">
                <a:solidFill>
                  <a:schemeClr val="dk1"/>
                </a:solidFill>
                <a:effectLst/>
                <a:uFillTx/>
                <a:latin typeface="Aptos"/>
              </a:rPr>
              <a:t>マスター テキストの書式設定</a:t>
            </a:r>
            <a:endParaRPr lang="en-US" sz="32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800" b="0" u="none" strike="noStrike">
                <a:solidFill>
                  <a:schemeClr val="dk1"/>
                </a:solidFill>
                <a:effectLst/>
                <a:uFillTx/>
                <a:latin typeface="Aptos"/>
              </a:rPr>
              <a:t>第 </a:t>
            </a:r>
            <a:r>
              <a:rPr lang="en-US" sz="2800" b="0" u="none" strike="noStrike">
                <a:solidFill>
                  <a:schemeClr val="dk1"/>
                </a:solidFill>
                <a:effectLst/>
                <a:uFillTx/>
                <a:latin typeface="Aptos"/>
              </a:rPr>
              <a:t>2 </a:t>
            </a:r>
            <a:r>
              <a:rPr lang="ja-JP" sz="2800" b="0" u="none" strike="noStrike">
                <a:solidFill>
                  <a:schemeClr val="dk1"/>
                </a:solidFill>
                <a:effectLst/>
                <a:uFillTx/>
                <a:latin typeface="Aptos"/>
              </a:rPr>
              <a:t>レベル</a:t>
            </a:r>
            <a:endParaRPr lang="en-US" sz="28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3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4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5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p:txBody>
      </p:sp>
      <p:sp>
        <p:nvSpPr>
          <p:cNvPr id="48"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1600" b="0" u="none" strike="noStrike">
                <a:solidFill>
                  <a:schemeClr val="dk1"/>
                </a:solidFill>
                <a:effectLst/>
                <a:uFillTx/>
                <a:latin typeface="Aptos"/>
              </a:rPr>
              <a:t>マスター テキストの書式設定</a:t>
            </a:r>
            <a:endParaRPr lang="en-US" sz="1600" b="0" u="none" strike="noStrike">
              <a:solidFill>
                <a:schemeClr val="dk1"/>
              </a:solidFill>
              <a:effectLst/>
              <a:uFillTx/>
              <a:latin typeface="Aptos"/>
            </a:endParaRPr>
          </a:p>
        </p:txBody>
      </p:sp>
      <p:sp>
        <p:nvSpPr>
          <p:cNvPr id="49" name="PlaceHolder 4"/>
          <p:cNvSpPr>
            <a:spLocks noGrp="1"/>
          </p:cNvSpPr>
          <p:nvPr>
            <p:ph type="dt" idx="28"/>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50" name="PlaceHolder 5"/>
          <p:cNvSpPr>
            <a:spLocks noGrp="1"/>
          </p:cNvSpPr>
          <p:nvPr>
            <p:ph type="ftr" idx="29"/>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51" name="PlaceHolder 6"/>
          <p:cNvSpPr>
            <a:spLocks noGrp="1"/>
          </p:cNvSpPr>
          <p:nvPr>
            <p:ph type="sldNum" idx="30"/>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89484F83-D162-4A4E-896B-BFF4A04EC6FC}"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タイトル付きの図">
    <p:bg>
      <p:bgPr>
        <a:solidFill>
          <a:srgbClr val="FFFFFF"/>
        </a:solidFill>
        <a:effectLst/>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p>
            <a:pPr indent="0" defTabSz="914400">
              <a:lnSpc>
                <a:spcPct val="90000"/>
              </a:lnSpc>
              <a:buNone/>
            </a:pPr>
            <a:r>
              <a:rPr lang="ja-JP" sz="3200" b="0" u="none" strike="noStrike">
                <a:solidFill>
                  <a:schemeClr val="dk1"/>
                </a:solidFill>
                <a:effectLst/>
                <a:uFillTx/>
                <a:latin typeface="Aptos Display"/>
              </a:rPr>
              <a:t>マスター タイトルの書式設定</a:t>
            </a:r>
            <a:endParaRPr lang="en-US" sz="3200" b="0" u="none" strike="noStrike">
              <a:solidFill>
                <a:schemeClr val="dk1"/>
              </a:solidFill>
              <a:effectLst/>
              <a:uFillTx/>
              <a:latin typeface="Aptos"/>
            </a:endParaRPr>
          </a:p>
        </p:txBody>
      </p:sp>
      <p:sp>
        <p:nvSpPr>
          <p:cNvPr id="53" name="PlaceHolder 2"/>
          <p:cNvSpPr>
            <a:spLocks noGrp="1"/>
          </p:cNvSpPr>
          <p:nvPr>
            <p:ph type="body"/>
          </p:nvPr>
        </p:nvSpPr>
        <p:spPr>
          <a:xfrm>
            <a:off x="5183280" y="987480"/>
            <a:ext cx="6171840" cy="4873320"/>
          </a:xfrm>
          <a:prstGeom prst="rect">
            <a:avLst/>
          </a:prstGeom>
          <a:noFill/>
          <a:ln w="0">
            <a:noFill/>
          </a:ln>
        </p:spPr>
        <p:txBody>
          <a:bodyPr lIns="90000" tIns="45000" rIns="90000" bIns="45000" anchor="t">
            <a:noAutofit/>
          </a:bodyPr>
          <a:lstStyle/>
          <a:p>
            <a:pPr indent="0" defTabSz="457200">
              <a:lnSpc>
                <a:spcPct val="100000"/>
              </a:lnSpc>
              <a:buNone/>
              <a:tabLst>
                <a:tab pos="0" algn="l"/>
              </a:tabLst>
            </a:pPr>
            <a:r>
              <a:rPr lang="ja-JP" sz="3200" b="0" u="none" strike="noStrike">
                <a:solidFill>
                  <a:schemeClr val="dk1"/>
                </a:solidFill>
                <a:effectLst/>
                <a:uFillTx/>
                <a:latin typeface="Aptos"/>
              </a:rPr>
              <a:t>アイコンをクリックして図を追加</a:t>
            </a:r>
            <a:endParaRPr lang="en-US" sz="3200" b="0" u="none" strike="noStrike">
              <a:solidFill>
                <a:schemeClr val="dk1"/>
              </a:solidFill>
              <a:effectLst/>
              <a:uFillTx/>
              <a:latin typeface="Aptos"/>
            </a:endParaRPr>
          </a:p>
        </p:txBody>
      </p:sp>
      <p:sp>
        <p:nvSpPr>
          <p:cNvPr id="54"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1600" b="0" u="none" strike="noStrike">
                <a:solidFill>
                  <a:schemeClr val="dk1"/>
                </a:solidFill>
                <a:effectLst/>
                <a:uFillTx/>
                <a:latin typeface="Aptos"/>
              </a:rPr>
              <a:t>マスター テキストの書式設定</a:t>
            </a:r>
            <a:endParaRPr lang="en-US" sz="1600" b="0" u="none" strike="noStrike">
              <a:solidFill>
                <a:schemeClr val="dk1"/>
              </a:solidFill>
              <a:effectLst/>
              <a:uFillTx/>
              <a:latin typeface="Aptos"/>
            </a:endParaRPr>
          </a:p>
        </p:txBody>
      </p:sp>
      <p:sp>
        <p:nvSpPr>
          <p:cNvPr id="55" name="PlaceHolder 4"/>
          <p:cNvSpPr>
            <a:spLocks noGrp="1"/>
          </p:cNvSpPr>
          <p:nvPr>
            <p:ph type="dt" idx="31"/>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56" name="PlaceHolder 5"/>
          <p:cNvSpPr>
            <a:spLocks noGrp="1"/>
          </p:cNvSpPr>
          <p:nvPr>
            <p:ph type="ftr" idx="3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57" name="PlaceHolder 6"/>
          <p:cNvSpPr>
            <a:spLocks noGrp="1"/>
          </p:cNvSpPr>
          <p:nvPr>
            <p:ph type="sldNum" idx="33"/>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41EA018E-568F-4964-8A9E-5FF0B59DD033}"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hyperlink" Target="https://ai.google.dev/edge/mediapipe/solutions/vision/hand_landmarker?hl=ja"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emf"/><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PlaceHolder 1"/>
          <p:cNvSpPr>
            <a:spLocks noGrp="1"/>
          </p:cNvSpPr>
          <p:nvPr>
            <p:ph type="title"/>
          </p:nvPr>
        </p:nvSpPr>
        <p:spPr>
          <a:xfrm>
            <a:off x="1523880" y="1392840"/>
            <a:ext cx="9143640" cy="2387160"/>
          </a:xfrm>
          <a:prstGeom prst="rect">
            <a:avLst/>
          </a:prstGeom>
          <a:noFill/>
          <a:ln w="0">
            <a:noFill/>
          </a:ln>
        </p:spPr>
        <p:txBody>
          <a:bodyPr lIns="91440" tIns="45720" rIns="91440" bIns="45720" anchor="b">
            <a:normAutofit/>
          </a:bodyPr>
          <a:lstStyle/>
          <a:p>
            <a:pPr indent="0" algn="ctr" defTabSz="914400">
              <a:lnSpc>
                <a:spcPct val="90000"/>
              </a:lnSpc>
              <a:buNone/>
            </a:pPr>
            <a:r>
              <a:rPr lang="ja-JP" sz="4800" b="0" u="none" strike="noStrike">
                <a:solidFill>
                  <a:schemeClr val="dk1"/>
                </a:solidFill>
                <a:effectLst/>
                <a:uFillTx/>
                <a:latin typeface="ＭＳ Ｐゴシック"/>
                <a:ea typeface="ＭＳ Ｐゴシック"/>
              </a:rPr>
              <a:t>両眼カメラによる</a:t>
            </a:r>
            <a:r>
              <a:rPr lang="en-US" sz="4800" b="0" u="none" strike="noStrike">
                <a:solidFill>
                  <a:schemeClr val="dk1"/>
                </a:solidFill>
                <a:effectLst/>
                <a:uFillTx/>
                <a:latin typeface="ＭＳ Ｐゴシック"/>
                <a:ea typeface="ＭＳ Ｐゴシック"/>
              </a:rPr>
              <a:t>MediaPipe Hand Landmarker</a:t>
            </a:r>
            <a:r>
              <a:rPr lang="ja-JP" sz="4800" b="0" u="none" strike="noStrike">
                <a:solidFill>
                  <a:schemeClr val="dk1"/>
                </a:solidFill>
                <a:effectLst/>
                <a:uFillTx/>
                <a:latin typeface="ＭＳ Ｐゴシック"/>
                <a:ea typeface="ＭＳ Ｐゴシック"/>
              </a:rPr>
              <a:t>タスクの精度向上</a:t>
            </a:r>
            <a:endParaRPr lang="en-US" sz="4800" b="0" u="none" strike="noStrike">
              <a:solidFill>
                <a:schemeClr val="dk1"/>
              </a:solidFill>
              <a:effectLst/>
              <a:uFillTx/>
              <a:latin typeface="Aptos"/>
            </a:endParaRPr>
          </a:p>
        </p:txBody>
      </p:sp>
      <p:sp>
        <p:nvSpPr>
          <p:cNvPr id="59" name="PlaceHolder 2"/>
          <p:cNvSpPr>
            <a:spLocks noGrp="1"/>
          </p:cNvSpPr>
          <p:nvPr>
            <p:ph type="subTitle"/>
          </p:nvPr>
        </p:nvSpPr>
        <p:spPr>
          <a:xfrm>
            <a:off x="1523880" y="4320000"/>
            <a:ext cx="9143640" cy="165528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箕浦研究室　</a:t>
            </a:r>
            <a:r>
              <a:rPr lang="en-US" sz="3200" b="0" u="none" strike="noStrike">
                <a:solidFill>
                  <a:schemeClr val="dk1"/>
                </a:solidFill>
                <a:effectLst/>
                <a:uFillTx/>
                <a:latin typeface="ＭＳ Ｐゴシック"/>
                <a:ea typeface="ＭＳ Ｐゴシック"/>
              </a:rPr>
              <a:t>5I25 </a:t>
            </a:r>
            <a:r>
              <a:rPr lang="ja-JP" sz="3200" b="0" u="none" strike="noStrike">
                <a:solidFill>
                  <a:schemeClr val="dk1"/>
                </a:solidFill>
                <a:effectLst/>
                <a:uFillTx/>
                <a:latin typeface="ＭＳ Ｐゴシック"/>
                <a:ea typeface="ＭＳ Ｐゴシック"/>
              </a:rPr>
              <a:t>萩 郁人</a:t>
            </a:r>
            <a:endParaRPr lang="en-US" sz="32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64AB2-C980-AD15-550B-D5136F28CE45}"/>
              </a:ext>
            </a:extLst>
          </p:cNvPr>
          <p:cNvSpPr>
            <a:spLocks noGrp="1"/>
          </p:cNvSpPr>
          <p:nvPr>
            <p:ph type="title"/>
          </p:nvPr>
        </p:nvSpPr>
        <p:spPr/>
        <p:txBody>
          <a:bodyPr/>
          <a:lstStyle/>
          <a:p>
            <a:r>
              <a:rPr kumimoji="1" lang="ja-JP" altLang="en-US" dirty="0"/>
              <a:t>背景</a:t>
            </a:r>
          </a:p>
        </p:txBody>
      </p:sp>
      <p:sp>
        <p:nvSpPr>
          <p:cNvPr id="3" name="テキスト プレースホルダー 2">
            <a:extLst>
              <a:ext uri="{FF2B5EF4-FFF2-40B4-BE49-F238E27FC236}">
                <a16:creationId xmlns:a16="http://schemas.microsoft.com/office/drawing/2014/main" id="{58C8AEA1-3115-EEEF-7EBB-4662D8A4CA88}"/>
              </a:ext>
            </a:extLst>
          </p:cNvPr>
          <p:cNvSpPr>
            <a:spLocks noGrp="1"/>
          </p:cNvSpPr>
          <p:nvPr>
            <p:ph type="body"/>
          </p:nvPr>
        </p:nvSpPr>
        <p:spPr/>
        <p:txBody>
          <a:bodyPr vert="horz"/>
          <a:lstStyle/>
          <a:p>
            <a:pPr marL="0" indent="0">
              <a:buNone/>
            </a:pPr>
            <a:r>
              <a:rPr kumimoji="1" lang="ja-JP" altLang="en-US" dirty="0"/>
              <a:t>タイピングにおいてホームポジションに則った入力はタイピング速度の向上やタイプミスの減少などが期待できる。</a:t>
            </a:r>
            <a:endParaRPr kumimoji="1" lang="en-US" altLang="ja-JP" dirty="0"/>
          </a:p>
          <a:p>
            <a:pPr marL="0" indent="0">
              <a:buNone/>
            </a:pPr>
            <a:r>
              <a:rPr lang="ja-JP" altLang="en-US" dirty="0"/>
              <a:t>しかし、現在のタイピング練習ソフトでは入力の速度や正確さを測定するのみで、正しい入力方法かどうかは判定できない。</a:t>
            </a:r>
            <a:endParaRPr lang="en-US" altLang="ja-JP" dirty="0"/>
          </a:p>
          <a:p>
            <a:pPr marL="0" indent="0">
              <a:buNone/>
            </a:pPr>
            <a:endParaRPr lang="en-US" altLang="ja-JP" dirty="0"/>
          </a:p>
          <a:p>
            <a:pPr marL="0" indent="0">
              <a:buNone/>
            </a:pPr>
            <a:r>
              <a:rPr lang="ja-JP" altLang="en-US" dirty="0"/>
              <a:t>→入力を行う手やキーボードの映像から正しい入力が行われているか判定するシステムを開発する。</a:t>
            </a:r>
            <a:endParaRPr lang="en-US" altLang="ja-JP" dirty="0"/>
          </a:p>
          <a:p>
            <a:pPr marL="0" indent="0">
              <a:buNone/>
            </a:pPr>
            <a:endParaRPr kumimoji="1" lang="en-US" altLang="ja-JP" dirty="0"/>
          </a:p>
        </p:txBody>
      </p:sp>
    </p:spTree>
    <p:extLst>
      <p:ext uri="{BB962C8B-B14F-4D97-AF65-F5344CB8AC3E}">
        <p14:creationId xmlns:p14="http://schemas.microsoft.com/office/powerpoint/2010/main" val="41400110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en-US" sz="4400" b="0" u="none" strike="noStrike">
                <a:solidFill>
                  <a:schemeClr val="dk1"/>
                </a:solidFill>
                <a:effectLst/>
                <a:uFillTx/>
                <a:latin typeface="ＭＳ Ｐゴシック"/>
                <a:ea typeface="ＭＳ Ｐゴシック"/>
              </a:rPr>
              <a:t> MediaPipe Hand Landmarker</a:t>
            </a:r>
            <a:r>
              <a:rPr lang="ja-JP" sz="4400" b="0" u="none" strike="noStrike">
                <a:solidFill>
                  <a:schemeClr val="dk1"/>
                </a:solidFill>
                <a:effectLst/>
                <a:uFillTx/>
                <a:latin typeface="ＭＳ Ｐゴシック"/>
                <a:ea typeface="ＭＳ Ｐゴシック"/>
              </a:rPr>
              <a:t>について</a:t>
            </a:r>
            <a:endParaRPr lang="en-US" sz="4400" b="0" u="none" strike="noStrike">
              <a:solidFill>
                <a:schemeClr val="dk1"/>
              </a:solidFill>
              <a:effectLst/>
              <a:uFillTx/>
              <a:latin typeface="Aptos"/>
            </a:endParaRPr>
          </a:p>
        </p:txBody>
      </p:sp>
      <p:sp>
        <p:nvSpPr>
          <p:cNvPr id="61" name="PlaceHolder 2"/>
          <p:cNvSpPr>
            <a:spLocks noGrp="1"/>
          </p:cNvSpPr>
          <p:nvPr>
            <p:ph/>
          </p:nvPr>
        </p:nvSpPr>
        <p:spPr>
          <a:xfrm>
            <a:off x="838080" y="1690200"/>
            <a:ext cx="10515240" cy="4350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ＭＳ Ｐゴシック"/>
                <a:ea typeface="ＭＳ Ｐゴシック"/>
              </a:rPr>
              <a:t>MediaPipe</a:t>
            </a:r>
            <a:r>
              <a:rPr lang="ja-JP" sz="3200" b="0" u="none" strike="noStrike">
                <a:solidFill>
                  <a:schemeClr val="dk1"/>
                </a:solidFill>
                <a:effectLst/>
                <a:uFillTx/>
                <a:latin typeface="ＭＳ Ｐゴシック"/>
                <a:ea typeface="ＭＳ Ｐゴシック"/>
              </a:rPr>
              <a:t>とは、</a:t>
            </a:r>
            <a:r>
              <a:rPr lang="en-US" sz="3200" b="0" u="none" strike="noStrike">
                <a:solidFill>
                  <a:schemeClr val="dk1"/>
                </a:solidFill>
                <a:effectLst/>
                <a:uFillTx/>
                <a:latin typeface="ＭＳ Ｐゴシック"/>
                <a:ea typeface="ＭＳ Ｐゴシック"/>
              </a:rPr>
              <a:t>Google</a:t>
            </a:r>
            <a:r>
              <a:rPr lang="ja-JP" sz="3200" b="0" u="none" strike="noStrike">
                <a:solidFill>
                  <a:schemeClr val="dk1"/>
                </a:solidFill>
                <a:effectLst/>
                <a:uFillTx/>
                <a:latin typeface="ＭＳ Ｐゴシック"/>
                <a:ea typeface="ＭＳ Ｐゴシック"/>
              </a:rPr>
              <a:t>社が提供するライブメディア処理のためのオープンソース機械学習ソリューション</a:t>
            </a:r>
            <a:endParaRPr lang="en-US" sz="3200" b="0" u="none" strike="noStrike">
              <a:solidFill>
                <a:schemeClr val="dk1"/>
              </a:solidFill>
              <a:effectLst/>
              <a:uFillTx/>
              <a:latin typeface="Aptos"/>
            </a:endParaRPr>
          </a:p>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ＭＳ Ｐゴシック"/>
                <a:ea typeface="ＭＳ Ｐゴシック"/>
              </a:rPr>
              <a:t>Hand Landmarker</a:t>
            </a:r>
            <a:r>
              <a:rPr lang="ja-JP" sz="3200" b="0" u="none" strike="noStrike">
                <a:solidFill>
                  <a:schemeClr val="dk1"/>
                </a:solidFill>
                <a:effectLst/>
                <a:uFillTx/>
                <a:latin typeface="ＭＳ Ｐゴシック"/>
                <a:ea typeface="ＭＳ Ｐゴシック"/>
              </a:rPr>
              <a:t>は手の位置と</a:t>
            </a:r>
            <a:r>
              <a:rPr lang="en-US" sz="3200" b="0" u="none" strike="noStrike">
                <a:solidFill>
                  <a:schemeClr val="dk1"/>
                </a:solidFill>
                <a:effectLst/>
                <a:uFillTx/>
                <a:latin typeface="ＭＳ Ｐゴシック"/>
                <a:ea typeface="ＭＳ Ｐゴシック"/>
              </a:rPr>
              <a:t>21</a:t>
            </a:r>
            <a:r>
              <a:rPr lang="ja-JP" sz="3200" b="0" u="none" strike="noStrike">
                <a:solidFill>
                  <a:schemeClr val="dk1"/>
                </a:solidFill>
                <a:effectLst/>
                <a:uFillTx/>
                <a:latin typeface="ＭＳ Ｐゴシック"/>
                <a:ea typeface="ＭＳ Ｐゴシック"/>
              </a:rPr>
              <a:t>個のランドマーク</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関節点</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をリアルタイムに検出</a:t>
            </a:r>
            <a:endParaRPr lang="en-US" sz="3200" b="0" u="none" strike="noStrike">
              <a:solidFill>
                <a:schemeClr val="dk1"/>
              </a:solidFill>
              <a:effectLst/>
              <a:uFillTx/>
              <a:latin typeface="Aptos"/>
            </a:endParaRPr>
          </a:p>
        </p:txBody>
      </p:sp>
      <p:pic>
        <p:nvPicPr>
          <p:cNvPr id="62" name="図 8" descr="歯ブラシを持っている手&#10;&#10;AI 生成コンテンツは誤りを含む可能性があります。"/>
          <p:cNvPicPr/>
          <p:nvPr/>
        </p:nvPicPr>
        <p:blipFill>
          <a:blip r:embed="rId2"/>
          <a:stretch/>
        </p:blipFill>
        <p:spPr>
          <a:xfrm>
            <a:off x="6863040" y="3735000"/>
            <a:ext cx="3981600" cy="2231640"/>
          </a:xfrm>
          <a:prstGeom prst="rect">
            <a:avLst/>
          </a:prstGeom>
          <a:noFill/>
          <a:ln w="0">
            <a:noFill/>
          </a:ln>
        </p:spPr>
      </p:pic>
      <p:pic>
        <p:nvPicPr>
          <p:cNvPr id="63" name="図 10" descr="グラフ&#10;&#10;AI 生成コンテンツは誤りを含む可能性があります。"/>
          <p:cNvPicPr/>
          <p:nvPr/>
        </p:nvPicPr>
        <p:blipFill>
          <a:blip r:embed="rId3"/>
          <a:stretch/>
        </p:blipFill>
        <p:spPr>
          <a:xfrm>
            <a:off x="3444480" y="3713040"/>
            <a:ext cx="2651040" cy="2275560"/>
          </a:xfrm>
          <a:prstGeom prst="rect">
            <a:avLst/>
          </a:prstGeom>
          <a:noFill/>
          <a:ln w="0">
            <a:noFill/>
          </a:ln>
        </p:spPr>
      </p:pic>
      <p:sp>
        <p:nvSpPr>
          <p:cNvPr id="64" name="テキスト ボックス 11"/>
          <p:cNvSpPr/>
          <p:nvPr/>
        </p:nvSpPr>
        <p:spPr>
          <a:xfrm>
            <a:off x="1260000" y="6206040"/>
            <a:ext cx="8820000" cy="409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ja-JP" sz="2100" b="0" u="none" strike="noStrike">
                <a:solidFill>
                  <a:schemeClr val="dk1"/>
                </a:solidFill>
                <a:effectLst/>
                <a:uFillTx/>
                <a:latin typeface="ＭＳ Ｐゴシック"/>
                <a:ea typeface="ＭＳ Ｐゴシック"/>
              </a:rPr>
              <a:t>画像出典：</a:t>
            </a:r>
            <a:r>
              <a:rPr lang="ja-JP" sz="2100" b="0" u="sng" strike="noStrike">
                <a:solidFill>
                  <a:schemeClr val="dk1"/>
                </a:solidFill>
                <a:effectLst/>
                <a:uFillTx/>
                <a:latin typeface="ＭＳ Ｐゴシック"/>
                <a:ea typeface="ＭＳ Ｐゴシック"/>
                <a:hlinkClick r:id="rId4"/>
              </a:rPr>
              <a:t>手のランドマーク検出ガイド </a:t>
            </a:r>
            <a:r>
              <a:rPr lang="en-US" sz="2100" b="0" u="sng" strike="noStrike">
                <a:solidFill>
                  <a:schemeClr val="dk1"/>
                </a:solidFill>
                <a:effectLst/>
                <a:uFillTx/>
                <a:latin typeface="ＭＳ Ｐゴシック"/>
                <a:ea typeface="ＭＳ Ｐゴシック"/>
                <a:hlinkClick r:id="rId4"/>
              </a:rPr>
              <a:t>| Google AI Edge</a:t>
            </a:r>
            <a:endParaRPr lang="en-US" sz="21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dirty="0">
                <a:solidFill>
                  <a:schemeClr val="dk1"/>
                </a:solidFill>
                <a:effectLst/>
                <a:uFillTx/>
                <a:latin typeface="ＭＳ Ｐゴシック"/>
                <a:ea typeface="ＭＳ Ｐゴシック"/>
              </a:rPr>
              <a:t>先行研究の課題</a:t>
            </a:r>
            <a:endParaRPr lang="en-US" sz="4400" b="0" u="none" strike="noStrike" dirty="0">
              <a:solidFill>
                <a:schemeClr val="dk1"/>
              </a:solidFill>
              <a:effectLst/>
              <a:uFillTx/>
              <a:latin typeface="Aptos"/>
            </a:endParaRPr>
          </a:p>
        </p:txBody>
      </p:sp>
      <p:sp>
        <p:nvSpPr>
          <p:cNvPr id="66" name="PlaceHolder 2"/>
          <p:cNvSpPr>
            <a:spLocks noGrp="1"/>
          </p:cNvSpPr>
          <p:nvPr>
            <p:ph/>
          </p:nvPr>
        </p:nvSpPr>
        <p:spPr>
          <a:xfrm>
            <a:off x="824760" y="1589040"/>
            <a:ext cx="10515240" cy="435096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3200" b="0" u="none" strike="noStrike" dirty="0">
                <a:solidFill>
                  <a:schemeClr val="dk1"/>
                </a:solidFill>
                <a:effectLst/>
                <a:uFillTx/>
                <a:latin typeface="ＭＳ Ｐゴシック"/>
                <a:ea typeface="ＭＳ Ｐゴシック"/>
              </a:rPr>
              <a:t>・</a:t>
            </a:r>
            <a:r>
              <a:rPr lang="en-US" sz="3200" b="0" u="none" strike="noStrike" dirty="0">
                <a:solidFill>
                  <a:schemeClr val="dk1"/>
                </a:solidFill>
                <a:effectLst/>
                <a:uFillTx/>
                <a:latin typeface="ＭＳ Ｐゴシック"/>
                <a:ea typeface="ＭＳ Ｐゴシック"/>
              </a:rPr>
              <a:t>Media Pipe Hand </a:t>
            </a:r>
            <a:r>
              <a:rPr lang="en-US" sz="3200" b="0" u="none" strike="noStrike" dirty="0" err="1">
                <a:solidFill>
                  <a:schemeClr val="dk1"/>
                </a:solidFill>
                <a:effectLst/>
                <a:uFillTx/>
                <a:latin typeface="ＭＳ Ｐゴシック"/>
                <a:ea typeface="ＭＳ Ｐゴシック"/>
              </a:rPr>
              <a:t>Landmarker</a:t>
            </a:r>
            <a:r>
              <a:rPr lang="ja-JP" sz="3200" b="0" u="none" strike="noStrike" dirty="0">
                <a:solidFill>
                  <a:schemeClr val="dk1"/>
                </a:solidFill>
                <a:effectLst/>
                <a:uFillTx/>
                <a:latin typeface="ＭＳ Ｐゴシック"/>
                <a:ea typeface="ＭＳ Ｐゴシック"/>
              </a:rPr>
              <a:t>単体で三次元座標</a:t>
            </a:r>
            <a:r>
              <a:rPr lang="ja-JP" altLang="en-US" sz="3200" dirty="0">
                <a:solidFill>
                  <a:schemeClr val="dk1"/>
                </a:solidFill>
                <a:latin typeface="ＭＳ Ｐゴシック"/>
                <a:ea typeface="ＭＳ Ｐゴシック"/>
              </a:rPr>
              <a:t>を推定</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ＭＳ Ｐゴシック"/>
              <a:ea typeface="ＭＳ Ｐゴシック"/>
            </a:endParaRPr>
          </a:p>
          <a:p>
            <a:pPr indent="0" defTabSz="914400">
              <a:lnSpc>
                <a:spcPct val="90000"/>
              </a:lnSpc>
              <a:spcBef>
                <a:spcPts val="1001"/>
              </a:spcBef>
              <a:buNone/>
              <a:tabLst>
                <a:tab pos="0" algn="l"/>
              </a:tabLst>
            </a:pPr>
            <a:r>
              <a:rPr lang="ja-JP" altLang="en-US" sz="3200" b="0" u="none" strike="noStrike" dirty="0">
                <a:solidFill>
                  <a:schemeClr val="dk1"/>
                </a:solidFill>
                <a:effectLst/>
                <a:uFillTx/>
                <a:latin typeface="ＭＳ Ｐゴシック"/>
                <a:ea typeface="ＭＳ Ｐゴシック"/>
              </a:rPr>
              <a:t>→</a:t>
            </a:r>
            <a:r>
              <a:rPr lang="en-US" altLang="ja-JP" sz="3200" dirty="0">
                <a:solidFill>
                  <a:schemeClr val="dk1"/>
                </a:solidFill>
                <a:latin typeface="ＭＳ Ｐゴシック"/>
                <a:ea typeface="ＭＳ Ｐゴシック"/>
              </a:rPr>
              <a:t>Z</a:t>
            </a:r>
            <a:r>
              <a:rPr lang="ja-JP" altLang="en-US" sz="3200" dirty="0">
                <a:solidFill>
                  <a:schemeClr val="dk1"/>
                </a:solidFill>
                <a:latin typeface="ＭＳ Ｐゴシック"/>
                <a:ea typeface="ＭＳ Ｐゴシック"/>
              </a:rPr>
              <a:t>軸</a:t>
            </a:r>
            <a:r>
              <a:rPr lang="en-US" altLang="ja-JP" sz="3200" dirty="0">
                <a:solidFill>
                  <a:schemeClr val="dk1"/>
                </a:solidFill>
                <a:latin typeface="ＭＳ Ｐゴシック"/>
                <a:ea typeface="ＭＳ Ｐゴシック"/>
              </a:rPr>
              <a:t>(</a:t>
            </a:r>
            <a:r>
              <a:rPr lang="en-US" sz="3200" b="0" u="none" strike="noStrike" dirty="0" err="1">
                <a:solidFill>
                  <a:schemeClr val="dk1"/>
                </a:solidFill>
                <a:effectLst/>
                <a:uFillTx/>
                <a:latin typeface="ＭＳ Ｐゴシック"/>
                <a:ea typeface="ＭＳ Ｐゴシック"/>
              </a:rPr>
              <a:t>奥行方向</a:t>
            </a:r>
            <a:r>
              <a:rPr lang="en-US" sz="3200" b="0" u="none" strike="noStrike" dirty="0">
                <a:solidFill>
                  <a:schemeClr val="dk1"/>
                </a:solidFill>
                <a:effectLst/>
                <a:uFillTx/>
                <a:latin typeface="ＭＳ Ｐゴシック"/>
                <a:ea typeface="ＭＳ Ｐゴシック"/>
              </a:rPr>
              <a:t>)</a:t>
            </a:r>
            <a:r>
              <a:rPr lang="en-US" sz="3200" b="0" u="none" strike="noStrike" dirty="0" err="1">
                <a:solidFill>
                  <a:schemeClr val="dk1"/>
                </a:solidFill>
                <a:effectLst/>
                <a:uFillTx/>
                <a:latin typeface="ＭＳ Ｐゴシック"/>
                <a:ea typeface="ＭＳ Ｐゴシック"/>
              </a:rPr>
              <a:t>の精度が悪い</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2800" b="0" u="none" strike="noStrike" dirty="0">
              <a:solidFill>
                <a:schemeClr val="dk1"/>
              </a:solidFill>
              <a:effectLst/>
              <a:uFillTx/>
              <a:latin typeface="Aptos"/>
            </a:endParaRPr>
          </a:p>
        </p:txBody>
      </p:sp>
      <p:pic>
        <p:nvPicPr>
          <p:cNvPr id="67" name="図 66"/>
          <p:cNvPicPr/>
          <p:nvPr/>
        </p:nvPicPr>
        <p:blipFill>
          <a:blip r:embed="rId2"/>
          <a:stretch/>
        </p:blipFill>
        <p:spPr>
          <a:xfrm>
            <a:off x="1260000" y="2520000"/>
            <a:ext cx="3180240" cy="2385000"/>
          </a:xfrm>
          <a:prstGeom prst="rect">
            <a:avLst/>
          </a:prstGeom>
          <a:noFill/>
          <a:ln w="0">
            <a:noFill/>
          </a:ln>
        </p:spPr>
      </p:pic>
      <p:sp>
        <p:nvSpPr>
          <p:cNvPr id="68" name="矢印: 右 67"/>
          <p:cNvSpPr/>
          <p:nvPr/>
        </p:nvSpPr>
        <p:spPr>
          <a:xfrm>
            <a:off x="4860000" y="3600000"/>
            <a:ext cx="1620000" cy="36000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pic>
        <p:nvPicPr>
          <p:cNvPr id="69" name="図 68"/>
          <p:cNvPicPr/>
          <p:nvPr/>
        </p:nvPicPr>
        <p:blipFill>
          <a:blip r:embed="rId3"/>
          <a:stretch/>
        </p:blipFill>
        <p:spPr>
          <a:xfrm>
            <a:off x="6660000" y="2160000"/>
            <a:ext cx="3960000" cy="2933640"/>
          </a:xfrm>
          <a:prstGeom prst="rect">
            <a:avLst/>
          </a:prstGeom>
          <a:noFill/>
          <a:ln w="0">
            <a:noFill/>
          </a:ln>
        </p:spPr>
      </p:pic>
      <p:sp>
        <p:nvSpPr>
          <p:cNvPr id="70" name="テキスト ボックス 69"/>
          <p:cNvSpPr txBox="1"/>
          <p:nvPr/>
        </p:nvSpPr>
        <p:spPr>
          <a:xfrm>
            <a:off x="2102040" y="5059440"/>
            <a:ext cx="1380960" cy="330480"/>
          </a:xfrm>
          <a:prstGeom prst="rect">
            <a:avLst/>
          </a:prstGeom>
          <a:noFill/>
          <a:ln w="0">
            <a:noFill/>
          </a:ln>
        </p:spPr>
        <p:txBody>
          <a:bodyPr lIns="90000" tIns="45000" rIns="90000" bIns="45000" anchor="t">
            <a:spAutoFit/>
          </a:bodyPr>
          <a:lstStyle/>
          <a:p>
            <a:pPr defTabSz="914400">
              <a:lnSpc>
                <a:spcPct val="90000"/>
              </a:lnSpc>
              <a:spcBef>
                <a:spcPts val="1001"/>
              </a:spcBef>
              <a:tabLst>
                <a:tab pos="0" algn="l"/>
              </a:tabLst>
            </a:pPr>
            <a:r>
              <a:rPr lang="ja-JP" sz="2100" b="0" u="none" strike="noStrike">
                <a:solidFill>
                  <a:schemeClr val="dk1"/>
                </a:solidFill>
                <a:effectLst/>
                <a:uFillTx/>
                <a:latin typeface="ＭＳ Ｐゴシック"/>
                <a:ea typeface="ＭＳ Ｐゴシック"/>
              </a:rPr>
              <a:t>カメラ映像</a:t>
            </a:r>
            <a:endParaRPr lang="en-US" sz="2100" b="0" u="none" strike="noStrike">
              <a:solidFill>
                <a:srgbClr val="000000"/>
              </a:solidFill>
              <a:effectLst/>
              <a:uFillTx/>
              <a:latin typeface="MSP"/>
              <a:ea typeface="MSP"/>
            </a:endParaRPr>
          </a:p>
        </p:txBody>
      </p:sp>
      <p:sp>
        <p:nvSpPr>
          <p:cNvPr id="71" name="テキスト ボックス 70"/>
          <p:cNvSpPr txBox="1"/>
          <p:nvPr/>
        </p:nvSpPr>
        <p:spPr>
          <a:xfrm>
            <a:off x="8272440" y="5093640"/>
            <a:ext cx="1380960" cy="360000"/>
          </a:xfrm>
          <a:prstGeom prst="rect">
            <a:avLst/>
          </a:prstGeom>
          <a:noFill/>
          <a:ln w="0">
            <a:noFill/>
          </a:ln>
        </p:spPr>
        <p:txBody>
          <a:bodyPr lIns="90000" tIns="45000" rIns="90000" bIns="45000" anchor="t">
            <a:spAutoFit/>
          </a:bodyPr>
          <a:lstStyle/>
          <a:p>
            <a:r>
              <a:rPr lang="ja-JP" sz="2100" b="0" u="none" strike="noStrike">
                <a:solidFill>
                  <a:schemeClr val="dk1"/>
                </a:solidFill>
                <a:effectLst/>
                <a:uFillTx/>
                <a:latin typeface="ＭＳ Ｐゴシック"/>
                <a:ea typeface="ＭＳ Ｐゴシック"/>
              </a:rPr>
              <a:t>ｘｚ座標</a:t>
            </a:r>
            <a:endParaRPr lang="en-US" sz="2100" b="0" u="none" strike="noStrike">
              <a:solidFill>
                <a:srgbClr val="000000"/>
              </a:solidFill>
              <a:effectLst/>
              <a:uFillTx/>
              <a:latin typeface="Arial"/>
            </a:endParaRPr>
          </a:p>
        </p:txBody>
      </p:sp>
      <p:sp>
        <p:nvSpPr>
          <p:cNvPr id="72" name="テキスト ボックス 71"/>
          <p:cNvSpPr txBox="1"/>
          <p:nvPr/>
        </p:nvSpPr>
        <p:spPr>
          <a:xfrm>
            <a:off x="3420000" y="6120000"/>
            <a:ext cx="11160000" cy="623880"/>
          </a:xfrm>
          <a:prstGeom prst="rect">
            <a:avLst/>
          </a:prstGeom>
          <a:noFill/>
          <a:ln w="0">
            <a:noFill/>
          </a:ln>
        </p:spPr>
        <p:txBody>
          <a:bodyPr lIns="90000" tIns="45000" rIns="90000" bIns="45000" anchor="t">
            <a:spAutoFit/>
          </a:bodyPr>
          <a:lstStyle/>
          <a:p>
            <a:r>
              <a:rPr lang="ja-JP" sz="2100" b="0" u="none" strike="noStrike" dirty="0">
                <a:solidFill>
                  <a:schemeClr val="dk1"/>
                </a:solidFill>
                <a:effectLst/>
                <a:uFillTx/>
                <a:latin typeface="ＭＳ Ｐゴシック"/>
                <a:ea typeface="ＭＳ Ｐゴシック"/>
              </a:rPr>
              <a:t>画像出典：岡崎優斗　”キーボード入力時の手形状検出と指先座標の推定”</a:t>
            </a:r>
            <a:endParaRPr lang="en-US" sz="2100" b="0" u="none" strike="noStrike" dirty="0">
              <a:solidFill>
                <a:srgbClr val="000000"/>
              </a:solidFill>
              <a:effectLst/>
              <a:uFillTx/>
              <a:latin typeface="Arial"/>
            </a:endParaRPr>
          </a:p>
          <a:p>
            <a:r>
              <a:rPr lang="en-US" sz="2100" b="0" u="none" strike="noStrike" dirty="0">
                <a:solidFill>
                  <a:schemeClr val="dk1"/>
                </a:solidFill>
                <a:effectLst/>
                <a:uFillTx/>
                <a:latin typeface="ＭＳ Ｐゴシック"/>
                <a:ea typeface="ＭＳ Ｐゴシック"/>
              </a:rPr>
              <a:t>	</a:t>
            </a:r>
            <a:r>
              <a:rPr lang="ja-JP" sz="2100" b="0" u="none" strike="noStrike" dirty="0">
                <a:solidFill>
                  <a:schemeClr val="dk1"/>
                </a:solidFill>
                <a:effectLst/>
                <a:uFillTx/>
                <a:latin typeface="ＭＳ Ｐゴシック"/>
                <a:ea typeface="ＭＳ Ｐゴシック"/>
              </a:rPr>
              <a:t>　鈴鹿工業高等専門学校卒業研究論文　</a:t>
            </a:r>
            <a:r>
              <a:rPr lang="en-US" sz="2100" b="0" u="none" strike="noStrike" dirty="0">
                <a:solidFill>
                  <a:schemeClr val="dk1"/>
                </a:solidFill>
                <a:effectLst/>
                <a:uFillTx/>
                <a:latin typeface="ＭＳ Ｐゴシック"/>
                <a:ea typeface="ＭＳ Ｐゴシック"/>
              </a:rPr>
              <a:t>2024 </a:t>
            </a:r>
            <a:r>
              <a:rPr lang="ja-JP" sz="2100" b="0" u="none" strike="noStrike" dirty="0">
                <a:solidFill>
                  <a:schemeClr val="dk1"/>
                </a:solidFill>
                <a:effectLst/>
                <a:uFillTx/>
                <a:latin typeface="ＭＳ Ｐゴシック"/>
                <a:ea typeface="ＭＳ Ｐゴシック"/>
              </a:rPr>
              <a:t>年度</a:t>
            </a:r>
            <a:endParaRPr lang="en-US" sz="2100" b="0" u="none" strike="noStrike" dirty="0">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目的</a:t>
            </a:r>
            <a:endParaRPr lang="en-US" sz="4400" b="0" u="none" strike="noStrike">
              <a:solidFill>
                <a:schemeClr val="dk1"/>
              </a:solidFill>
              <a:effectLst/>
              <a:uFillTx/>
              <a:latin typeface="Aptos"/>
            </a:endParaRPr>
          </a:p>
        </p:txBody>
      </p:sp>
      <p:sp>
        <p:nvSpPr>
          <p:cNvPr id="74" name="PlaceHolder 2"/>
          <p:cNvSpPr>
            <a:spLocks noGrp="1"/>
          </p:cNvSpPr>
          <p:nvPr>
            <p:ph/>
          </p:nvPr>
        </p:nvSpPr>
        <p:spPr>
          <a:xfrm>
            <a:off x="838080" y="1825560"/>
            <a:ext cx="10515240" cy="4350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ja-JP" sz="3200" b="0" u="none" strike="noStrike">
                <a:solidFill>
                  <a:schemeClr val="dk1"/>
                </a:solidFill>
                <a:effectLst/>
                <a:uFillTx/>
                <a:latin typeface="ＭＳ Ｐゴシック"/>
                <a:ea typeface="ＭＳ Ｐゴシック"/>
              </a:rPr>
              <a:t>キーボードの各キーと手指の座標をリアルタイムで推定し、キーの打鍵時に正しい方法で入力されているかを判定するシステムを開発する。</a:t>
            </a:r>
            <a:endParaRPr lang="en-US" sz="3200" b="0" u="none" strike="noStrike">
              <a:solidFill>
                <a:schemeClr val="dk1"/>
              </a:solidFill>
              <a:effectLst/>
              <a:uFillTx/>
              <a:latin typeface="Aptos"/>
            </a:endParaRPr>
          </a:p>
          <a:p>
            <a:pPr indent="0" defTabSz="914400">
              <a:lnSpc>
                <a:spcPct val="90000"/>
              </a:lnSpc>
              <a:spcBef>
                <a:spcPts val="1001"/>
              </a:spcBef>
              <a:buNone/>
            </a:pPr>
            <a:endParaRPr lang="en-US" sz="3200" b="0" u="none" strike="noStrike">
              <a:solidFill>
                <a:schemeClr val="dk1"/>
              </a:solidFill>
              <a:effectLst/>
              <a:uFillTx/>
              <a:latin typeface="Aptos"/>
            </a:endParaRPr>
          </a:p>
          <a:p>
            <a:pPr marL="228600" indent="-228600" defTabSz="914400">
              <a:lnSpc>
                <a:spcPct val="90000"/>
              </a:lnSpc>
              <a:spcBef>
                <a:spcPts val="1001"/>
              </a:spcBef>
              <a:buClr>
                <a:srgbClr val="000000"/>
              </a:buClr>
              <a:buFont typeface="Arial"/>
              <a:buChar char="•"/>
            </a:pPr>
            <a:r>
              <a:rPr lang="ja-JP" sz="3200" b="0" u="none" strike="noStrike">
                <a:solidFill>
                  <a:schemeClr val="dk1"/>
                </a:solidFill>
                <a:effectLst/>
                <a:uFillTx/>
                <a:latin typeface="ＭＳ Ｐゴシック"/>
                <a:ea typeface="ＭＳ Ｐゴシック"/>
              </a:rPr>
              <a:t>両眼カメラによる三角測量を用いて座標推定の精度改善を図り、結果を評価する。</a:t>
            </a:r>
            <a:endParaRPr lang="en-US" sz="3200" b="0" u="none" strike="noStrike">
              <a:solidFill>
                <a:schemeClr val="dk1"/>
              </a:solidFill>
              <a:effectLst/>
              <a:uFillTx/>
              <a:latin typeface="Apto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概要</a:t>
            </a:r>
            <a:endParaRPr lang="en-US" sz="4400" b="0" u="none" strike="noStrike">
              <a:solidFill>
                <a:schemeClr val="dk1"/>
              </a:solidFill>
              <a:effectLst/>
              <a:uFillTx/>
              <a:latin typeface="Aptos"/>
            </a:endParaRPr>
          </a:p>
        </p:txBody>
      </p:sp>
      <p:sp>
        <p:nvSpPr>
          <p:cNvPr id="76" name="PlaceHolder 2"/>
          <p:cNvSpPr>
            <a:spLocks noGrp="1"/>
          </p:cNvSpPr>
          <p:nvPr>
            <p:ph/>
          </p:nvPr>
        </p:nvSpPr>
        <p:spPr>
          <a:xfrm>
            <a:off x="680764" y="3298222"/>
            <a:ext cx="10515240" cy="4350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US" sz="3200" b="0" u="none" strike="noStrike" dirty="0">
                <a:solidFill>
                  <a:schemeClr val="dk1"/>
                </a:solidFill>
                <a:effectLst/>
                <a:uFillTx/>
                <a:latin typeface="ＭＳ Ｐゴシック"/>
                <a:ea typeface="ＭＳ Ｐゴシック"/>
              </a:rPr>
              <a:t>①2</a:t>
            </a:r>
            <a:r>
              <a:rPr lang="ja-JP" sz="3200" b="0" u="none" strike="noStrike" dirty="0">
                <a:solidFill>
                  <a:schemeClr val="dk1"/>
                </a:solidFill>
                <a:effectLst/>
                <a:uFillTx/>
                <a:latin typeface="ＭＳ Ｐゴシック"/>
                <a:ea typeface="ＭＳ Ｐゴシック"/>
              </a:rPr>
              <a:t>台の</a:t>
            </a:r>
            <a:r>
              <a:rPr lang="en-US" sz="3200" b="0" u="none" strike="noStrike" dirty="0">
                <a:solidFill>
                  <a:schemeClr val="dk1"/>
                </a:solidFill>
                <a:effectLst/>
                <a:uFillTx/>
                <a:latin typeface="ＭＳ Ｐゴシック"/>
                <a:ea typeface="ＭＳ Ｐゴシック"/>
              </a:rPr>
              <a:t>Web</a:t>
            </a:r>
            <a:r>
              <a:rPr lang="ja-JP" sz="3200" b="0" u="none" strike="noStrike" dirty="0">
                <a:solidFill>
                  <a:schemeClr val="dk1"/>
                </a:solidFill>
                <a:effectLst/>
                <a:uFillTx/>
                <a:latin typeface="ＭＳ Ｐゴシック"/>
                <a:ea typeface="ＭＳ Ｐゴシック"/>
              </a:rPr>
              <a:t>カメラから映像を取得</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r>
              <a:rPr lang="en-US" sz="3200" b="0" u="none" strike="noStrike" dirty="0">
                <a:solidFill>
                  <a:schemeClr val="dk1"/>
                </a:solidFill>
                <a:effectLst/>
                <a:uFillTx/>
                <a:latin typeface="ＭＳ Ｐゴシック"/>
                <a:ea typeface="ＭＳ Ｐゴシック"/>
              </a:rPr>
              <a:t>②</a:t>
            </a:r>
            <a:r>
              <a:rPr lang="en-US" sz="3200" b="0" u="none" strike="noStrike" dirty="0" err="1">
                <a:solidFill>
                  <a:schemeClr val="dk1"/>
                </a:solidFill>
                <a:effectLst/>
                <a:uFillTx/>
                <a:latin typeface="ＭＳ Ｐゴシック"/>
                <a:ea typeface="ＭＳ Ｐゴシック"/>
              </a:rPr>
              <a:t>MediaPipe</a:t>
            </a:r>
            <a:r>
              <a:rPr lang="en-US" sz="3200" b="0" u="none" strike="noStrike" dirty="0">
                <a:solidFill>
                  <a:schemeClr val="dk1"/>
                </a:solidFill>
                <a:effectLst/>
                <a:uFillTx/>
                <a:latin typeface="ＭＳ Ｐゴシック"/>
                <a:ea typeface="ＭＳ Ｐゴシック"/>
              </a:rPr>
              <a:t> Hand </a:t>
            </a:r>
            <a:r>
              <a:rPr lang="en-US" sz="3200" b="0" u="none" strike="noStrike" dirty="0" err="1">
                <a:solidFill>
                  <a:schemeClr val="dk1"/>
                </a:solidFill>
                <a:effectLst/>
                <a:uFillTx/>
                <a:latin typeface="ＭＳ Ｐゴシック"/>
                <a:ea typeface="ＭＳ Ｐゴシック"/>
              </a:rPr>
              <a:t>Landmarker</a:t>
            </a:r>
            <a:r>
              <a:rPr lang="ja-JP" sz="3200" b="0" u="none" strike="noStrike" dirty="0">
                <a:solidFill>
                  <a:schemeClr val="dk1"/>
                </a:solidFill>
                <a:effectLst/>
                <a:uFillTx/>
                <a:latin typeface="ＭＳ Ｐゴシック"/>
                <a:ea typeface="ＭＳ Ｐゴシック"/>
              </a:rPr>
              <a:t>によりそれぞれの</a:t>
            </a:r>
            <a:r>
              <a:rPr lang="ja-JP" altLang="en-US" sz="3200" dirty="0">
                <a:solidFill>
                  <a:schemeClr val="dk1"/>
                </a:solidFill>
                <a:latin typeface="ＭＳ Ｐゴシック"/>
                <a:ea typeface="ＭＳ Ｐゴシック"/>
              </a:rPr>
              <a:t>二</a:t>
            </a:r>
            <a:r>
              <a:rPr lang="ja-JP" sz="3200" b="0" u="none" strike="noStrike" dirty="0">
                <a:solidFill>
                  <a:schemeClr val="dk1"/>
                </a:solidFill>
                <a:effectLst/>
                <a:uFillTx/>
                <a:latin typeface="ＭＳ Ｐゴシック"/>
                <a:ea typeface="ＭＳ Ｐゴシック"/>
              </a:rPr>
              <a:t>次元座標を</a:t>
            </a:r>
            <a:r>
              <a:rPr lang="ja-JP" altLang="en-US" sz="3200" dirty="0">
                <a:solidFill>
                  <a:schemeClr val="dk1"/>
                </a:solidFill>
                <a:latin typeface="ＭＳ Ｐゴシック"/>
                <a:ea typeface="ＭＳ Ｐゴシック"/>
              </a:rPr>
              <a:t>推定</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r>
              <a:rPr lang="en-US" sz="3200" b="0" u="none" strike="noStrike" dirty="0">
                <a:solidFill>
                  <a:schemeClr val="dk1"/>
                </a:solidFill>
                <a:effectLst/>
                <a:uFillTx/>
                <a:latin typeface="ＭＳ Ｐゴシック"/>
                <a:ea typeface="ＭＳ Ｐゴシック"/>
              </a:rPr>
              <a:t>③OpenCV</a:t>
            </a:r>
            <a:r>
              <a:rPr lang="ja-JP" sz="3200" b="0" u="none" strike="noStrike" dirty="0">
                <a:solidFill>
                  <a:schemeClr val="dk1"/>
                </a:solidFill>
                <a:effectLst/>
                <a:uFillTx/>
                <a:latin typeface="ＭＳ Ｐゴシック"/>
                <a:ea typeface="ＭＳ Ｐゴシック"/>
              </a:rPr>
              <a:t>の関数を用いて三角測量を行い</a:t>
            </a:r>
            <a:r>
              <a:rPr lang="ja-JP" altLang="en-US" sz="3200" b="0" u="none" strike="noStrike" dirty="0">
                <a:solidFill>
                  <a:schemeClr val="dk1"/>
                </a:solidFill>
                <a:effectLst/>
                <a:uFillTx/>
                <a:latin typeface="ＭＳ Ｐゴシック"/>
                <a:ea typeface="ＭＳ Ｐゴシック"/>
              </a:rPr>
              <a:t>三</a:t>
            </a:r>
            <a:r>
              <a:rPr lang="ja-JP" sz="3200" b="0" u="none" strike="noStrike" dirty="0">
                <a:solidFill>
                  <a:schemeClr val="dk1"/>
                </a:solidFill>
                <a:effectLst/>
                <a:uFillTx/>
                <a:latin typeface="ＭＳ Ｐゴシック"/>
                <a:ea typeface="ＭＳ Ｐゴシック"/>
              </a:rPr>
              <a:t>次元座標を推定する</a:t>
            </a:r>
            <a:endParaRPr lang="en-US" sz="3200" b="0" u="none" strike="noStrike" dirty="0">
              <a:solidFill>
                <a:schemeClr val="dk1"/>
              </a:solidFill>
              <a:effectLst/>
              <a:uFillTx/>
              <a:latin typeface="Aptos"/>
            </a:endParaRPr>
          </a:p>
        </p:txBody>
      </p:sp>
      <p:pic>
        <p:nvPicPr>
          <p:cNvPr id="17" name="図 16" descr="ダイアグラム&#10;&#10;AI 生成コンテンツは誤りを含む可能性があります。">
            <a:extLst>
              <a:ext uri="{FF2B5EF4-FFF2-40B4-BE49-F238E27FC236}">
                <a16:creationId xmlns:a16="http://schemas.microsoft.com/office/drawing/2014/main" id="{B2BC3D40-CB75-F1BE-D48B-FE5F767D5E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3597" y="769953"/>
            <a:ext cx="4786091" cy="2241325"/>
          </a:xfrm>
          <a:prstGeom prst="rect">
            <a:avLst/>
          </a:prstGeom>
        </p:spPr>
      </p:pic>
      <p:sp>
        <p:nvSpPr>
          <p:cNvPr id="18" name="正方形/長方形 17">
            <a:extLst>
              <a:ext uri="{FF2B5EF4-FFF2-40B4-BE49-F238E27FC236}">
                <a16:creationId xmlns:a16="http://schemas.microsoft.com/office/drawing/2014/main" id="{4E92B2B0-665F-80F4-CEC3-9C808EEDD686}"/>
              </a:ext>
            </a:extLst>
          </p:cNvPr>
          <p:cNvSpPr/>
          <p:nvPr/>
        </p:nvSpPr>
        <p:spPr>
          <a:xfrm>
            <a:off x="3353597" y="670725"/>
            <a:ext cx="4964605" cy="2439779"/>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824760" y="2948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dirty="0">
                <a:solidFill>
                  <a:schemeClr val="dk1"/>
                </a:solidFill>
                <a:effectLst/>
                <a:uFillTx/>
                <a:latin typeface="ＭＳ Ｐゴシック"/>
                <a:ea typeface="ＭＳ Ｐゴシック"/>
              </a:rPr>
              <a:t>三角測量について</a:t>
            </a:r>
            <a:endParaRPr lang="en-US" sz="4400" b="0" u="none" strike="noStrike" dirty="0">
              <a:solidFill>
                <a:schemeClr val="dk1"/>
              </a:solidFill>
              <a:effectLst/>
              <a:uFillTx/>
              <a:latin typeface="Aptos"/>
            </a:endParaRPr>
          </a:p>
        </p:txBody>
      </p:sp>
      <p:sp>
        <p:nvSpPr>
          <p:cNvPr id="78" name="PlaceHolder 2"/>
          <p:cNvSpPr>
            <a:spLocks noGrp="1"/>
          </p:cNvSpPr>
          <p:nvPr>
            <p:ph/>
          </p:nvPr>
        </p:nvSpPr>
        <p:spPr>
          <a:xfrm>
            <a:off x="900000" y="1825560"/>
            <a:ext cx="10515240" cy="4350960"/>
          </a:xfrm>
          <a:prstGeom prst="rect">
            <a:avLst/>
          </a:prstGeom>
          <a:noFill/>
          <a:ln w="0">
            <a:noFill/>
          </a:ln>
        </p:spPr>
        <p:txBody>
          <a:bodyPr lIns="91440" tIns="45720" rIns="91440" bIns="45720" anchor="t">
            <a:noAutofit/>
          </a:bodyPr>
          <a:lstStyle/>
          <a:p>
            <a:pPr marL="228600" indent="-228600" defTabSz="914400">
              <a:lnSpc>
                <a:spcPct val="90000"/>
              </a:lnSpc>
              <a:spcBef>
                <a:spcPts val="1191"/>
              </a:spcBef>
              <a:spcAft>
                <a:spcPts val="992"/>
              </a:spcAft>
              <a:buClr>
                <a:srgbClr val="000000"/>
              </a:buClr>
              <a:buFont typeface="Arial"/>
              <a:buChar char="•"/>
            </a:pPr>
            <a:r>
              <a:rPr lang="en-US" sz="2800" b="0" u="none" strike="noStrike" dirty="0">
                <a:solidFill>
                  <a:schemeClr val="dk1"/>
                </a:solidFill>
                <a:effectLst/>
                <a:uFillTx/>
                <a:latin typeface="ＭＳ Ｐゴシック"/>
                <a:ea typeface="ＭＳ Ｐゴシック"/>
              </a:rPr>
              <a:t>OpenCV</a:t>
            </a:r>
            <a:r>
              <a:rPr lang="ja-JP" sz="2800" b="0" u="none" strike="noStrike" dirty="0">
                <a:solidFill>
                  <a:schemeClr val="dk1"/>
                </a:solidFill>
                <a:effectLst/>
                <a:uFillTx/>
                <a:latin typeface="ＭＳ Ｐゴシック"/>
                <a:ea typeface="ＭＳ Ｐゴシック"/>
              </a:rPr>
              <a:t>の関数である</a:t>
            </a:r>
            <a:r>
              <a:rPr lang="en-US" sz="2800" b="0" u="none" strike="noStrike" dirty="0" err="1">
                <a:solidFill>
                  <a:schemeClr val="dk1"/>
                </a:solidFill>
                <a:effectLst/>
                <a:uFillTx/>
                <a:latin typeface="ＭＳ Ｐゴシック"/>
                <a:ea typeface="ＭＳ Ｐゴシック"/>
              </a:rPr>
              <a:t>triangulatePoints</a:t>
            </a:r>
            <a:r>
              <a:rPr lang="en-US" sz="2800" b="0" u="none" strike="noStrike" dirty="0">
                <a:solidFill>
                  <a:schemeClr val="dk1"/>
                </a:solidFill>
                <a:effectLst/>
                <a:uFillTx/>
                <a:latin typeface="ＭＳ Ｐゴシック"/>
                <a:ea typeface="ＭＳ Ｐゴシック"/>
              </a:rPr>
              <a:t>()</a:t>
            </a:r>
            <a:r>
              <a:rPr lang="ja-JP" altLang="en-US" sz="2800" dirty="0">
                <a:solidFill>
                  <a:schemeClr val="dk1"/>
                </a:solidFill>
                <a:latin typeface="ＭＳ Ｐゴシック"/>
                <a:ea typeface="ＭＳ Ｐゴシック"/>
              </a:rPr>
              <a:t>により</a:t>
            </a:r>
            <a:endParaRPr lang="en-US" sz="2800" b="1" u="none" strike="noStrike" dirty="0">
              <a:solidFill>
                <a:schemeClr val="dk1"/>
              </a:solidFill>
              <a:effectLst/>
              <a:uFillTx/>
              <a:latin typeface="Aptos"/>
            </a:endParaRPr>
          </a:p>
          <a:p>
            <a:pPr marL="228600" indent="0" defTabSz="914400">
              <a:lnSpc>
                <a:spcPct val="90000"/>
              </a:lnSpc>
              <a:spcBef>
                <a:spcPts val="1191"/>
              </a:spcBef>
              <a:spcAft>
                <a:spcPts val="992"/>
              </a:spcAft>
              <a:buNone/>
            </a:pPr>
            <a:r>
              <a:rPr lang="ja-JP" sz="2800" b="0" u="none" strike="noStrike" dirty="0">
                <a:solidFill>
                  <a:schemeClr val="dk1"/>
                </a:solidFill>
                <a:effectLst/>
                <a:uFillTx/>
                <a:latin typeface="ＭＳ Ｐゴシック"/>
                <a:ea typeface="ＭＳ Ｐゴシック"/>
              </a:rPr>
              <a:t>以下のような方程式を解き</a:t>
            </a:r>
            <a:r>
              <a:rPr lang="ja-JP" altLang="en-US" sz="2800" dirty="0">
                <a:solidFill>
                  <a:schemeClr val="dk1"/>
                </a:solidFill>
                <a:latin typeface="ＭＳ Ｐゴシック"/>
                <a:ea typeface="ＭＳ Ｐゴシック"/>
              </a:rPr>
              <a:t>三</a:t>
            </a:r>
            <a:r>
              <a:rPr lang="ja-JP" sz="2800" b="0" u="none" strike="noStrike" dirty="0">
                <a:solidFill>
                  <a:schemeClr val="dk1"/>
                </a:solidFill>
                <a:effectLst/>
                <a:uFillTx/>
                <a:latin typeface="ＭＳ Ｐゴシック"/>
                <a:ea typeface="ＭＳ Ｐゴシック"/>
              </a:rPr>
              <a:t>次元座標を推定している。</a:t>
            </a:r>
            <a:endParaRPr lang="en-US" sz="2800" b="1" u="none" strike="noStrike" dirty="0">
              <a:solidFill>
                <a:schemeClr val="dk1"/>
              </a:solidFill>
              <a:effectLst/>
              <a:uFillTx/>
              <a:latin typeface="Aptos"/>
            </a:endParaRPr>
          </a:p>
          <a:p>
            <a:pPr marL="228600" indent="0" defTabSz="914400">
              <a:lnSpc>
                <a:spcPct val="90000"/>
              </a:lnSpc>
              <a:spcBef>
                <a:spcPts val="1191"/>
              </a:spcBef>
              <a:spcAft>
                <a:spcPts val="992"/>
              </a:spcAft>
              <a:buNone/>
            </a:pPr>
            <a:endParaRPr lang="en-US" sz="2800" b="0" u="none" strike="noStrike" dirty="0">
              <a:solidFill>
                <a:schemeClr val="dk1"/>
              </a:solidFill>
              <a:effectLst/>
              <a:uFillTx/>
              <a:latin typeface="Aptos"/>
            </a:endParaRPr>
          </a:p>
        </p:txBody>
      </p:sp>
      <mc:AlternateContent xmlns:mc="http://schemas.openxmlformats.org/markup-compatibility/2006" xmlns:a14="http://schemas.microsoft.com/office/drawing/2010/main">
        <mc:Choice Requires="a14">
          <p:sp>
            <p:nvSpPr>
              <p:cNvPr id="79" name="テキスト ボックス 78"/>
              <p:cNvSpPr txBox="1"/>
              <p:nvPr/>
            </p:nvSpPr>
            <p:spPr>
              <a:xfrm>
                <a:off x="5515560" y="3147840"/>
                <a:ext cx="1269720" cy="219960"/>
              </a:xfrm>
              <a:prstGeom prst="rect">
                <a:avLst/>
              </a:prstGeom>
            </p:spPr>
            <p:txBody>
              <a:bodyPr/>
              <a:lstStyle/>
              <a:p>
                <a:endParaRPr/>
              </a:p>
            </p:txBody>
          </p:sp>
        </mc:Choice>
        <mc:Fallback xmlns:p15="http://schemas.microsoft.com/office/powerpoint/2012/main" xmlns:p14="http://schemas.microsoft.com/office/powerpoint/2010/main" xmlns="">
          <p:sp>
            <p:nvSpPr>
              <p:cNvPr id="79" name=""/>
              <p:cNvSpPr txBox="1"/>
              <p:nvPr/>
            </p:nvSpPr>
            <p:spPr>
              <a:xfrm>
                <a:off x="5515560" y="3147840"/>
                <a:ext cx="1269720" cy="219960"/>
              </a:xfrm>
              <a:prstGeom prst="rect">
                <a:avLst/>
              </a:prstGeom>
              <a:blipFill>
                <a:blip r:embed="rId2"/>
                <a:stretch>
                  <a:fillRect/>
                </a:stretch>
              </a:blipFill>
            </p:spPr>
          </p:sp>
        </mc:Fallback>
      </mc:AlternateContent>
      <mc:AlternateContent xmlns:mc="http://schemas.openxmlformats.org/markup-compatibility/2006">
        <mc:Choice xmlns:a14="http://schemas.microsoft.com/office/drawing/2010/main" Requires="a14">
          <p:sp>
            <p:nvSpPr>
              <p:cNvPr id="80" name="テキスト ボックス 79"/>
              <p:cNvSpPr txBox="1"/>
              <p:nvPr/>
            </p:nvSpPr>
            <p:spPr>
              <a:xfrm>
                <a:off x="732960" y="3145500"/>
                <a:ext cx="4949640" cy="898920"/>
              </a:xfrm>
              <a:prstGeom prst="rect">
                <a:avLst/>
              </a:prstGeom>
            </p:spPr>
            <p:txBody>
              <a:bodyPr/>
              <a:lstStyle/>
              <a:p>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𝑥</m:t>
                      </m:r>
                      <m:r>
                        <a:rPr lang="en-US" sz="3600" b="0" i="1" smtClean="0">
                          <a:latin typeface="Cambria Math" panose="02040503050406030204" pitchFamily="18" charset="0"/>
                        </a:rPr>
                        <m:t>=</m:t>
                      </m:r>
                      <m:sSub>
                        <m:sSubPr>
                          <m:ctrlPr>
                            <a:rPr lang="en-US" altLang="ja-JP" sz="3600" b="0" i="1" smtClean="0">
                              <a:latin typeface="Cambria Math" panose="02040503050406030204" pitchFamily="18" charset="0"/>
                            </a:rPr>
                          </m:ctrlPr>
                        </m:sSubPr>
                        <m:e>
                          <m:r>
                            <a:rPr lang="en-US" altLang="ja-JP" sz="3600" b="0" i="1" smtClean="0">
                              <a:latin typeface="Cambria Math" panose="02040503050406030204" pitchFamily="18" charset="0"/>
                            </a:rPr>
                            <m:t>𝑃</m:t>
                          </m:r>
                        </m:e>
                        <m:sub>
                          <m:r>
                            <a:rPr lang="en-US" altLang="ja-JP" sz="3600" b="0" i="1" smtClean="0">
                              <a:latin typeface="Cambria Math" panose="02040503050406030204" pitchFamily="18" charset="0"/>
                            </a:rPr>
                            <m:t>1</m:t>
                          </m:r>
                        </m:sub>
                      </m:sSub>
                      <m:r>
                        <a:rPr lang="en-US" altLang="ja-JP" sz="3600" b="0" i="1" smtClean="0">
                          <a:latin typeface="Cambria Math" panose="02040503050406030204" pitchFamily="18" charset="0"/>
                        </a:rPr>
                        <m:t>𝑋</m:t>
                      </m:r>
                      <m:r>
                        <a:rPr lang="en-US" altLang="ja-JP" sz="3600" b="0" i="1" smtClean="0">
                          <a:latin typeface="Cambria Math" panose="02040503050406030204" pitchFamily="18" charset="0"/>
                        </a:rPr>
                        <m:t> , </m:t>
                      </m:r>
                      <m:sSup>
                        <m:sSupPr>
                          <m:ctrlPr>
                            <a:rPr lang="en-US" altLang="ja-JP" sz="3600" b="0" i="1" smtClean="0">
                              <a:latin typeface="Cambria Math" panose="02040503050406030204" pitchFamily="18" charset="0"/>
                            </a:rPr>
                          </m:ctrlPr>
                        </m:sSupPr>
                        <m:e>
                          <m:r>
                            <a:rPr lang="en-US" altLang="ja-JP" sz="3600" b="0" i="1" smtClean="0">
                              <a:latin typeface="Cambria Math" panose="02040503050406030204" pitchFamily="18" charset="0"/>
                            </a:rPr>
                            <m:t>𝑥</m:t>
                          </m:r>
                        </m:e>
                        <m:sup>
                          <m:r>
                            <a:rPr lang="en-US" altLang="ja-JP" sz="3600" b="0" i="1" smtClean="0">
                              <a:latin typeface="Cambria Math" panose="02040503050406030204" pitchFamily="18" charset="0"/>
                            </a:rPr>
                            <m:t>′</m:t>
                          </m:r>
                        </m:sup>
                      </m:sSup>
                      <m:r>
                        <a:rPr lang="en-US" altLang="ja-JP" sz="3600" b="0" i="1" smtClean="0">
                          <a:latin typeface="Cambria Math" panose="02040503050406030204" pitchFamily="18" charset="0"/>
                        </a:rPr>
                        <m:t>=</m:t>
                      </m:r>
                      <m:sSub>
                        <m:sSubPr>
                          <m:ctrlPr>
                            <a:rPr lang="en-US" altLang="ja-JP" sz="3600" b="0" i="1" smtClean="0">
                              <a:latin typeface="Cambria Math" panose="02040503050406030204" pitchFamily="18" charset="0"/>
                            </a:rPr>
                          </m:ctrlPr>
                        </m:sSubPr>
                        <m:e>
                          <m:r>
                            <a:rPr lang="en-US" altLang="ja-JP" sz="3600" b="0" i="1" smtClean="0">
                              <a:latin typeface="Cambria Math" panose="02040503050406030204" pitchFamily="18" charset="0"/>
                            </a:rPr>
                            <m:t>𝑃</m:t>
                          </m:r>
                        </m:e>
                        <m:sub>
                          <m:r>
                            <a:rPr lang="en-US" altLang="ja-JP" sz="3600" b="0" i="1" smtClean="0">
                              <a:latin typeface="Cambria Math" panose="02040503050406030204" pitchFamily="18" charset="0"/>
                            </a:rPr>
                            <m:t>2</m:t>
                          </m:r>
                        </m:sub>
                      </m:sSub>
                      <m:r>
                        <a:rPr lang="en-US" altLang="ja-JP" sz="3600" b="0" i="1" smtClean="0">
                          <a:latin typeface="Cambria Math" panose="02040503050406030204" pitchFamily="18" charset="0"/>
                        </a:rPr>
                        <m:t>𝑋</m:t>
                      </m:r>
                    </m:oMath>
                  </m:oMathPara>
                </a14:m>
                <a:endParaRPr sz="3600" dirty="0"/>
              </a:p>
            </p:txBody>
          </p:sp>
        </mc:Choice>
        <mc:Fallback>
          <p:sp>
            <p:nvSpPr>
              <p:cNvPr id="80" name="テキスト ボックス 79"/>
              <p:cNvSpPr txBox="1">
                <a:spLocks noRot="1" noChangeAspect="1" noMove="1" noResize="1" noEditPoints="1" noAdjustHandles="1" noChangeArrowheads="1" noChangeShapeType="1" noTextEdit="1"/>
              </p:cNvSpPr>
              <p:nvPr/>
            </p:nvSpPr>
            <p:spPr>
              <a:xfrm>
                <a:off x="732960" y="3145500"/>
                <a:ext cx="4949640" cy="898920"/>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84" name="テキスト ボックス 83"/>
              <p:cNvSpPr txBox="1"/>
              <p:nvPr/>
            </p:nvSpPr>
            <p:spPr>
              <a:xfrm>
                <a:off x="1193779" y="4213753"/>
                <a:ext cx="7365240" cy="952653"/>
              </a:xfrm>
              <a:prstGeom prst="rect">
                <a:avLst/>
              </a:prstGeom>
              <a:noFill/>
              <a:ln w="0">
                <a:noFill/>
              </a:ln>
            </p:spPr>
            <p:txBody>
              <a:bodyPr lIns="90000" tIns="45000" rIns="90000" bIns="45000" anchor="t">
                <a:spAutoFit/>
              </a:bodyPr>
              <a:lstStyle/>
              <a:p>
                <a:pPr>
                  <a:lnSpc>
                    <a:spcPct val="100000"/>
                  </a:lnSpc>
                </a:pPr>
                <a14:m>
                  <m:oMath xmlns:m="http://schemas.openxmlformats.org/officeDocument/2006/math">
                    <m:r>
                      <a:rPr lang="en-US" altLang="ja-JP" sz="2800" b="0" i="1" u="none" strike="noStrike" smtClean="0">
                        <a:solidFill>
                          <a:schemeClr val="dk1"/>
                        </a:solidFill>
                        <a:effectLst/>
                        <a:uFillTx/>
                        <a:latin typeface="Cambria Math" panose="02040503050406030204" pitchFamily="18" charset="0"/>
                        <a:ea typeface="ＭＳ Ｐゴシック"/>
                      </a:rPr>
                      <m:t>𝑥</m:t>
                    </m:r>
                    <m:r>
                      <a:rPr lang="en-US" altLang="ja-JP" sz="2800" b="0" i="1" u="none" strike="noStrike" smtClean="0">
                        <a:solidFill>
                          <a:schemeClr val="dk1"/>
                        </a:solidFill>
                        <a:effectLst/>
                        <a:uFillTx/>
                        <a:latin typeface="Cambria Math" panose="02040503050406030204" pitchFamily="18" charset="0"/>
                        <a:ea typeface="ＭＳ Ｐゴシック"/>
                      </a:rPr>
                      <m:t>,</m:t>
                    </m:r>
                    <m:sSup>
                      <m:sSupPr>
                        <m:ctrlPr>
                          <a:rPr lang="en-US" altLang="ja-JP" sz="2800" b="0" i="1" u="none" strike="noStrike" smtClean="0">
                            <a:solidFill>
                              <a:schemeClr val="dk1"/>
                            </a:solidFill>
                            <a:effectLst/>
                            <a:uFillTx/>
                            <a:latin typeface="Cambria Math" panose="02040503050406030204" pitchFamily="18" charset="0"/>
                            <a:ea typeface="ＭＳ Ｐゴシック"/>
                          </a:rPr>
                        </m:ctrlPr>
                      </m:sSupPr>
                      <m:e>
                        <m:r>
                          <a:rPr lang="en-US" altLang="ja-JP" sz="2800" b="0" i="1" u="none" strike="noStrike" smtClean="0">
                            <a:solidFill>
                              <a:schemeClr val="dk1"/>
                            </a:solidFill>
                            <a:effectLst/>
                            <a:uFillTx/>
                            <a:latin typeface="Cambria Math" panose="02040503050406030204" pitchFamily="18" charset="0"/>
                            <a:ea typeface="ＭＳ Ｐゴシック"/>
                          </a:rPr>
                          <m:t>𝑥</m:t>
                        </m:r>
                      </m:e>
                      <m:sup>
                        <m:r>
                          <a:rPr lang="en-US" altLang="ja-JP" sz="2800" b="0" i="1" u="none" strike="noStrike" smtClean="0">
                            <a:solidFill>
                              <a:schemeClr val="dk1"/>
                            </a:solidFill>
                            <a:effectLst/>
                            <a:uFillTx/>
                            <a:latin typeface="Cambria Math" panose="02040503050406030204" pitchFamily="18" charset="0"/>
                            <a:ea typeface="ＭＳ Ｐゴシック"/>
                          </a:rPr>
                          <m:t>′</m:t>
                        </m:r>
                      </m:sup>
                    </m:sSup>
                    <m:r>
                      <a:rPr lang="en-US" altLang="ja-JP" sz="2800" b="0" i="1" u="none" strike="noStrike" smtClean="0">
                        <a:solidFill>
                          <a:schemeClr val="dk1"/>
                        </a:solidFill>
                        <a:effectLst/>
                        <a:uFillTx/>
                        <a:latin typeface="Cambria Math" panose="02040503050406030204" pitchFamily="18" charset="0"/>
                        <a:ea typeface="ＭＳ Ｐゴシック"/>
                      </a:rPr>
                      <m:t>: </m:t>
                    </m:r>
                  </m:oMath>
                </a14:m>
                <a:r>
                  <a:rPr lang="ja-JP" sz="2800" b="0" u="none" strike="noStrike" dirty="0">
                    <a:solidFill>
                      <a:schemeClr val="dk1"/>
                    </a:solidFill>
                    <a:effectLst/>
                    <a:uFillTx/>
                    <a:latin typeface="ＭＳ Ｐゴシック"/>
                    <a:ea typeface="ＭＳ Ｐゴシック"/>
                  </a:rPr>
                  <a:t>映像上の対応した</a:t>
                </a:r>
                <a:r>
                  <a:rPr lang="ja-JP" altLang="en-US" sz="2800" dirty="0">
                    <a:solidFill>
                      <a:schemeClr val="dk1"/>
                    </a:solidFill>
                    <a:latin typeface="ＭＳ Ｐゴシック"/>
                    <a:ea typeface="ＭＳ Ｐゴシック"/>
                  </a:rPr>
                  <a:t>二</a:t>
                </a:r>
                <a:r>
                  <a:rPr lang="ja-JP" sz="2800" b="0" u="none" strike="noStrike" dirty="0">
                    <a:solidFill>
                      <a:schemeClr val="dk1"/>
                    </a:solidFill>
                    <a:effectLst/>
                    <a:uFillTx/>
                    <a:latin typeface="ＭＳ Ｐゴシック"/>
                    <a:ea typeface="ＭＳ Ｐゴシック"/>
                  </a:rPr>
                  <a:t>次元座標</a:t>
                </a:r>
                <a:endParaRPr lang="en-US" sz="2800" b="0" u="none" strike="noStrike" dirty="0">
                  <a:solidFill>
                    <a:srgbClr val="000000"/>
                  </a:solidFill>
                  <a:effectLst/>
                  <a:uFillTx/>
                  <a:latin typeface="Arial"/>
                </a:endParaRPr>
              </a:p>
              <a:p>
                <a:endParaRPr lang="en-US" sz="2800" b="0" u="none" strike="noStrike" dirty="0">
                  <a:solidFill>
                    <a:srgbClr val="000000"/>
                  </a:solidFill>
                  <a:effectLst/>
                  <a:uFillTx/>
                  <a:latin typeface="Arial"/>
                </a:endParaRPr>
              </a:p>
            </p:txBody>
          </p:sp>
        </mc:Choice>
        <mc:Fallback>
          <p:sp>
            <p:nvSpPr>
              <p:cNvPr id="84" name="テキスト ボックス 83"/>
              <p:cNvSpPr txBox="1">
                <a:spLocks noRot="1" noChangeAspect="1" noMove="1" noResize="1" noEditPoints="1" noAdjustHandles="1" noChangeArrowheads="1" noChangeShapeType="1" noTextEdit="1"/>
              </p:cNvSpPr>
              <p:nvPr/>
            </p:nvSpPr>
            <p:spPr>
              <a:xfrm>
                <a:off x="1193779" y="4213753"/>
                <a:ext cx="7365240" cy="952653"/>
              </a:xfrm>
              <a:prstGeom prst="rect">
                <a:avLst/>
              </a:prstGeom>
              <a:blipFill>
                <a:blip r:embed="rId4"/>
                <a:stretch>
                  <a:fillRect t="-8280"/>
                </a:stretch>
              </a:blipFill>
              <a:ln w="0">
                <a:noFill/>
              </a:ln>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85" name="テキスト ボックス 84"/>
              <p:cNvSpPr txBox="1"/>
              <p:nvPr/>
            </p:nvSpPr>
            <p:spPr>
              <a:xfrm>
                <a:off x="1193779" y="4920650"/>
                <a:ext cx="7365240" cy="952653"/>
              </a:xfrm>
              <a:prstGeom prst="rect">
                <a:avLst/>
              </a:prstGeom>
              <a:noFill/>
              <a:ln w="0">
                <a:noFill/>
              </a:ln>
            </p:spPr>
            <p:txBody>
              <a:bodyPr lIns="90000" tIns="45000" rIns="90000" bIns="45000" anchor="t">
                <a:spAutoFit/>
              </a:bodyPr>
              <a:lstStyle/>
              <a:p>
                <a:pPr>
                  <a:lnSpc>
                    <a:spcPct val="100000"/>
                  </a:lnSpc>
                </a:pPr>
                <a14:m>
                  <m:oMath xmlns:m="http://schemas.openxmlformats.org/officeDocument/2006/math">
                    <m:r>
                      <a:rPr lang="en-US" sz="2800" b="0" i="1" u="none" strike="noStrike" smtClean="0">
                        <a:solidFill>
                          <a:schemeClr val="dk1"/>
                        </a:solidFill>
                        <a:effectLst/>
                        <a:uFillTx/>
                        <a:latin typeface="Cambria Math" panose="02040503050406030204" pitchFamily="18" charset="0"/>
                        <a:ea typeface="ＭＳ Ｐゴシック"/>
                      </a:rPr>
                      <m:t>𝑋</m:t>
                    </m:r>
                    <m:r>
                      <a:rPr lang="en-US" sz="2800" b="0" i="1" u="none" strike="noStrike" smtClean="0">
                        <a:solidFill>
                          <a:schemeClr val="dk1"/>
                        </a:solidFill>
                        <a:effectLst/>
                        <a:uFillTx/>
                        <a:latin typeface="Cambria Math" panose="02040503050406030204" pitchFamily="18" charset="0"/>
                        <a:ea typeface="ＭＳ Ｐゴシック"/>
                      </a:rPr>
                      <m:t> : </m:t>
                    </m:r>
                    <m:r>
                      <a:rPr lang="ja-JP" altLang="en-US" sz="2800" i="1">
                        <a:solidFill>
                          <a:schemeClr val="dk1"/>
                        </a:solidFill>
                        <a:latin typeface="Cambria Math" panose="02040503050406030204" pitchFamily="18" charset="0"/>
                        <a:ea typeface="ＭＳ Ｐゴシック"/>
                      </a:rPr>
                      <m:t>三</m:t>
                    </m:r>
                  </m:oMath>
                </a14:m>
                <a:r>
                  <a:rPr lang="ja-JP" sz="2800" b="0" u="none" strike="noStrike" dirty="0">
                    <a:solidFill>
                      <a:schemeClr val="dk1"/>
                    </a:solidFill>
                    <a:effectLst/>
                    <a:uFillTx/>
                    <a:latin typeface="ＭＳ Ｐゴシック"/>
                    <a:ea typeface="ＭＳ Ｐゴシック"/>
                  </a:rPr>
                  <a:t>次元座標</a:t>
                </a:r>
                <a:endParaRPr lang="en-US" sz="2800" b="0" u="none" strike="noStrike" dirty="0">
                  <a:solidFill>
                    <a:srgbClr val="000000"/>
                  </a:solidFill>
                  <a:effectLst/>
                  <a:uFillTx/>
                  <a:latin typeface="Arial"/>
                </a:endParaRPr>
              </a:p>
              <a:p>
                <a:endParaRPr lang="en-US" sz="2800" b="0" u="none" strike="noStrike" dirty="0">
                  <a:solidFill>
                    <a:srgbClr val="000000"/>
                  </a:solidFill>
                  <a:effectLst/>
                  <a:uFillTx/>
                  <a:latin typeface="Arial"/>
                </a:endParaRPr>
              </a:p>
            </p:txBody>
          </p:sp>
        </mc:Choice>
        <mc:Fallback>
          <p:sp>
            <p:nvSpPr>
              <p:cNvPr id="85" name="テキスト ボックス 84"/>
              <p:cNvSpPr txBox="1">
                <a:spLocks noRot="1" noChangeAspect="1" noMove="1" noResize="1" noEditPoints="1" noAdjustHandles="1" noChangeArrowheads="1" noChangeShapeType="1" noTextEdit="1"/>
              </p:cNvSpPr>
              <p:nvPr/>
            </p:nvSpPr>
            <p:spPr>
              <a:xfrm>
                <a:off x="1193779" y="4920650"/>
                <a:ext cx="7365240" cy="952653"/>
              </a:xfrm>
              <a:prstGeom prst="rect">
                <a:avLst/>
              </a:prstGeom>
              <a:blipFill>
                <a:blip r:embed="rId5"/>
                <a:stretch>
                  <a:fillRect t="-8333"/>
                </a:stretch>
              </a:blipFill>
              <a:ln w="0">
                <a:noFill/>
              </a:ln>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86" name="テキスト ボックス 85"/>
              <p:cNvSpPr txBox="1"/>
              <p:nvPr/>
            </p:nvSpPr>
            <p:spPr>
              <a:xfrm>
                <a:off x="1193779" y="5661982"/>
                <a:ext cx="7365240" cy="952653"/>
              </a:xfrm>
              <a:prstGeom prst="rect">
                <a:avLst/>
              </a:prstGeom>
              <a:noFill/>
              <a:ln w="0">
                <a:noFill/>
              </a:ln>
            </p:spPr>
            <p:txBody>
              <a:bodyPr lIns="90000" tIns="45000" rIns="90000" bIns="45000" anchor="t">
                <a:spAutoFit/>
              </a:bodyPr>
              <a:lstStyle/>
              <a:p>
                <a:pPr>
                  <a:lnSpc>
                    <a:spcPct val="100000"/>
                  </a:lnSpc>
                </a:pPr>
                <a14:m>
                  <m:oMath xmlns:m="http://schemas.openxmlformats.org/officeDocument/2006/math">
                    <m:sSub>
                      <m:sSubPr>
                        <m:ctrlPr>
                          <a:rPr lang="en-US" altLang="ja-JP" sz="2800" b="0" i="1" u="none" strike="noStrike" smtClean="0">
                            <a:solidFill>
                              <a:schemeClr val="dk1"/>
                            </a:solidFill>
                            <a:effectLst/>
                            <a:uFillTx/>
                            <a:latin typeface="Cambria Math" panose="02040503050406030204" pitchFamily="18" charset="0"/>
                            <a:ea typeface="ＭＳ Ｐゴシック"/>
                          </a:rPr>
                        </m:ctrlPr>
                      </m:sSubPr>
                      <m:e>
                        <m:r>
                          <a:rPr lang="en-US" altLang="ja-JP" sz="2800" b="0" i="1" u="none" strike="noStrike" smtClean="0">
                            <a:solidFill>
                              <a:schemeClr val="dk1"/>
                            </a:solidFill>
                            <a:effectLst/>
                            <a:uFillTx/>
                            <a:latin typeface="Cambria Math" panose="02040503050406030204" pitchFamily="18" charset="0"/>
                            <a:ea typeface="ＭＳ Ｐゴシック"/>
                          </a:rPr>
                          <m:t>𝑃</m:t>
                        </m:r>
                      </m:e>
                      <m:sub>
                        <m:r>
                          <a:rPr lang="en-US" altLang="ja-JP" sz="2800" b="0" i="1" u="none" strike="noStrike" smtClean="0">
                            <a:solidFill>
                              <a:schemeClr val="dk1"/>
                            </a:solidFill>
                            <a:effectLst/>
                            <a:uFillTx/>
                            <a:latin typeface="Cambria Math" panose="02040503050406030204" pitchFamily="18" charset="0"/>
                            <a:ea typeface="ＭＳ Ｐゴシック"/>
                          </a:rPr>
                          <m:t>1</m:t>
                        </m:r>
                      </m:sub>
                    </m:sSub>
                    <m:r>
                      <a:rPr lang="en-US" altLang="ja-JP" sz="2800" b="0" i="1" u="none" strike="noStrike" smtClean="0">
                        <a:solidFill>
                          <a:schemeClr val="dk1"/>
                        </a:solidFill>
                        <a:effectLst/>
                        <a:uFillTx/>
                        <a:latin typeface="Cambria Math" panose="02040503050406030204" pitchFamily="18" charset="0"/>
                        <a:ea typeface="ＭＳ Ｐゴシック"/>
                      </a:rPr>
                      <m:t>,</m:t>
                    </m:r>
                    <m:sSub>
                      <m:sSubPr>
                        <m:ctrlPr>
                          <a:rPr lang="en-US" altLang="ja-JP" sz="2800" b="0" i="1" u="none" strike="noStrike" smtClean="0">
                            <a:solidFill>
                              <a:schemeClr val="dk1"/>
                            </a:solidFill>
                            <a:effectLst/>
                            <a:uFillTx/>
                            <a:latin typeface="Cambria Math" panose="02040503050406030204" pitchFamily="18" charset="0"/>
                            <a:ea typeface="ＭＳ Ｐゴシック"/>
                          </a:rPr>
                        </m:ctrlPr>
                      </m:sSubPr>
                      <m:e>
                        <m:r>
                          <a:rPr lang="en-US" altLang="ja-JP" sz="2800" b="0" i="1" u="none" strike="noStrike" smtClean="0">
                            <a:solidFill>
                              <a:schemeClr val="dk1"/>
                            </a:solidFill>
                            <a:effectLst/>
                            <a:uFillTx/>
                            <a:latin typeface="Cambria Math" panose="02040503050406030204" pitchFamily="18" charset="0"/>
                            <a:ea typeface="ＭＳ Ｐゴシック"/>
                          </a:rPr>
                          <m:t>𝑃</m:t>
                        </m:r>
                      </m:e>
                      <m:sub>
                        <m:r>
                          <a:rPr lang="en-US" altLang="ja-JP" sz="2800" b="0" i="1" u="none" strike="noStrike" smtClean="0">
                            <a:solidFill>
                              <a:schemeClr val="dk1"/>
                            </a:solidFill>
                            <a:effectLst/>
                            <a:uFillTx/>
                            <a:latin typeface="Cambria Math" panose="02040503050406030204" pitchFamily="18" charset="0"/>
                            <a:ea typeface="ＭＳ Ｐゴシック"/>
                          </a:rPr>
                          <m:t>2</m:t>
                        </m:r>
                      </m:sub>
                    </m:sSub>
                    <m:r>
                      <a:rPr lang="en-US" altLang="ja-JP" sz="2800" b="0" i="1" u="none" strike="noStrike" smtClean="0">
                        <a:solidFill>
                          <a:schemeClr val="dk1"/>
                        </a:solidFill>
                        <a:effectLst/>
                        <a:uFillTx/>
                        <a:latin typeface="Cambria Math" panose="02040503050406030204" pitchFamily="18" charset="0"/>
                        <a:ea typeface="ＭＳ Ｐゴシック"/>
                      </a:rPr>
                      <m:t> : </m:t>
                    </m:r>
                  </m:oMath>
                </a14:m>
                <a:r>
                  <a:rPr lang="ja-JP" sz="2800" b="0" u="none" strike="noStrike" dirty="0">
                    <a:solidFill>
                      <a:schemeClr val="dk1"/>
                    </a:solidFill>
                    <a:effectLst/>
                    <a:uFillTx/>
                    <a:latin typeface="ＭＳ Ｐゴシック"/>
                    <a:ea typeface="ＭＳ Ｐゴシック"/>
                  </a:rPr>
                  <a:t>各カメラの射影行列</a:t>
                </a:r>
                <a:endParaRPr lang="en-US" sz="2800" b="0" u="none" strike="noStrike" dirty="0">
                  <a:solidFill>
                    <a:srgbClr val="000000"/>
                  </a:solidFill>
                  <a:effectLst/>
                  <a:uFillTx/>
                  <a:latin typeface="Arial"/>
                </a:endParaRPr>
              </a:p>
              <a:p>
                <a:endParaRPr lang="en-US" sz="2800" b="0" u="none" strike="noStrike" dirty="0">
                  <a:solidFill>
                    <a:srgbClr val="000000"/>
                  </a:solidFill>
                  <a:effectLst/>
                  <a:uFillTx/>
                  <a:latin typeface="Arial"/>
                </a:endParaRPr>
              </a:p>
            </p:txBody>
          </p:sp>
        </mc:Choice>
        <mc:Fallback>
          <p:sp>
            <p:nvSpPr>
              <p:cNvPr id="86" name="テキスト ボックス 85"/>
              <p:cNvSpPr txBox="1">
                <a:spLocks noRot="1" noChangeAspect="1" noMove="1" noResize="1" noEditPoints="1" noAdjustHandles="1" noChangeArrowheads="1" noChangeShapeType="1" noTextEdit="1"/>
              </p:cNvSpPr>
              <p:nvPr/>
            </p:nvSpPr>
            <p:spPr>
              <a:xfrm>
                <a:off x="1193779" y="5661982"/>
                <a:ext cx="7365240" cy="952653"/>
              </a:xfrm>
              <a:prstGeom prst="rect">
                <a:avLst/>
              </a:prstGeom>
              <a:blipFill>
                <a:blip r:embed="rId6"/>
                <a:stretch>
                  <a:fillRect t="-8974"/>
                </a:stretch>
              </a:blipFill>
              <a:ln w="0">
                <a:noFill/>
              </a:ln>
            </p:spPr>
            <p:txBody>
              <a:bodyPr/>
              <a:lstStyle/>
              <a:p>
                <a:r>
                  <a:rPr lang="ja-JP" altLang="en-US">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射影行列</a:t>
            </a:r>
            <a:r>
              <a:rPr lang="en-US" sz="4400" b="0" u="none" strike="noStrike">
                <a:solidFill>
                  <a:schemeClr val="dk1"/>
                </a:solidFill>
                <a:effectLst/>
                <a:uFillTx/>
                <a:latin typeface="ＭＳ Ｐゴシック"/>
                <a:ea typeface="ＭＳ Ｐゴシック"/>
              </a:rPr>
              <a:t>P</a:t>
            </a:r>
            <a:endParaRPr lang="en-US" sz="4400" b="0" u="none" strike="noStrike">
              <a:solidFill>
                <a:schemeClr val="dk1"/>
              </a:solidFill>
              <a:effectLst/>
              <a:uFillTx/>
              <a:latin typeface="Aptos"/>
            </a:endParaRPr>
          </a:p>
        </p:txBody>
      </p:sp>
      <mc:AlternateContent xmlns:mc="http://schemas.openxmlformats.org/markup-compatibility/2006">
        <mc:Choice xmlns:a14="http://schemas.microsoft.com/office/drawing/2010/main" Requires="a14">
          <p:sp>
            <p:nvSpPr>
              <p:cNvPr id="88" name="テキスト ボックス 87"/>
              <p:cNvSpPr txBox="1"/>
              <p:nvPr/>
            </p:nvSpPr>
            <p:spPr>
              <a:xfrm>
                <a:off x="1152042" y="2853019"/>
                <a:ext cx="2748542" cy="700560"/>
              </a:xfrm>
              <a:prstGeom prst="rect">
                <a:avLst/>
              </a:prstGeom>
            </p:spPr>
            <p:txBody>
              <a:bodyPr/>
              <a:lstStyle/>
              <a:p>
                <a14:m>
                  <m:oMathPara xmlns:m="http://schemas.openxmlformats.org/officeDocument/2006/math">
                    <m:oMathParaPr>
                      <m:jc m:val="centerGroup"/>
                    </m:oMathParaPr>
                    <m:oMath xmlns:m="http://schemas.openxmlformats.org/officeDocument/2006/math">
                      <m:r>
                        <a:rPr sz="4000">
                          <a:latin typeface="Cambria Math" panose="02040503050406030204" pitchFamily="18" charset="0"/>
                        </a:rPr>
                        <m:t>𝑃</m:t>
                      </m:r>
                      <m:r>
                        <a:rPr sz="4000">
                          <a:latin typeface="Cambria Math" panose="02040503050406030204" pitchFamily="18" charset="0"/>
                        </a:rPr>
                        <m:t>=</m:t>
                      </m:r>
                      <m:r>
                        <a:rPr sz="4000">
                          <a:latin typeface="Cambria Math" panose="02040503050406030204" pitchFamily="18" charset="0"/>
                        </a:rPr>
                        <m:t>𝐾</m:t>
                      </m:r>
                      <m:d>
                        <m:dPr>
                          <m:begChr m:val="["/>
                          <m:endChr m:val="]"/>
                          <m:ctrlPr>
                            <a:rPr sz="4000" i="1">
                              <a:latin typeface="Cambria Math" panose="02040503050406030204" pitchFamily="18" charset="0"/>
                            </a:rPr>
                          </m:ctrlPr>
                        </m:dPr>
                        <m:e>
                          <m:d>
                            <m:dPr>
                              <m:begChr m:val=""/>
                              <m:endChr m:val="|"/>
                              <m:ctrlPr>
                                <a:rPr sz="4000" i="1">
                                  <a:latin typeface="Cambria Math" panose="02040503050406030204" pitchFamily="18" charset="0"/>
                                </a:rPr>
                              </m:ctrlPr>
                            </m:dPr>
                            <m:e>
                              <m:r>
                                <a:rPr sz="4000">
                                  <a:latin typeface="Cambria Math" panose="02040503050406030204" pitchFamily="18" charset="0"/>
                                </a:rPr>
                                <m:t>𝑅</m:t>
                              </m:r>
                            </m:e>
                          </m:d>
                          <m:r>
                            <a:rPr sz="4000">
                              <a:latin typeface="Cambria Math" panose="02040503050406030204" pitchFamily="18" charset="0"/>
                            </a:rPr>
                            <m:t>𝑡</m:t>
                          </m:r>
                        </m:e>
                      </m:d>
                    </m:oMath>
                  </m:oMathPara>
                </a14:m>
                <a:endParaRPr sz="4000" dirty="0"/>
              </a:p>
            </p:txBody>
          </p:sp>
        </mc:Choice>
        <mc:Fallback>
          <p:sp>
            <p:nvSpPr>
              <p:cNvPr id="88" name="テキスト ボックス 87"/>
              <p:cNvSpPr txBox="1">
                <a:spLocks noRot="1" noChangeAspect="1" noMove="1" noResize="1" noEditPoints="1" noAdjustHandles="1" noChangeArrowheads="1" noChangeShapeType="1" noTextEdit="1"/>
              </p:cNvSpPr>
              <p:nvPr/>
            </p:nvSpPr>
            <p:spPr>
              <a:xfrm>
                <a:off x="1152042" y="2853019"/>
                <a:ext cx="2748542" cy="700560"/>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2" name="テキスト ボックス 91"/>
              <p:cNvSpPr txBox="1"/>
              <p:nvPr/>
            </p:nvSpPr>
            <p:spPr>
              <a:xfrm>
                <a:off x="1163922" y="4134156"/>
                <a:ext cx="7200000" cy="521766"/>
              </a:xfrm>
              <a:prstGeom prst="rect">
                <a:avLst/>
              </a:prstGeom>
              <a:noFill/>
              <a:ln w="0">
                <a:noFill/>
              </a:ln>
            </p:spPr>
            <p:txBody>
              <a:bodyPr lIns="90000" tIns="45000" rIns="90000" bIns="45000" anchor="t">
                <a:spAutoFit/>
              </a:bodyPr>
              <a:lstStyle/>
              <a:p>
                <a14:m>
                  <m:oMath xmlns:m="http://schemas.openxmlformats.org/officeDocument/2006/math">
                    <m:r>
                      <a:rPr lang="en-US" altLang="ja-JP" sz="2800" b="0" i="1" u="none" strike="noStrike" smtClean="0">
                        <a:solidFill>
                          <a:schemeClr val="dk1"/>
                        </a:solidFill>
                        <a:effectLst/>
                        <a:uFillTx/>
                        <a:latin typeface="Cambria Math" panose="02040503050406030204" pitchFamily="18" charset="0"/>
                        <a:ea typeface="ＭＳ Ｐゴシック"/>
                      </a:rPr>
                      <m:t>𝐾</m:t>
                    </m:r>
                    <m:r>
                      <a:rPr lang="en-US" altLang="ja-JP" sz="2800" b="0" i="1" u="none" strike="noStrike" smtClean="0">
                        <a:solidFill>
                          <a:schemeClr val="dk1"/>
                        </a:solidFill>
                        <a:effectLst/>
                        <a:uFillTx/>
                        <a:latin typeface="Cambria Math" panose="02040503050406030204" pitchFamily="18" charset="0"/>
                        <a:ea typeface="ＭＳ Ｐゴシック"/>
                      </a:rPr>
                      <m:t>:</m:t>
                    </m:r>
                  </m:oMath>
                </a14:m>
                <a:r>
                  <a:rPr lang="en-US" altLang="ja-JP" sz="2800" b="0" u="none" strike="noStrike" dirty="0">
                    <a:solidFill>
                      <a:schemeClr val="dk1"/>
                    </a:solidFill>
                    <a:effectLst/>
                    <a:uFillTx/>
                    <a:latin typeface="ＭＳ Ｐゴシック"/>
                    <a:ea typeface="ＭＳ Ｐゴシック"/>
                  </a:rPr>
                  <a:t> </a:t>
                </a:r>
                <a:r>
                  <a:rPr lang="ja-JP" sz="2800" b="0" u="none" strike="noStrike" dirty="0">
                    <a:solidFill>
                      <a:schemeClr val="dk1"/>
                    </a:solidFill>
                    <a:effectLst/>
                    <a:uFillTx/>
                    <a:latin typeface="ＭＳ Ｐゴシック"/>
                    <a:ea typeface="ＭＳ Ｐゴシック"/>
                  </a:rPr>
                  <a:t>内部パラメータ、レンズの歪み等を補正</a:t>
                </a:r>
                <a:endParaRPr lang="en-US" sz="2800" b="0" u="none" strike="noStrike" dirty="0">
                  <a:solidFill>
                    <a:srgbClr val="000000"/>
                  </a:solidFill>
                  <a:effectLst/>
                  <a:uFillTx/>
                  <a:latin typeface="Arial"/>
                </a:endParaRPr>
              </a:p>
            </p:txBody>
          </p:sp>
        </mc:Choice>
        <mc:Fallback>
          <p:sp>
            <p:nvSpPr>
              <p:cNvPr id="92" name="テキスト ボックス 91"/>
              <p:cNvSpPr txBox="1">
                <a:spLocks noRot="1" noChangeAspect="1" noMove="1" noResize="1" noEditPoints="1" noAdjustHandles="1" noChangeArrowheads="1" noChangeShapeType="1" noTextEdit="1"/>
              </p:cNvSpPr>
              <p:nvPr/>
            </p:nvSpPr>
            <p:spPr>
              <a:xfrm>
                <a:off x="1163922" y="4134156"/>
                <a:ext cx="7200000" cy="521766"/>
              </a:xfrm>
              <a:prstGeom prst="rect">
                <a:avLst/>
              </a:prstGeom>
              <a:blipFill>
                <a:blip r:embed="rId3"/>
                <a:stretch>
                  <a:fillRect t="-15116" b="-27907"/>
                </a:stretch>
              </a:blipFill>
              <a:ln w="0">
                <a:noFill/>
              </a:ln>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3" name="テキスト ボックス 92"/>
              <p:cNvSpPr txBox="1"/>
              <p:nvPr/>
            </p:nvSpPr>
            <p:spPr>
              <a:xfrm>
                <a:off x="1152042" y="4837236"/>
                <a:ext cx="5591880" cy="521766"/>
              </a:xfrm>
              <a:prstGeom prst="rect">
                <a:avLst/>
              </a:prstGeom>
              <a:noFill/>
              <a:ln w="0">
                <a:noFill/>
              </a:ln>
            </p:spPr>
            <p:txBody>
              <a:bodyPr lIns="90000" tIns="45000" rIns="90000" bIns="45000" anchor="t">
                <a:spAutoFit/>
              </a:bodyPr>
              <a:lstStyle/>
              <a:p>
                <a:pPr>
                  <a:lnSpc>
                    <a:spcPct val="100000"/>
                  </a:lnSpc>
                </a:pPr>
                <a14:m>
                  <m:oMath xmlns:m="http://schemas.openxmlformats.org/officeDocument/2006/math">
                    <m:r>
                      <a:rPr lang="en-US" altLang="ja-JP" sz="2800" b="0" i="1" u="none" strike="noStrike" smtClean="0">
                        <a:solidFill>
                          <a:schemeClr val="dk1"/>
                        </a:solidFill>
                        <a:effectLst/>
                        <a:uFillTx/>
                        <a:latin typeface="Cambria Math" panose="02040503050406030204" pitchFamily="18" charset="0"/>
                        <a:ea typeface="ＭＳ Ｐゴシック"/>
                      </a:rPr>
                      <m:t>𝑅</m:t>
                    </m:r>
                    <m:r>
                      <a:rPr lang="en-US" altLang="ja-JP" sz="2800" b="0" i="1" u="none" strike="noStrike" smtClean="0">
                        <a:solidFill>
                          <a:schemeClr val="dk1"/>
                        </a:solidFill>
                        <a:effectLst/>
                        <a:uFillTx/>
                        <a:latin typeface="Cambria Math" panose="02040503050406030204" pitchFamily="18" charset="0"/>
                        <a:ea typeface="ＭＳ Ｐゴシック"/>
                      </a:rPr>
                      <m:t>:</m:t>
                    </m:r>
                  </m:oMath>
                </a14:m>
                <a:r>
                  <a:rPr lang="en-US" altLang="ja-JP" sz="2800" b="0" u="none" strike="noStrike" dirty="0">
                    <a:solidFill>
                      <a:schemeClr val="dk1"/>
                    </a:solidFill>
                    <a:effectLst/>
                    <a:uFillTx/>
                    <a:latin typeface="ＭＳ Ｐゴシック"/>
                    <a:ea typeface="ＭＳ Ｐゴシック"/>
                  </a:rPr>
                  <a:t> </a:t>
                </a:r>
                <a:r>
                  <a:rPr lang="ja-JP" sz="2800" b="0" u="none" strike="noStrike" dirty="0">
                    <a:solidFill>
                      <a:schemeClr val="dk1"/>
                    </a:solidFill>
                    <a:effectLst/>
                    <a:uFillTx/>
                    <a:latin typeface="ＭＳ Ｐゴシック"/>
                    <a:ea typeface="ＭＳ Ｐゴシック"/>
                  </a:rPr>
                  <a:t>回転行列、カメラの姿勢を補正</a:t>
                </a:r>
                <a:endParaRPr lang="en-US" sz="2800" b="0" u="none" strike="noStrike" dirty="0">
                  <a:solidFill>
                    <a:srgbClr val="000000"/>
                  </a:solidFill>
                  <a:effectLst/>
                  <a:uFillTx/>
                  <a:latin typeface="Arial"/>
                </a:endParaRPr>
              </a:p>
            </p:txBody>
          </p:sp>
        </mc:Choice>
        <mc:Fallback>
          <p:sp>
            <p:nvSpPr>
              <p:cNvPr id="93" name="テキスト ボックス 92"/>
              <p:cNvSpPr txBox="1">
                <a:spLocks noRot="1" noChangeAspect="1" noMove="1" noResize="1" noEditPoints="1" noAdjustHandles="1" noChangeArrowheads="1" noChangeShapeType="1" noTextEdit="1"/>
              </p:cNvSpPr>
              <p:nvPr/>
            </p:nvSpPr>
            <p:spPr>
              <a:xfrm>
                <a:off x="1152042" y="4837236"/>
                <a:ext cx="5591880" cy="521766"/>
              </a:xfrm>
              <a:prstGeom prst="rect">
                <a:avLst/>
              </a:prstGeom>
              <a:blipFill>
                <a:blip r:embed="rId4"/>
                <a:stretch>
                  <a:fillRect t="-16471" b="-28235"/>
                </a:stretch>
              </a:blipFill>
              <a:ln w="0">
                <a:noFill/>
              </a:ln>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4" name="テキスト ボックス 93"/>
              <p:cNvSpPr txBox="1"/>
              <p:nvPr/>
            </p:nvSpPr>
            <p:spPr>
              <a:xfrm>
                <a:off x="1163922" y="5471196"/>
                <a:ext cx="9000000" cy="521766"/>
              </a:xfrm>
              <a:prstGeom prst="rect">
                <a:avLst/>
              </a:prstGeom>
              <a:noFill/>
              <a:ln w="0">
                <a:noFill/>
              </a:ln>
            </p:spPr>
            <p:txBody>
              <a:bodyPr lIns="90000" tIns="45000" rIns="90000" bIns="45000" anchor="t">
                <a:spAutoFit/>
              </a:bodyPr>
              <a:lstStyle/>
              <a:p>
                <a14:m>
                  <m:oMath xmlns:m="http://schemas.openxmlformats.org/officeDocument/2006/math">
                    <m:r>
                      <a:rPr lang="en-US" altLang="ja-JP" sz="2800" b="0" i="1" u="none" strike="noStrike" smtClean="0">
                        <a:solidFill>
                          <a:schemeClr val="dk1"/>
                        </a:solidFill>
                        <a:effectLst/>
                        <a:uFillTx/>
                        <a:latin typeface="Cambria Math" panose="02040503050406030204" pitchFamily="18" charset="0"/>
                        <a:ea typeface="ＭＳ Ｐゴシック"/>
                      </a:rPr>
                      <m:t>𝑡</m:t>
                    </m:r>
                    <m:r>
                      <a:rPr lang="en-US" altLang="ja-JP" sz="2800" b="0" i="1" u="none" strike="noStrike" smtClean="0">
                        <a:solidFill>
                          <a:schemeClr val="dk1"/>
                        </a:solidFill>
                        <a:effectLst/>
                        <a:uFillTx/>
                        <a:latin typeface="Cambria Math" panose="02040503050406030204" pitchFamily="18" charset="0"/>
                        <a:ea typeface="ＭＳ Ｐゴシック"/>
                      </a:rPr>
                      <m:t>: </m:t>
                    </m:r>
                  </m:oMath>
                </a14:m>
                <a:r>
                  <a:rPr lang="ja-JP" sz="2800" b="0" u="none" strike="noStrike" dirty="0">
                    <a:solidFill>
                      <a:schemeClr val="dk1"/>
                    </a:solidFill>
                    <a:effectLst/>
                    <a:uFillTx/>
                    <a:latin typeface="ＭＳ Ｐゴシック"/>
                    <a:ea typeface="ＭＳ Ｐゴシック"/>
                  </a:rPr>
                  <a:t>並進ベクトル、原点の位置を補正</a:t>
                </a:r>
                <a:endParaRPr lang="en-US" sz="2800" b="0" u="none" strike="noStrike" dirty="0">
                  <a:solidFill>
                    <a:srgbClr val="000000"/>
                  </a:solidFill>
                  <a:effectLst/>
                  <a:uFillTx/>
                  <a:latin typeface="Arial"/>
                </a:endParaRPr>
              </a:p>
            </p:txBody>
          </p:sp>
        </mc:Choice>
        <mc:Fallback>
          <p:sp>
            <p:nvSpPr>
              <p:cNvPr id="94" name="テキスト ボックス 93"/>
              <p:cNvSpPr txBox="1">
                <a:spLocks noRot="1" noChangeAspect="1" noMove="1" noResize="1" noEditPoints="1" noAdjustHandles="1" noChangeArrowheads="1" noChangeShapeType="1" noTextEdit="1"/>
              </p:cNvSpPr>
              <p:nvPr/>
            </p:nvSpPr>
            <p:spPr>
              <a:xfrm>
                <a:off x="1163922" y="5471196"/>
                <a:ext cx="9000000" cy="521766"/>
              </a:xfrm>
              <a:prstGeom prst="rect">
                <a:avLst/>
              </a:prstGeom>
              <a:blipFill>
                <a:blip r:embed="rId5"/>
                <a:stretch>
                  <a:fillRect t="-16471" b="-28235"/>
                </a:stretch>
              </a:blipFill>
              <a:ln w="0">
                <a:noFill/>
              </a:ln>
            </p:spPr>
            <p:txBody>
              <a:bodyPr/>
              <a:lstStyle/>
              <a:p>
                <a:r>
                  <a:rPr lang="ja-JP" altLang="en-US">
                    <a:noFill/>
                  </a:rPr>
                  <a:t> </a:t>
                </a:r>
              </a:p>
            </p:txBody>
          </p:sp>
        </mc:Fallback>
      </mc:AlternateContent>
      <p:sp>
        <p:nvSpPr>
          <p:cNvPr id="95" name="テキスト ボックス 94"/>
          <p:cNvSpPr txBox="1"/>
          <p:nvPr/>
        </p:nvSpPr>
        <p:spPr>
          <a:xfrm>
            <a:off x="1080000" y="1620000"/>
            <a:ext cx="10620000" cy="1075764"/>
          </a:xfrm>
          <a:prstGeom prst="rect">
            <a:avLst/>
          </a:prstGeom>
          <a:noFill/>
          <a:ln w="0">
            <a:noFill/>
          </a:ln>
        </p:spPr>
        <p:txBody>
          <a:bodyPr lIns="90000" tIns="45000" rIns="90000" bIns="45000" anchor="t">
            <a:spAutoFit/>
          </a:bodyPr>
          <a:lstStyle/>
          <a:p>
            <a:r>
              <a:rPr lang="ja-JP" sz="3200" b="0" u="none" strike="noStrike" dirty="0">
                <a:solidFill>
                  <a:schemeClr val="dk1"/>
                </a:solidFill>
                <a:effectLst/>
                <a:uFillTx/>
                <a:latin typeface="ＭＳ Ｐゴシック"/>
                <a:ea typeface="ＭＳ Ｐゴシック"/>
              </a:rPr>
              <a:t>・世界座標系から画像座標系への変換を表す</a:t>
            </a:r>
            <a:r>
              <a:rPr lang="en-US" altLang="ja-JP" sz="3200" b="0" u="none" strike="noStrike" dirty="0">
                <a:solidFill>
                  <a:schemeClr val="dk1"/>
                </a:solidFill>
                <a:effectLst/>
                <a:uFillTx/>
                <a:latin typeface="ＭＳ Ｐゴシック"/>
                <a:ea typeface="ＭＳ Ｐゴシック"/>
              </a:rPr>
              <a:t>3×4</a:t>
            </a:r>
            <a:r>
              <a:rPr lang="ja-JP" sz="3200" b="0" u="none" strike="noStrike" dirty="0">
                <a:solidFill>
                  <a:schemeClr val="dk1"/>
                </a:solidFill>
                <a:effectLst/>
                <a:uFillTx/>
                <a:latin typeface="ＭＳ Ｐゴシック"/>
                <a:ea typeface="ＭＳ Ｐゴシック"/>
              </a:rPr>
              <a:t>行列</a:t>
            </a:r>
            <a:r>
              <a:rPr lang="ja-JP" altLang="en-US" sz="3200" b="0" u="none" strike="noStrike" dirty="0">
                <a:solidFill>
                  <a:schemeClr val="dk1"/>
                </a:solidFill>
                <a:effectLst/>
                <a:uFillTx/>
                <a:latin typeface="ＭＳ Ｐゴシック"/>
                <a:ea typeface="ＭＳ Ｐゴシック"/>
              </a:rPr>
              <a:t>で</a:t>
            </a:r>
            <a:endParaRPr lang="en-US" altLang="ja-JP" sz="3200" b="0" u="none" strike="noStrike" dirty="0">
              <a:solidFill>
                <a:schemeClr val="dk1"/>
              </a:solidFill>
              <a:effectLst/>
              <a:uFillTx/>
              <a:latin typeface="ＭＳ Ｐゴシック"/>
              <a:ea typeface="ＭＳ Ｐゴシック"/>
            </a:endParaRPr>
          </a:p>
          <a:p>
            <a:r>
              <a:rPr lang="ja-JP" altLang="en-US" sz="3200" dirty="0">
                <a:solidFill>
                  <a:schemeClr val="dk1"/>
                </a:solidFill>
                <a:latin typeface="ＭＳ Ｐゴシック"/>
                <a:ea typeface="ＭＳ Ｐゴシック"/>
              </a:rPr>
              <a:t>　次の式で表される。</a:t>
            </a:r>
            <a:endParaRPr lang="en-US" sz="3200" b="0" u="none" strike="noStrike" dirty="0">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dirty="0">
                <a:solidFill>
                  <a:schemeClr val="dk1"/>
                </a:solidFill>
                <a:effectLst/>
                <a:uFillTx/>
                <a:latin typeface="ＭＳ Ｐゴシック"/>
                <a:ea typeface="ＭＳ Ｐゴシック"/>
              </a:rPr>
              <a:t>キャリブレーション</a:t>
            </a:r>
            <a:endParaRPr lang="en-US" sz="4400" b="0" u="none" strike="noStrike" dirty="0">
              <a:solidFill>
                <a:schemeClr val="dk1"/>
              </a:solidFill>
              <a:effectLst/>
              <a:uFillTx/>
              <a:latin typeface="Aptos"/>
            </a:endParaRPr>
          </a:p>
        </p:txBody>
      </p:sp>
      <mc:AlternateContent xmlns:mc="http://schemas.openxmlformats.org/markup-compatibility/2006">
        <mc:Choice xmlns:a14="http://schemas.microsoft.com/office/drawing/2010/main" Requires="a14">
          <p:sp>
            <p:nvSpPr>
              <p:cNvPr id="97" name="PlaceHolder 2"/>
              <p:cNvSpPr>
                <a:spLocks noGrp="1"/>
              </p:cNvSpPr>
              <p:nvPr>
                <p:ph/>
              </p:nvPr>
            </p:nvSpPr>
            <p:spPr>
              <a:xfrm>
                <a:off x="838080" y="1825560"/>
                <a:ext cx="10515240" cy="4350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ja-JP" sz="3200" b="0" u="none" strike="noStrike" dirty="0">
                    <a:solidFill>
                      <a:schemeClr val="dk1"/>
                    </a:solidFill>
                    <a:effectLst/>
                    <a:uFillTx/>
                    <a:latin typeface="ＭＳ Ｐゴシック"/>
                    <a:ea typeface="ＭＳ Ｐゴシック"/>
                  </a:rPr>
                  <a:t>・内部パラメータ</a:t>
                </a:r>
                <a14:m>
                  <m:oMath xmlns:m="http://schemas.openxmlformats.org/officeDocument/2006/math">
                    <m:r>
                      <m:rPr>
                        <m:sty m:val="p"/>
                      </m:rPr>
                      <a:rPr lang="en-US" altLang="ja-JP" sz="3200" i="1" dirty="0">
                        <a:solidFill>
                          <a:schemeClr val="dk1"/>
                        </a:solidFill>
                        <a:latin typeface="Cambria Math" panose="02040503050406030204" pitchFamily="18" charset="0"/>
                        <a:ea typeface="ＭＳ Ｐゴシック"/>
                      </a:rPr>
                      <m:t>K</m:t>
                    </m:r>
                  </m:oMath>
                </a14:m>
                <a:r>
                  <a:rPr lang="ja-JP" sz="3200" b="0" u="none" strike="noStrike" dirty="0">
                    <a:solidFill>
                      <a:schemeClr val="dk1"/>
                    </a:solidFill>
                    <a:effectLst/>
                    <a:uFillTx/>
                    <a:latin typeface="ＭＳ Ｐゴシック"/>
                    <a:ea typeface="ＭＳ Ｐゴシック"/>
                  </a:rPr>
                  <a:t>　→　カメラキャリブレーション</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r>
                  <a:rPr lang="ja-JP" sz="3200" b="0" u="none" strike="noStrike" dirty="0">
                    <a:solidFill>
                      <a:schemeClr val="dk1"/>
                    </a:solidFill>
                    <a:effectLst/>
                    <a:uFillTx/>
                    <a:latin typeface="ＭＳ Ｐゴシック"/>
                    <a:ea typeface="ＭＳ Ｐゴシック"/>
                  </a:rPr>
                  <a:t>・回転行列</a:t>
                </a:r>
                <a14:m>
                  <m:oMath xmlns:m="http://schemas.openxmlformats.org/officeDocument/2006/math">
                    <m:r>
                      <m:rPr>
                        <m:sty m:val="p"/>
                      </m:rPr>
                      <a:rPr lang="en-US" altLang="ja-JP" sz="3200" i="1" dirty="0">
                        <a:solidFill>
                          <a:schemeClr val="dk1"/>
                        </a:solidFill>
                        <a:latin typeface="Cambria Math" panose="02040503050406030204" pitchFamily="18" charset="0"/>
                        <a:ea typeface="ＭＳ Ｐゴシック"/>
                      </a:rPr>
                      <m:t>R</m:t>
                    </m:r>
                  </m:oMath>
                </a14:m>
                <a:r>
                  <a:rPr lang="en-US" sz="3200" b="0" u="none" strike="noStrike" dirty="0">
                    <a:solidFill>
                      <a:schemeClr val="dk1"/>
                    </a:solidFill>
                    <a:effectLst/>
                    <a:uFillTx/>
                    <a:latin typeface="ＭＳ Ｐゴシック"/>
                    <a:ea typeface="ＭＳ Ｐゴシック"/>
                  </a:rPr>
                  <a:t>,</a:t>
                </a:r>
                <a:r>
                  <a:rPr lang="ja-JP" sz="3200" b="0" u="none" strike="noStrike" dirty="0">
                    <a:solidFill>
                      <a:schemeClr val="dk1"/>
                    </a:solidFill>
                    <a:effectLst/>
                    <a:uFillTx/>
                    <a:latin typeface="ＭＳ Ｐゴシック"/>
                    <a:ea typeface="ＭＳ Ｐゴシック"/>
                  </a:rPr>
                  <a:t>並進ベクトル</a:t>
                </a:r>
                <a14:m>
                  <m:oMath xmlns:m="http://schemas.openxmlformats.org/officeDocument/2006/math">
                    <m:r>
                      <a:rPr lang="ja-JP" altLang="en-US" sz="3200" i="1" dirty="0" smtClean="0">
                        <a:solidFill>
                          <a:schemeClr val="dk1"/>
                        </a:solidFill>
                        <a:latin typeface="Cambria Math" panose="02040503050406030204" pitchFamily="18" charset="0"/>
                        <a:ea typeface="ＭＳ Ｐゴシック"/>
                      </a:rPr>
                      <m:t>ｔ</m:t>
                    </m:r>
                  </m:oMath>
                </a14:m>
                <a:r>
                  <a:rPr lang="ja-JP" sz="3200" b="0" u="none" strike="noStrike" dirty="0">
                    <a:solidFill>
                      <a:schemeClr val="dk1"/>
                    </a:solidFill>
                    <a:effectLst/>
                    <a:uFillTx/>
                    <a:latin typeface="ＭＳ Ｐゴシック"/>
                    <a:ea typeface="ＭＳ Ｐゴシック"/>
                  </a:rPr>
                  <a:t>　→　ステレオキャリブレーション</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r>
                  <a:rPr lang="ja-JP" sz="3200" b="0" u="none" strike="noStrike" dirty="0">
                    <a:solidFill>
                      <a:schemeClr val="dk1"/>
                    </a:solidFill>
                    <a:effectLst/>
                    <a:uFillTx/>
                    <a:latin typeface="ＭＳ Ｐゴシック"/>
                    <a:ea typeface="ＭＳ Ｐゴシック"/>
                  </a:rPr>
                  <a:t>でそれぞれ計算</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p:txBody>
          </p:sp>
        </mc:Choice>
        <mc:Fallback>
          <p:sp>
            <p:nvSpPr>
              <p:cNvPr id="97" name="PlaceHolder 2"/>
              <p:cNvSpPr>
                <a:spLocks noGrp="1" noRot="1" noChangeAspect="1" noMove="1" noResize="1" noEditPoints="1" noAdjustHandles="1" noChangeArrowheads="1" noChangeShapeType="1" noTextEdit="1"/>
              </p:cNvSpPr>
              <p:nvPr>
                <p:ph/>
              </p:nvPr>
            </p:nvSpPr>
            <p:spPr>
              <a:xfrm>
                <a:off x="838080" y="1825560"/>
                <a:ext cx="10515240" cy="4350960"/>
              </a:xfrm>
              <a:prstGeom prst="rect">
                <a:avLst/>
              </a:prstGeom>
              <a:blipFill>
                <a:blip r:embed="rId2"/>
                <a:stretch>
                  <a:fillRect l="-1449" t="-3782"/>
                </a:stretch>
              </a:blipFill>
              <a:ln w="0">
                <a:noFill/>
              </a:ln>
            </p:spPr>
            <p:txBody>
              <a:bodyPr/>
              <a:lstStyle/>
              <a:p>
                <a:r>
                  <a:rPr lang="ja-JP" altLang="en-US">
                    <a:noFill/>
                  </a:rPr>
                  <a:t> </a:t>
                </a:r>
              </a:p>
            </p:txBody>
          </p:sp>
        </mc:Fallback>
      </mc:AlternateContent>
      <p:pic>
        <p:nvPicPr>
          <p:cNvPr id="98" name="図 97"/>
          <p:cNvPicPr/>
          <p:nvPr/>
        </p:nvPicPr>
        <p:blipFill>
          <a:blip r:embed="rId3"/>
          <a:stretch/>
        </p:blipFill>
        <p:spPr>
          <a:xfrm>
            <a:off x="6415200" y="3060000"/>
            <a:ext cx="4384800" cy="3240000"/>
          </a:xfrm>
          <a:prstGeom prst="rect">
            <a:avLst/>
          </a:prstGeom>
          <a:noFill/>
          <a:ln w="0">
            <a:noFill/>
          </a:ln>
        </p:spPr>
      </p:pic>
      <p:sp>
        <p:nvSpPr>
          <p:cNvPr id="99" name="テキスト ボックス 98"/>
          <p:cNvSpPr txBox="1"/>
          <p:nvPr/>
        </p:nvSpPr>
        <p:spPr>
          <a:xfrm>
            <a:off x="720000" y="3862440"/>
            <a:ext cx="5220000" cy="1568206"/>
          </a:xfrm>
          <a:prstGeom prst="rect">
            <a:avLst/>
          </a:prstGeom>
          <a:noFill/>
          <a:ln w="0">
            <a:noFill/>
          </a:ln>
        </p:spPr>
        <p:txBody>
          <a:bodyPr lIns="90000" tIns="45000" rIns="90000" bIns="45000" anchor="t">
            <a:spAutoFit/>
          </a:bodyPr>
          <a:lstStyle/>
          <a:p>
            <a:r>
              <a:rPr lang="ja-JP" sz="3200" b="0" u="none" strike="noStrike" dirty="0">
                <a:solidFill>
                  <a:schemeClr val="dk1"/>
                </a:solidFill>
                <a:effectLst/>
                <a:uFillTx/>
                <a:latin typeface="ＭＳ Ｐゴシック"/>
                <a:ea typeface="ＭＳ Ｐゴシック"/>
              </a:rPr>
              <a:t>チェスボードを様々な視点で撮影し、コーナー座標を検出</a:t>
            </a:r>
            <a:endParaRPr lang="en-US" sz="3200" b="0" u="none" strike="noStrike" dirty="0">
              <a:solidFill>
                <a:srgbClr val="000000"/>
              </a:solidFill>
              <a:effectLst/>
              <a:uFillTx/>
              <a:latin typeface="Arial"/>
            </a:endParaRPr>
          </a:p>
          <a:p>
            <a:r>
              <a:rPr lang="en-US" sz="3200" b="0" u="none" strike="noStrike" dirty="0" err="1">
                <a:solidFill>
                  <a:schemeClr val="dk1"/>
                </a:solidFill>
                <a:effectLst/>
                <a:uFillTx/>
                <a:latin typeface="ＭＳ Ｐゴシック"/>
                <a:ea typeface="ＭＳ Ｐゴシック"/>
              </a:rPr>
              <a:t>キャリブレーションに用いる</a:t>
            </a:r>
            <a:endParaRPr lang="en-US" sz="3200" b="0" u="none" strike="noStrike" dirty="0">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研究の現状</a:t>
            </a:r>
            <a:endParaRPr lang="en-US" sz="4400" b="0" u="none" strike="noStrike">
              <a:solidFill>
                <a:schemeClr val="dk1"/>
              </a:solidFill>
              <a:effectLst/>
              <a:uFillTx/>
              <a:latin typeface="Aptos"/>
            </a:endParaRPr>
          </a:p>
        </p:txBody>
      </p:sp>
      <p:sp>
        <p:nvSpPr>
          <p:cNvPr id="101" name="PlaceHolder 2"/>
          <p:cNvSpPr>
            <a:spLocks noGrp="1"/>
          </p:cNvSpPr>
          <p:nvPr>
            <p:ph/>
          </p:nvPr>
        </p:nvSpPr>
        <p:spPr>
          <a:xfrm>
            <a:off x="838080" y="1825560"/>
            <a:ext cx="1051524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リアルタイムでの三次元座標推定は実装できた</a:t>
            </a:r>
            <a:endParaRPr lang="en-US" sz="2800" b="0" u="none" strike="noStrike">
              <a:solidFill>
                <a:schemeClr val="dk1"/>
              </a:solidFill>
              <a:effectLst/>
              <a:uFillTx/>
              <a:latin typeface="Aptos"/>
            </a:endParaRPr>
          </a:p>
        </p:txBody>
      </p:sp>
      <p:pic>
        <p:nvPicPr>
          <p:cNvPr id="102" name="図 4" descr="グラフ&#10;&#10;AI 生成コンテンツは誤りを含む可能性があります。"/>
          <p:cNvPicPr/>
          <p:nvPr/>
        </p:nvPicPr>
        <p:blipFill>
          <a:blip r:embed="rId2"/>
          <a:stretch/>
        </p:blipFill>
        <p:spPr>
          <a:xfrm>
            <a:off x="7366320" y="2407320"/>
            <a:ext cx="3987000" cy="4262040"/>
          </a:xfrm>
          <a:prstGeom prst="rect">
            <a:avLst/>
          </a:prstGeom>
          <a:noFill/>
          <a:ln w="0">
            <a:noFill/>
          </a:ln>
        </p:spPr>
      </p:pic>
      <p:pic>
        <p:nvPicPr>
          <p:cNvPr id="103" name="図 6" descr="キーボードとマウス&#10;&#10;AI 生成コンテンツは誤りを含む可能性があります。"/>
          <p:cNvPicPr/>
          <p:nvPr/>
        </p:nvPicPr>
        <p:blipFill>
          <a:blip r:embed="rId3"/>
          <a:stretch/>
        </p:blipFill>
        <p:spPr>
          <a:xfrm>
            <a:off x="769320" y="2979000"/>
            <a:ext cx="4158720" cy="3119040"/>
          </a:xfrm>
          <a:prstGeom prst="rect">
            <a:avLst/>
          </a:prstGeom>
          <a:noFill/>
          <a:ln w="0">
            <a:noFill/>
          </a:ln>
        </p:spPr>
      </p:pic>
      <p:cxnSp>
        <p:nvCxnSpPr>
          <p:cNvPr id="104" name="直線矢印コネクタ 8"/>
          <p:cNvCxnSpPr/>
          <p:nvPr/>
        </p:nvCxnSpPr>
        <p:spPr>
          <a:xfrm>
            <a:off x="5382000" y="4326120"/>
            <a:ext cx="1663920" cy="360"/>
          </a:xfrm>
          <a:prstGeom prst="straightConnector1">
            <a:avLst/>
          </a:prstGeom>
          <a:ln>
            <a:solidFill>
              <a:srgbClr val="156082"/>
            </a:solidFill>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今後の方針・課題</a:t>
            </a:r>
            <a:endParaRPr lang="en-US" sz="4400" b="0" u="none" strike="noStrike">
              <a:solidFill>
                <a:schemeClr val="dk1"/>
              </a:solidFill>
              <a:effectLst/>
              <a:uFillTx/>
              <a:latin typeface="Aptos"/>
            </a:endParaRPr>
          </a:p>
        </p:txBody>
      </p:sp>
      <p:sp>
        <p:nvSpPr>
          <p:cNvPr id="106" name="PlaceHolder 2"/>
          <p:cNvSpPr>
            <a:spLocks noGrp="1"/>
          </p:cNvSpPr>
          <p:nvPr>
            <p:ph/>
          </p:nvPr>
        </p:nvSpPr>
        <p:spPr>
          <a:xfrm>
            <a:off x="838080" y="1825560"/>
            <a:ext cx="1051524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座標推定の遅延、誤差を評価</a:t>
            </a: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r>
              <a:rPr lang="en-US" sz="2800" b="0" u="none" strike="noStrike">
                <a:solidFill>
                  <a:schemeClr val="dk1"/>
                </a:solidFill>
                <a:effectLst/>
                <a:uFillTx/>
                <a:latin typeface="ＭＳ Ｐゴシック"/>
                <a:ea typeface="ＭＳ Ｐゴシック"/>
              </a:rPr>
              <a:t>→ステレオキャリブレーション手法、カメラ間隔の調整等</a:t>
            </a: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r>
              <a:rPr lang="ja-JP" sz="2800" b="0" u="none" strike="noStrike">
                <a:solidFill>
                  <a:schemeClr val="dk1"/>
                </a:solidFill>
                <a:effectLst/>
                <a:uFillTx/>
                <a:latin typeface="ＭＳ Ｐゴシック"/>
                <a:ea typeface="ＭＳ Ｐゴシック"/>
              </a:rPr>
              <a:t>・カメラを基準としたカメラ座標系からキーボードを基準とした世界座標系への変換</a:t>
            </a: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r>
              <a:rPr lang="ja-JP" sz="2800" b="0" u="none" strike="noStrike">
                <a:solidFill>
                  <a:schemeClr val="dk1"/>
                </a:solidFill>
                <a:effectLst/>
                <a:uFillTx/>
                <a:latin typeface="ＭＳ Ｐゴシック"/>
                <a:ea typeface="ＭＳ Ｐゴシック"/>
              </a:rPr>
              <a:t>・共同研究との統合</a:t>
            </a:r>
            <a:endParaRPr lang="en-US" sz="2800" b="0" u="none" strike="noStrike">
              <a:solidFill>
                <a:schemeClr val="dk1"/>
              </a:solidFill>
              <a:effectLst/>
              <a:uFillTx/>
              <a:latin typeface="Aptos"/>
            </a:endParaRPr>
          </a:p>
        </p:txBody>
      </p:sp>
    </p:spTree>
  </p:cSld>
  <p:clrMapOvr>
    <a:masterClrMapping/>
  </p:clrMapOvr>
</p:sld>
</file>

<file path=ppt/theme/theme1.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majorFont>
      <a:minorFont>
        <a:latin typeface="Aptos"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577</TotalTime>
  <Words>501</Words>
  <Application>Microsoft Office PowerPoint</Application>
  <PresentationFormat>ワイド画面</PresentationFormat>
  <Paragraphs>61</Paragraphs>
  <Slides>11</Slides>
  <Notes>0</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11</vt:i4>
      </vt:variant>
    </vt:vector>
  </HeadingPairs>
  <TitlesOfParts>
    <vt:vector size="21" baseType="lpstr">
      <vt:lpstr>ＭＳ Ｐゴシック</vt:lpstr>
      <vt:lpstr>MSP</vt:lpstr>
      <vt:lpstr>Noto Serif CJK JP</vt:lpstr>
      <vt:lpstr>Aptos</vt:lpstr>
      <vt:lpstr>Aptos Display</vt:lpstr>
      <vt:lpstr>Arial</vt:lpstr>
      <vt:lpstr>Cambria Math</vt:lpstr>
      <vt:lpstr>Symbol</vt:lpstr>
      <vt:lpstr>Wingdings</vt:lpstr>
      <vt:lpstr>Office Theme</vt:lpstr>
      <vt:lpstr>両眼カメラによるMediaPipe Hand Landmarkerタスクの精度向上</vt:lpstr>
      <vt:lpstr>背景</vt:lpstr>
      <vt:lpstr> MediaPipe Hand Landmarkerについて</vt:lpstr>
      <vt:lpstr>先行研究の課題</vt:lpstr>
      <vt:lpstr>目的</vt:lpstr>
      <vt:lpstr>概要</vt:lpstr>
      <vt:lpstr>三角測量について</vt:lpstr>
      <vt:lpstr>射影行列P</vt:lpstr>
      <vt:lpstr>キャリブレーション</vt:lpstr>
      <vt:lpstr>研究の現状</vt:lpstr>
      <vt:lpstr>今後の方針・課題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萩郁人</dc:creator>
  <cp:lastModifiedBy>5I25 萩 郁人【鈴鹿】</cp:lastModifiedBy>
  <cp:revision>2</cp:revision>
  <dcterms:modified xsi:type="dcterms:W3CDTF">2025-10-08T13:58:06Z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2025-10-07T12:17:36Z</dcterms:created>
  <dc:creator>5I25 萩 郁人【鈴鹿】</dc:creator>
  <dc:description/>
  <dc:language>ja-JP</dc:language>
  <cp:lastModifiedBy/>
  <dcterms:modified xsi:type="dcterms:W3CDTF">2025-10-08T18:02:04Z</dcterms:modified>
  <cp:revision>4</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0x0101003F66480A09F15D42854004C53E6862D1</vt:lpwstr>
  </property>
  <property fmtid="{D5CDD505-2E9C-101B-9397-08002B2CF9AE}" pid="3" name="PresentationFormat">
    <vt:lpwstr>ワイド画面</vt:lpwstr>
  </property>
  <property fmtid="{D5CDD505-2E9C-101B-9397-08002B2CF9AE}" pid="4" name="Slides">
    <vt:i4>9</vt:i4>
  </property>
</Properties>
</file>