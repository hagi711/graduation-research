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sldIdLst>
    <p:sldId id="256" r:id="rId2"/>
    <p:sldId id="257" r:id="rId3"/>
    <p:sldId id="265" r:id="rId4"/>
    <p:sldId id="263" r:id="rId5"/>
    <p:sldId id="267" r:id="rId6"/>
    <p:sldId id="259" r:id="rId7"/>
    <p:sldId id="260" r:id="rId8"/>
    <p:sldId id="261" r:id="rId9"/>
    <p:sldId id="269" r:id="rId10"/>
    <p:sldId id="262" r:id="rId11"/>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917DE8-9532-4AAC-96EE-50EE68108CCA}" v="30" dt="2023-10-12T00:23:52.624"/>
    <p1510:client id="{163A2FE5-8C08-40BB-B76F-98F58797AE82}" v="117" dt="2023-10-10T17:02:00.112"/>
    <p1510:client id="{2AA9F022-AA86-91C9-57D9-62851D8D8F38}" v="2" dt="2023-10-12T00:06:31.718"/>
    <p1510:client id="{311B9B52-5CAE-7B76-2697-8834D666A2DF}" v="214" dt="2023-10-11T00:47:14.181"/>
    <p1510:client id="{51B354BE-0FA6-3C3D-F327-71614656AD7D}" v="56" dt="2023-10-11T06:08:11.282"/>
    <p1510:client id="{658273A7-0F62-BA8B-8823-051F9E27CA4C}" v="186" dt="2023-10-11T06:29:26.367"/>
    <p1510:client id="{7C16F1EB-C8D7-482E-8737-8EF57EF79F33}" v="1" dt="2023-10-11T02:54:17.020"/>
    <p1510:client id="{95C8CE58-F978-F467-9E7A-7694064D9C6A}" v="424" dt="2023-10-05T06:18:22.657"/>
    <p1510:client id="{98F9BF76-4EDD-FF1E-A66F-3E72341F06DE}" v="206" dt="2023-10-10T06:08:07.514"/>
    <p1510:client id="{AD9FDDFD-B6E8-49BF-8D15-4B2552B04FFB}" v="28" dt="2023-10-05T02:00:35.187"/>
    <p1510:client id="{BB78A3A4-6C6B-FE38-A63F-CA69861790FB}" v="1" dt="2023-10-10T06:08:27.6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5I35 山下 亞紋【鈴鹿】" userId="S::h31i39@suzuka.kosen-ac.jp::90f79bd7-6b32-4ef9-9a57-ddcb44e8d3aa" providerId="AD" clId="Web-{7C16F1EB-C8D7-482E-8737-8EF57EF79F33}"/>
    <pc:docChg chg="modSld">
      <pc:chgData name="5I35 山下 亞紋【鈴鹿】" userId="S::h31i39@suzuka.kosen-ac.jp::90f79bd7-6b32-4ef9-9a57-ddcb44e8d3aa" providerId="AD" clId="Web-{7C16F1EB-C8D7-482E-8737-8EF57EF79F33}" dt="2023-10-11T02:54:17.020" v="0" actId="1076"/>
      <pc:docMkLst>
        <pc:docMk/>
      </pc:docMkLst>
      <pc:sldChg chg="modSp">
        <pc:chgData name="5I35 山下 亞紋【鈴鹿】" userId="S::h31i39@suzuka.kosen-ac.jp::90f79bd7-6b32-4ef9-9a57-ddcb44e8d3aa" providerId="AD" clId="Web-{7C16F1EB-C8D7-482E-8737-8EF57EF79F33}" dt="2023-10-11T02:54:17.020" v="0" actId="1076"/>
        <pc:sldMkLst>
          <pc:docMk/>
          <pc:sldMk cId="3048491132" sldId="263"/>
        </pc:sldMkLst>
        <pc:picChg chg="mod">
          <ac:chgData name="5I35 山下 亞紋【鈴鹿】" userId="S::h31i39@suzuka.kosen-ac.jp::90f79bd7-6b32-4ef9-9a57-ddcb44e8d3aa" providerId="AD" clId="Web-{7C16F1EB-C8D7-482E-8737-8EF57EF79F33}" dt="2023-10-11T02:54:17.020" v="0" actId="1076"/>
          <ac:picMkLst>
            <pc:docMk/>
            <pc:sldMk cId="3048491132" sldId="263"/>
            <ac:picMk id="4" creationId="{8CEB1ECF-68BA-8EEF-A305-622583BB6351}"/>
          </ac:picMkLst>
        </pc:picChg>
      </pc:sldChg>
    </pc:docChg>
  </pc:docChgLst>
  <pc:docChgLst>
    <pc:chgData name="5I35 山下 亞紋【鈴鹿】" userId="S::h31i39@suzuka.kosen-ac.jp::90f79bd7-6b32-4ef9-9a57-ddcb44e8d3aa" providerId="AD" clId="Web-{658273A7-0F62-BA8B-8823-051F9E27CA4C}"/>
    <pc:docChg chg="modSld">
      <pc:chgData name="5I35 山下 亞紋【鈴鹿】" userId="S::h31i39@suzuka.kosen-ac.jp::90f79bd7-6b32-4ef9-9a57-ddcb44e8d3aa" providerId="AD" clId="Web-{658273A7-0F62-BA8B-8823-051F9E27CA4C}" dt="2023-10-11T06:29:26.367" v="181" actId="20577"/>
      <pc:docMkLst>
        <pc:docMk/>
      </pc:docMkLst>
      <pc:sldChg chg="addSp delSp modSp">
        <pc:chgData name="5I35 山下 亞紋【鈴鹿】" userId="S::h31i39@suzuka.kosen-ac.jp::90f79bd7-6b32-4ef9-9a57-ddcb44e8d3aa" providerId="AD" clId="Web-{658273A7-0F62-BA8B-8823-051F9E27CA4C}" dt="2023-10-11T06:29:26.367" v="181" actId="20577"/>
        <pc:sldMkLst>
          <pc:docMk/>
          <pc:sldMk cId="353879765" sldId="269"/>
        </pc:sldMkLst>
        <pc:spChg chg="mod">
          <ac:chgData name="5I35 山下 亞紋【鈴鹿】" userId="S::h31i39@suzuka.kosen-ac.jp::90f79bd7-6b32-4ef9-9a57-ddcb44e8d3aa" providerId="AD" clId="Web-{658273A7-0F62-BA8B-8823-051F9E27CA4C}" dt="2023-10-11T06:29:26.367" v="181" actId="20577"/>
          <ac:spMkLst>
            <pc:docMk/>
            <pc:sldMk cId="353879765" sldId="269"/>
            <ac:spMk id="3" creationId="{7E1762FD-0F78-8C58-BEF4-3CCEB3D6D1B6}"/>
          </ac:spMkLst>
        </pc:spChg>
        <pc:picChg chg="add del mod">
          <ac:chgData name="5I35 山下 亞紋【鈴鹿】" userId="S::h31i39@suzuka.kosen-ac.jp::90f79bd7-6b32-4ef9-9a57-ddcb44e8d3aa" providerId="AD" clId="Web-{658273A7-0F62-BA8B-8823-051F9E27CA4C}" dt="2023-10-11T06:21:22.105" v="6"/>
          <ac:picMkLst>
            <pc:docMk/>
            <pc:sldMk cId="353879765" sldId="269"/>
            <ac:picMk id="4" creationId="{173D0EEB-6B3A-0F8C-6C2A-23F9EC9C2C5D}"/>
          </ac:picMkLst>
        </pc:picChg>
        <pc:picChg chg="add mod">
          <ac:chgData name="5I35 山下 亞紋【鈴鹿】" userId="S::h31i39@suzuka.kosen-ac.jp::90f79bd7-6b32-4ef9-9a57-ddcb44e8d3aa" providerId="AD" clId="Web-{658273A7-0F62-BA8B-8823-051F9E27CA4C}" dt="2023-10-11T06:22:46.748" v="52" actId="1076"/>
          <ac:picMkLst>
            <pc:docMk/>
            <pc:sldMk cId="353879765" sldId="269"/>
            <ac:picMk id="5" creationId="{BAF585C6-08BB-2BE1-B49A-CA0780B6E6FF}"/>
          </ac:picMkLst>
        </pc:picChg>
        <pc:picChg chg="add mod">
          <ac:chgData name="5I35 山下 亞紋【鈴鹿】" userId="S::h31i39@suzuka.kosen-ac.jp::90f79bd7-6b32-4ef9-9a57-ddcb44e8d3aa" providerId="AD" clId="Web-{658273A7-0F62-BA8B-8823-051F9E27CA4C}" dt="2023-10-11T06:22:44.607" v="51" actId="1076"/>
          <ac:picMkLst>
            <pc:docMk/>
            <pc:sldMk cId="353879765" sldId="269"/>
            <ac:picMk id="6" creationId="{91D6E711-1911-E817-29D4-58F0C1B8CD81}"/>
          </ac:picMkLst>
        </pc:picChg>
      </pc:sldChg>
    </pc:docChg>
  </pc:docChgLst>
  <pc:docChgLst>
    <pc:chgData name="5I35 山下 亞紋【鈴鹿】" userId="S::h31i39@suzuka.kosen-ac.jp::90f79bd7-6b32-4ef9-9a57-ddcb44e8d3aa" providerId="AD" clId="Web-{06917DE8-9532-4AAC-96EE-50EE68108CCA}"/>
    <pc:docChg chg="modSld modMainMaster">
      <pc:chgData name="5I35 山下 亞紋【鈴鹿】" userId="S::h31i39@suzuka.kosen-ac.jp::90f79bd7-6b32-4ef9-9a57-ddcb44e8d3aa" providerId="AD" clId="Web-{06917DE8-9532-4AAC-96EE-50EE68108CCA}" dt="2023-10-12T00:23:52.624" v="29" actId="14100"/>
      <pc:docMkLst>
        <pc:docMk/>
      </pc:docMkLst>
      <pc:sldChg chg="addSp modSp">
        <pc:chgData name="5I35 山下 亞紋【鈴鹿】" userId="S::h31i39@suzuka.kosen-ac.jp::90f79bd7-6b32-4ef9-9a57-ddcb44e8d3aa" providerId="AD" clId="Web-{06917DE8-9532-4AAC-96EE-50EE68108CCA}" dt="2023-10-12T00:21:54.888" v="2"/>
        <pc:sldMkLst>
          <pc:docMk/>
          <pc:sldMk cId="2128380218" sldId="256"/>
        </pc:sldMkLst>
        <pc:spChg chg="add mod">
          <ac:chgData name="5I35 山下 亞紋【鈴鹿】" userId="S::h31i39@suzuka.kosen-ac.jp::90f79bd7-6b32-4ef9-9a57-ddcb44e8d3aa" providerId="AD" clId="Web-{06917DE8-9532-4AAC-96EE-50EE68108CCA}" dt="2023-10-12T00:21:54.888" v="2"/>
          <ac:spMkLst>
            <pc:docMk/>
            <pc:sldMk cId="2128380218" sldId="256"/>
            <ac:spMk id="4" creationId="{5FE679AD-152E-7C90-9E44-5F141446F551}"/>
          </ac:spMkLst>
        </pc:spChg>
      </pc:sldChg>
      <pc:sldChg chg="addSp modSp">
        <pc:chgData name="5I35 山下 亞紋【鈴鹿】" userId="S::h31i39@suzuka.kosen-ac.jp::90f79bd7-6b32-4ef9-9a57-ddcb44e8d3aa" providerId="AD" clId="Web-{06917DE8-9532-4AAC-96EE-50EE68108CCA}" dt="2023-10-12T00:22:01.325" v="3"/>
        <pc:sldMkLst>
          <pc:docMk/>
          <pc:sldMk cId="1799965102" sldId="257"/>
        </pc:sldMkLst>
        <pc:spChg chg="add mod">
          <ac:chgData name="5I35 山下 亞紋【鈴鹿】" userId="S::h31i39@suzuka.kosen-ac.jp::90f79bd7-6b32-4ef9-9a57-ddcb44e8d3aa" providerId="AD" clId="Web-{06917DE8-9532-4AAC-96EE-50EE68108CCA}" dt="2023-10-12T00:22:01.325" v="3"/>
          <ac:spMkLst>
            <pc:docMk/>
            <pc:sldMk cId="1799965102" sldId="257"/>
            <ac:spMk id="5" creationId="{EBF43067-5AAD-CEFA-21A4-2C7E582BE94B}"/>
          </ac:spMkLst>
        </pc:spChg>
      </pc:sldChg>
      <pc:sldChg chg="addSp modSp">
        <pc:chgData name="5I35 山下 亞紋【鈴鹿】" userId="S::h31i39@suzuka.kosen-ac.jp::90f79bd7-6b32-4ef9-9a57-ddcb44e8d3aa" providerId="AD" clId="Web-{06917DE8-9532-4AAC-96EE-50EE68108CCA}" dt="2023-10-12T00:22:03.232" v="4"/>
        <pc:sldMkLst>
          <pc:docMk/>
          <pc:sldMk cId="2745719193" sldId="259"/>
        </pc:sldMkLst>
        <pc:spChg chg="add mod">
          <ac:chgData name="5I35 山下 亞紋【鈴鹿】" userId="S::h31i39@suzuka.kosen-ac.jp::90f79bd7-6b32-4ef9-9a57-ddcb44e8d3aa" providerId="AD" clId="Web-{06917DE8-9532-4AAC-96EE-50EE68108CCA}" dt="2023-10-12T00:22:03.232" v="4"/>
          <ac:spMkLst>
            <pc:docMk/>
            <pc:sldMk cId="2745719193" sldId="259"/>
            <ac:spMk id="5" creationId="{9F84C8E3-E7CC-EDFD-94A6-89275E242B7C}"/>
          </ac:spMkLst>
        </pc:spChg>
        <pc:picChg chg="mod">
          <ac:chgData name="5I35 山下 亞紋【鈴鹿】" userId="S::h31i39@suzuka.kosen-ac.jp::90f79bd7-6b32-4ef9-9a57-ddcb44e8d3aa" providerId="AD" clId="Web-{06917DE8-9532-4AAC-96EE-50EE68108CCA}" dt="2023-10-12T00:19:48.166" v="1" actId="1076"/>
          <ac:picMkLst>
            <pc:docMk/>
            <pc:sldMk cId="2745719193" sldId="259"/>
            <ac:picMk id="4" creationId="{74AD1188-F280-3E47-BDB5-610277F74F6B}"/>
          </ac:picMkLst>
        </pc:picChg>
      </pc:sldChg>
      <pc:sldChg chg="addSp modSp">
        <pc:chgData name="5I35 山下 亞紋【鈴鹿】" userId="S::h31i39@suzuka.kosen-ac.jp::90f79bd7-6b32-4ef9-9a57-ddcb44e8d3aa" providerId="AD" clId="Web-{06917DE8-9532-4AAC-96EE-50EE68108CCA}" dt="2023-10-12T00:22:03.232" v="4"/>
        <pc:sldMkLst>
          <pc:docMk/>
          <pc:sldMk cId="310341100" sldId="260"/>
        </pc:sldMkLst>
        <pc:spChg chg="add mod">
          <ac:chgData name="5I35 山下 亞紋【鈴鹿】" userId="S::h31i39@suzuka.kosen-ac.jp::90f79bd7-6b32-4ef9-9a57-ddcb44e8d3aa" providerId="AD" clId="Web-{06917DE8-9532-4AAC-96EE-50EE68108CCA}" dt="2023-10-12T00:22:03.232" v="4"/>
          <ac:spMkLst>
            <pc:docMk/>
            <pc:sldMk cId="310341100" sldId="260"/>
            <ac:spMk id="4" creationId="{7CB5B0F8-D698-7E35-543A-5A742C305C12}"/>
          </ac:spMkLst>
        </pc:spChg>
      </pc:sldChg>
      <pc:sldChg chg="addSp modSp">
        <pc:chgData name="5I35 山下 亞紋【鈴鹿】" userId="S::h31i39@suzuka.kosen-ac.jp::90f79bd7-6b32-4ef9-9a57-ddcb44e8d3aa" providerId="AD" clId="Web-{06917DE8-9532-4AAC-96EE-50EE68108CCA}" dt="2023-10-12T00:23:09.936" v="24" actId="20577"/>
        <pc:sldMkLst>
          <pc:docMk/>
          <pc:sldMk cId="3141248970" sldId="261"/>
        </pc:sldMkLst>
        <pc:spChg chg="mod">
          <ac:chgData name="5I35 山下 亞紋【鈴鹿】" userId="S::h31i39@suzuka.kosen-ac.jp::90f79bd7-6b32-4ef9-9a57-ddcb44e8d3aa" providerId="AD" clId="Web-{06917DE8-9532-4AAC-96EE-50EE68108CCA}" dt="2023-10-12T00:23:09.936" v="24" actId="20577"/>
          <ac:spMkLst>
            <pc:docMk/>
            <pc:sldMk cId="3141248970" sldId="261"/>
            <ac:spMk id="3" creationId="{7E1762FD-0F78-8C58-BEF4-3CCEB3D6D1B6}"/>
          </ac:spMkLst>
        </pc:spChg>
        <pc:spChg chg="add mod">
          <ac:chgData name="5I35 山下 亞紋【鈴鹿】" userId="S::h31i39@suzuka.kosen-ac.jp::90f79bd7-6b32-4ef9-9a57-ddcb44e8d3aa" providerId="AD" clId="Web-{06917DE8-9532-4AAC-96EE-50EE68108CCA}" dt="2023-10-12T00:22:03.232" v="4"/>
          <ac:spMkLst>
            <pc:docMk/>
            <pc:sldMk cId="3141248970" sldId="261"/>
            <ac:spMk id="4" creationId="{7F80DD36-2841-0FFB-E273-4E2534FDC3AB}"/>
          </ac:spMkLst>
        </pc:spChg>
      </pc:sldChg>
      <pc:sldChg chg="addSp modSp">
        <pc:chgData name="5I35 山下 亞紋【鈴鹿】" userId="S::h31i39@suzuka.kosen-ac.jp::90f79bd7-6b32-4ef9-9a57-ddcb44e8d3aa" providerId="AD" clId="Web-{06917DE8-9532-4AAC-96EE-50EE68108CCA}" dt="2023-10-12T00:22:03.232" v="4"/>
        <pc:sldMkLst>
          <pc:docMk/>
          <pc:sldMk cId="503599972" sldId="262"/>
        </pc:sldMkLst>
        <pc:spChg chg="add mod">
          <ac:chgData name="5I35 山下 亞紋【鈴鹿】" userId="S::h31i39@suzuka.kosen-ac.jp::90f79bd7-6b32-4ef9-9a57-ddcb44e8d3aa" providerId="AD" clId="Web-{06917DE8-9532-4AAC-96EE-50EE68108CCA}" dt="2023-10-12T00:22:03.232" v="4"/>
          <ac:spMkLst>
            <pc:docMk/>
            <pc:sldMk cId="503599972" sldId="262"/>
            <ac:spMk id="4" creationId="{69B0B439-AB0C-BFBB-0191-D27DD8E559DF}"/>
          </ac:spMkLst>
        </pc:spChg>
      </pc:sldChg>
      <pc:sldChg chg="addSp modSp">
        <pc:chgData name="5I35 山下 亞紋【鈴鹿】" userId="S::h31i39@suzuka.kosen-ac.jp::90f79bd7-6b32-4ef9-9a57-ddcb44e8d3aa" providerId="AD" clId="Web-{06917DE8-9532-4AAC-96EE-50EE68108CCA}" dt="2023-10-12T00:23:52.624" v="29" actId="14100"/>
        <pc:sldMkLst>
          <pc:docMk/>
          <pc:sldMk cId="3048491132" sldId="263"/>
        </pc:sldMkLst>
        <pc:spChg chg="add mod">
          <ac:chgData name="5I35 山下 亞紋【鈴鹿】" userId="S::h31i39@suzuka.kosen-ac.jp::90f79bd7-6b32-4ef9-9a57-ddcb44e8d3aa" providerId="AD" clId="Web-{06917DE8-9532-4AAC-96EE-50EE68108CCA}" dt="2023-10-12T00:22:03.232" v="4"/>
          <ac:spMkLst>
            <pc:docMk/>
            <pc:sldMk cId="3048491132" sldId="263"/>
            <ac:spMk id="7" creationId="{AB2169C1-142F-EAD6-8791-50F2C493DC70}"/>
          </ac:spMkLst>
        </pc:spChg>
        <pc:picChg chg="mod">
          <ac:chgData name="5I35 山下 亞紋【鈴鹿】" userId="S::h31i39@suzuka.kosen-ac.jp::90f79bd7-6b32-4ef9-9a57-ddcb44e8d3aa" providerId="AD" clId="Web-{06917DE8-9532-4AAC-96EE-50EE68108CCA}" dt="2023-10-12T00:23:52.624" v="29" actId="14100"/>
          <ac:picMkLst>
            <pc:docMk/>
            <pc:sldMk cId="3048491132" sldId="263"/>
            <ac:picMk id="4" creationId="{8CEB1ECF-68BA-8EEF-A305-622583BB6351}"/>
          </ac:picMkLst>
        </pc:picChg>
      </pc:sldChg>
      <pc:sldChg chg="addSp modSp">
        <pc:chgData name="5I35 山下 亞紋【鈴鹿】" userId="S::h31i39@suzuka.kosen-ac.jp::90f79bd7-6b32-4ef9-9a57-ddcb44e8d3aa" providerId="AD" clId="Web-{06917DE8-9532-4AAC-96EE-50EE68108CCA}" dt="2023-10-12T00:22:03.232" v="4"/>
        <pc:sldMkLst>
          <pc:docMk/>
          <pc:sldMk cId="2964548718" sldId="265"/>
        </pc:sldMkLst>
        <pc:spChg chg="add mod">
          <ac:chgData name="5I35 山下 亞紋【鈴鹿】" userId="S::h31i39@suzuka.kosen-ac.jp::90f79bd7-6b32-4ef9-9a57-ddcb44e8d3aa" providerId="AD" clId="Web-{06917DE8-9532-4AAC-96EE-50EE68108CCA}" dt="2023-10-12T00:22:03.232" v="4"/>
          <ac:spMkLst>
            <pc:docMk/>
            <pc:sldMk cId="2964548718" sldId="265"/>
            <ac:spMk id="6" creationId="{505BD275-636F-0A97-1DFA-BEE2CD992DD2}"/>
          </ac:spMkLst>
        </pc:spChg>
      </pc:sldChg>
      <pc:sldChg chg="addSp modSp">
        <pc:chgData name="5I35 山下 亞紋【鈴鹿】" userId="S::h31i39@suzuka.kosen-ac.jp::90f79bd7-6b32-4ef9-9a57-ddcb44e8d3aa" providerId="AD" clId="Web-{06917DE8-9532-4AAC-96EE-50EE68108CCA}" dt="2023-10-12T00:22:03.232" v="4"/>
        <pc:sldMkLst>
          <pc:docMk/>
          <pc:sldMk cId="615973418" sldId="267"/>
        </pc:sldMkLst>
        <pc:spChg chg="add mod">
          <ac:chgData name="5I35 山下 亞紋【鈴鹿】" userId="S::h31i39@suzuka.kosen-ac.jp::90f79bd7-6b32-4ef9-9a57-ddcb44e8d3aa" providerId="AD" clId="Web-{06917DE8-9532-4AAC-96EE-50EE68108CCA}" dt="2023-10-12T00:22:03.232" v="4"/>
          <ac:spMkLst>
            <pc:docMk/>
            <pc:sldMk cId="615973418" sldId="267"/>
            <ac:spMk id="5" creationId="{5FE3FE9A-CED7-D5AE-2530-1C7DCF5CB15D}"/>
          </ac:spMkLst>
        </pc:spChg>
      </pc:sldChg>
      <pc:sldChg chg="addSp modSp">
        <pc:chgData name="5I35 山下 亞紋【鈴鹿】" userId="S::h31i39@suzuka.kosen-ac.jp::90f79bd7-6b32-4ef9-9a57-ddcb44e8d3aa" providerId="AD" clId="Web-{06917DE8-9532-4AAC-96EE-50EE68108CCA}" dt="2023-10-12T00:22:03.232" v="4"/>
        <pc:sldMkLst>
          <pc:docMk/>
          <pc:sldMk cId="353879765" sldId="269"/>
        </pc:sldMkLst>
        <pc:spChg chg="add mod">
          <ac:chgData name="5I35 山下 亞紋【鈴鹿】" userId="S::h31i39@suzuka.kosen-ac.jp::90f79bd7-6b32-4ef9-9a57-ddcb44e8d3aa" providerId="AD" clId="Web-{06917DE8-9532-4AAC-96EE-50EE68108CCA}" dt="2023-10-12T00:22:03.232" v="4"/>
          <ac:spMkLst>
            <pc:docMk/>
            <pc:sldMk cId="353879765" sldId="269"/>
            <ac:spMk id="4" creationId="{951E67B3-C00C-09D7-EDDE-7AD61C40B589}"/>
          </ac:spMkLst>
        </pc:spChg>
      </pc:sldChg>
      <pc:sldMasterChg chg="mod modSldLayout">
        <pc:chgData name="5I35 山下 亞紋【鈴鹿】" userId="S::h31i39@suzuka.kosen-ac.jp::90f79bd7-6b32-4ef9-9a57-ddcb44e8d3aa" providerId="AD" clId="Web-{06917DE8-9532-4AAC-96EE-50EE68108CCA}" dt="2023-10-12T00:22:03.232" v="4"/>
        <pc:sldMasterMkLst>
          <pc:docMk/>
          <pc:sldMasterMk cId="714020128" sldId="2147483726"/>
        </pc:sldMasterMkLst>
        <pc:sldLayoutChg chg="mod">
          <pc:chgData name="5I35 山下 亞紋【鈴鹿】" userId="S::h31i39@suzuka.kosen-ac.jp::90f79bd7-6b32-4ef9-9a57-ddcb44e8d3aa" providerId="AD" clId="Web-{06917DE8-9532-4AAC-96EE-50EE68108CCA}" dt="2023-10-12T00:22:03.232" v="4"/>
          <pc:sldLayoutMkLst>
            <pc:docMk/>
            <pc:sldMasterMk cId="714020128" sldId="2147483726"/>
            <pc:sldLayoutMk cId="3153391447" sldId="2147483727"/>
          </pc:sldLayoutMkLst>
        </pc:sldLayoutChg>
        <pc:sldLayoutChg chg="mod">
          <pc:chgData name="5I35 山下 亞紋【鈴鹿】" userId="S::h31i39@suzuka.kosen-ac.jp::90f79bd7-6b32-4ef9-9a57-ddcb44e8d3aa" providerId="AD" clId="Web-{06917DE8-9532-4AAC-96EE-50EE68108CCA}" dt="2023-10-12T00:22:03.232" v="4"/>
          <pc:sldLayoutMkLst>
            <pc:docMk/>
            <pc:sldMasterMk cId="714020128" sldId="2147483726"/>
            <pc:sldLayoutMk cId="2135483298" sldId="2147483728"/>
          </pc:sldLayoutMkLst>
        </pc:sldLayoutChg>
        <pc:sldLayoutChg chg="mod">
          <pc:chgData name="5I35 山下 亞紋【鈴鹿】" userId="S::h31i39@suzuka.kosen-ac.jp::90f79bd7-6b32-4ef9-9a57-ddcb44e8d3aa" providerId="AD" clId="Web-{06917DE8-9532-4AAC-96EE-50EE68108CCA}" dt="2023-10-12T00:22:03.232" v="4"/>
          <pc:sldLayoutMkLst>
            <pc:docMk/>
            <pc:sldMasterMk cId="714020128" sldId="2147483726"/>
            <pc:sldLayoutMk cId="2625860103" sldId="2147483729"/>
          </pc:sldLayoutMkLst>
        </pc:sldLayoutChg>
        <pc:sldLayoutChg chg="mod">
          <pc:chgData name="5I35 山下 亞紋【鈴鹿】" userId="S::h31i39@suzuka.kosen-ac.jp::90f79bd7-6b32-4ef9-9a57-ddcb44e8d3aa" providerId="AD" clId="Web-{06917DE8-9532-4AAC-96EE-50EE68108CCA}" dt="2023-10-12T00:22:03.232" v="4"/>
          <pc:sldLayoutMkLst>
            <pc:docMk/>
            <pc:sldMasterMk cId="714020128" sldId="2147483726"/>
            <pc:sldLayoutMk cId="1138770471" sldId="2147483730"/>
          </pc:sldLayoutMkLst>
        </pc:sldLayoutChg>
        <pc:sldLayoutChg chg="mod">
          <pc:chgData name="5I35 山下 亞紋【鈴鹿】" userId="S::h31i39@suzuka.kosen-ac.jp::90f79bd7-6b32-4ef9-9a57-ddcb44e8d3aa" providerId="AD" clId="Web-{06917DE8-9532-4AAC-96EE-50EE68108CCA}" dt="2023-10-12T00:22:03.232" v="4"/>
          <pc:sldLayoutMkLst>
            <pc:docMk/>
            <pc:sldMasterMk cId="714020128" sldId="2147483726"/>
            <pc:sldLayoutMk cId="343840651" sldId="2147483731"/>
          </pc:sldLayoutMkLst>
        </pc:sldLayoutChg>
        <pc:sldLayoutChg chg="mod">
          <pc:chgData name="5I35 山下 亞紋【鈴鹿】" userId="S::h31i39@suzuka.kosen-ac.jp::90f79bd7-6b32-4ef9-9a57-ddcb44e8d3aa" providerId="AD" clId="Web-{06917DE8-9532-4AAC-96EE-50EE68108CCA}" dt="2023-10-12T00:22:03.232" v="4"/>
          <pc:sldLayoutMkLst>
            <pc:docMk/>
            <pc:sldMasterMk cId="714020128" sldId="2147483726"/>
            <pc:sldLayoutMk cId="626680011" sldId="2147483732"/>
          </pc:sldLayoutMkLst>
        </pc:sldLayoutChg>
        <pc:sldLayoutChg chg="mod">
          <pc:chgData name="5I35 山下 亞紋【鈴鹿】" userId="S::h31i39@suzuka.kosen-ac.jp::90f79bd7-6b32-4ef9-9a57-ddcb44e8d3aa" providerId="AD" clId="Web-{06917DE8-9532-4AAC-96EE-50EE68108CCA}" dt="2023-10-12T00:22:03.232" v="4"/>
          <pc:sldLayoutMkLst>
            <pc:docMk/>
            <pc:sldMasterMk cId="714020128" sldId="2147483726"/>
            <pc:sldLayoutMk cId="3521040020" sldId="2147483733"/>
          </pc:sldLayoutMkLst>
        </pc:sldLayoutChg>
        <pc:sldLayoutChg chg="mod">
          <pc:chgData name="5I35 山下 亞紋【鈴鹿】" userId="S::h31i39@suzuka.kosen-ac.jp::90f79bd7-6b32-4ef9-9a57-ddcb44e8d3aa" providerId="AD" clId="Web-{06917DE8-9532-4AAC-96EE-50EE68108CCA}" dt="2023-10-12T00:22:03.232" v="4"/>
          <pc:sldLayoutMkLst>
            <pc:docMk/>
            <pc:sldMasterMk cId="714020128" sldId="2147483726"/>
            <pc:sldLayoutMk cId="338295962" sldId="2147483734"/>
          </pc:sldLayoutMkLst>
        </pc:sldLayoutChg>
        <pc:sldLayoutChg chg="mod">
          <pc:chgData name="5I35 山下 亞紋【鈴鹿】" userId="S::h31i39@suzuka.kosen-ac.jp::90f79bd7-6b32-4ef9-9a57-ddcb44e8d3aa" providerId="AD" clId="Web-{06917DE8-9532-4AAC-96EE-50EE68108CCA}" dt="2023-10-12T00:22:03.232" v="4"/>
          <pc:sldLayoutMkLst>
            <pc:docMk/>
            <pc:sldMasterMk cId="714020128" sldId="2147483726"/>
            <pc:sldLayoutMk cId="3219214486" sldId="2147483735"/>
          </pc:sldLayoutMkLst>
        </pc:sldLayoutChg>
        <pc:sldLayoutChg chg="mod">
          <pc:chgData name="5I35 山下 亞紋【鈴鹿】" userId="S::h31i39@suzuka.kosen-ac.jp::90f79bd7-6b32-4ef9-9a57-ddcb44e8d3aa" providerId="AD" clId="Web-{06917DE8-9532-4AAC-96EE-50EE68108CCA}" dt="2023-10-12T00:22:03.232" v="4"/>
          <pc:sldLayoutMkLst>
            <pc:docMk/>
            <pc:sldMasterMk cId="714020128" sldId="2147483726"/>
            <pc:sldLayoutMk cId="300594260" sldId="2147483736"/>
          </pc:sldLayoutMkLst>
        </pc:sldLayoutChg>
        <pc:sldLayoutChg chg="mod">
          <pc:chgData name="5I35 山下 亞紋【鈴鹿】" userId="S::h31i39@suzuka.kosen-ac.jp::90f79bd7-6b32-4ef9-9a57-ddcb44e8d3aa" providerId="AD" clId="Web-{06917DE8-9532-4AAC-96EE-50EE68108CCA}" dt="2023-10-12T00:22:03.232" v="4"/>
          <pc:sldLayoutMkLst>
            <pc:docMk/>
            <pc:sldMasterMk cId="714020128" sldId="2147483726"/>
            <pc:sldLayoutMk cId="3172352004" sldId="2147483737"/>
          </pc:sldLayoutMkLst>
        </pc:sldLayoutChg>
        <pc:sldLayoutChg chg="mod">
          <pc:chgData name="5I35 山下 亞紋【鈴鹿】" userId="S::h31i39@suzuka.kosen-ac.jp::90f79bd7-6b32-4ef9-9a57-ddcb44e8d3aa" providerId="AD" clId="Web-{06917DE8-9532-4AAC-96EE-50EE68108CCA}" dt="2023-10-12T00:22:03.232" v="4"/>
          <pc:sldLayoutMkLst>
            <pc:docMk/>
            <pc:sldMasterMk cId="714020128" sldId="2147483726"/>
            <pc:sldLayoutMk cId="2750967759" sldId="2147483738"/>
          </pc:sldLayoutMkLst>
        </pc:sldLayoutChg>
        <pc:sldLayoutChg chg="mod">
          <pc:chgData name="5I35 山下 亞紋【鈴鹿】" userId="S::h31i39@suzuka.kosen-ac.jp::90f79bd7-6b32-4ef9-9a57-ddcb44e8d3aa" providerId="AD" clId="Web-{06917DE8-9532-4AAC-96EE-50EE68108CCA}" dt="2023-10-12T00:22:03.232" v="4"/>
          <pc:sldLayoutMkLst>
            <pc:docMk/>
            <pc:sldMasterMk cId="714020128" sldId="2147483726"/>
            <pc:sldLayoutMk cId="2246893184" sldId="2147483739"/>
          </pc:sldLayoutMkLst>
        </pc:sldLayoutChg>
        <pc:sldLayoutChg chg="mod">
          <pc:chgData name="5I35 山下 亞紋【鈴鹿】" userId="S::h31i39@suzuka.kosen-ac.jp::90f79bd7-6b32-4ef9-9a57-ddcb44e8d3aa" providerId="AD" clId="Web-{06917DE8-9532-4AAC-96EE-50EE68108CCA}" dt="2023-10-12T00:22:03.232" v="4"/>
          <pc:sldLayoutMkLst>
            <pc:docMk/>
            <pc:sldMasterMk cId="714020128" sldId="2147483726"/>
            <pc:sldLayoutMk cId="910963377" sldId="2147483740"/>
          </pc:sldLayoutMkLst>
        </pc:sldLayoutChg>
        <pc:sldLayoutChg chg="mod">
          <pc:chgData name="5I35 山下 亞紋【鈴鹿】" userId="S::h31i39@suzuka.kosen-ac.jp::90f79bd7-6b32-4ef9-9a57-ddcb44e8d3aa" providerId="AD" clId="Web-{06917DE8-9532-4AAC-96EE-50EE68108CCA}" dt="2023-10-12T00:22:03.232" v="4"/>
          <pc:sldLayoutMkLst>
            <pc:docMk/>
            <pc:sldMasterMk cId="714020128" sldId="2147483726"/>
            <pc:sldLayoutMk cId="2471368263" sldId="2147483741"/>
          </pc:sldLayoutMkLst>
        </pc:sldLayoutChg>
        <pc:sldLayoutChg chg="mod">
          <pc:chgData name="5I35 山下 亞紋【鈴鹿】" userId="S::h31i39@suzuka.kosen-ac.jp::90f79bd7-6b32-4ef9-9a57-ddcb44e8d3aa" providerId="AD" clId="Web-{06917DE8-9532-4AAC-96EE-50EE68108CCA}" dt="2023-10-12T00:22:03.232" v="4"/>
          <pc:sldLayoutMkLst>
            <pc:docMk/>
            <pc:sldMasterMk cId="714020128" sldId="2147483726"/>
            <pc:sldLayoutMk cId="691311649" sldId="2147483742"/>
          </pc:sldLayoutMkLst>
        </pc:sldLayoutChg>
        <pc:sldLayoutChg chg="mod">
          <pc:chgData name="5I35 山下 亞紋【鈴鹿】" userId="S::h31i39@suzuka.kosen-ac.jp::90f79bd7-6b32-4ef9-9a57-ddcb44e8d3aa" providerId="AD" clId="Web-{06917DE8-9532-4AAC-96EE-50EE68108CCA}" dt="2023-10-12T00:22:03.232" v="4"/>
          <pc:sldLayoutMkLst>
            <pc:docMk/>
            <pc:sldMasterMk cId="714020128" sldId="2147483726"/>
            <pc:sldLayoutMk cId="1625416012" sldId="2147483743"/>
          </pc:sldLayoutMkLst>
        </pc:sldLayoutChg>
      </pc:sldMasterChg>
    </pc:docChg>
  </pc:docChgLst>
  <pc:docChgLst>
    <pc:chgData name="5I35 山下 亞紋【鈴鹿】" userId="S::h31i39@suzuka.kosen-ac.jp::90f79bd7-6b32-4ef9-9a57-ddcb44e8d3aa" providerId="AD" clId="Web-{2AA9F022-AA86-91C9-57D9-62851D8D8F38}"/>
    <pc:docChg chg="modSld">
      <pc:chgData name="5I35 山下 亞紋【鈴鹿】" userId="S::h31i39@suzuka.kosen-ac.jp::90f79bd7-6b32-4ef9-9a57-ddcb44e8d3aa" providerId="AD" clId="Web-{2AA9F022-AA86-91C9-57D9-62851D8D8F38}" dt="2023-10-12T00:06:31.718" v="1" actId="20577"/>
      <pc:docMkLst>
        <pc:docMk/>
      </pc:docMkLst>
      <pc:sldChg chg="modSp">
        <pc:chgData name="5I35 山下 亞紋【鈴鹿】" userId="S::h31i39@suzuka.kosen-ac.jp::90f79bd7-6b32-4ef9-9a57-ddcb44e8d3aa" providerId="AD" clId="Web-{2AA9F022-AA86-91C9-57D9-62851D8D8F38}" dt="2023-10-12T00:06:31.718" v="1" actId="20577"/>
        <pc:sldMkLst>
          <pc:docMk/>
          <pc:sldMk cId="2745719193" sldId="259"/>
        </pc:sldMkLst>
        <pc:spChg chg="mod">
          <ac:chgData name="5I35 山下 亞紋【鈴鹿】" userId="S::h31i39@suzuka.kosen-ac.jp::90f79bd7-6b32-4ef9-9a57-ddcb44e8d3aa" providerId="AD" clId="Web-{2AA9F022-AA86-91C9-57D9-62851D8D8F38}" dt="2023-10-12T00:06:31.718" v="1" actId="20577"/>
          <ac:spMkLst>
            <pc:docMk/>
            <pc:sldMk cId="2745719193" sldId="259"/>
            <ac:spMk id="3" creationId="{9B3E204D-FACE-7871-30B7-74D3A5F9CB8C}"/>
          </ac:spMkLst>
        </pc:spChg>
      </pc:sldChg>
    </pc:docChg>
  </pc:docChgLst>
  <pc:docChgLst>
    <pc:chgData name="5I35 山下 亞紋【鈴鹿】" userId="S::h31i39@suzuka.kosen-ac.jp::90f79bd7-6b32-4ef9-9a57-ddcb44e8d3aa" providerId="AD" clId="Web-{51B354BE-0FA6-3C3D-F327-71614656AD7D}"/>
    <pc:docChg chg="addSld delSld modSld">
      <pc:chgData name="5I35 山下 亞紋【鈴鹿】" userId="S::h31i39@suzuka.kosen-ac.jp::90f79bd7-6b32-4ef9-9a57-ddcb44e8d3aa" providerId="AD" clId="Web-{51B354BE-0FA6-3C3D-F327-71614656AD7D}" dt="2023-10-11T06:08:11.282" v="55" actId="20577"/>
      <pc:docMkLst>
        <pc:docMk/>
      </pc:docMkLst>
      <pc:sldChg chg="modSp">
        <pc:chgData name="5I35 山下 亞紋【鈴鹿】" userId="S::h31i39@suzuka.kosen-ac.jp::90f79bd7-6b32-4ef9-9a57-ddcb44e8d3aa" providerId="AD" clId="Web-{51B354BE-0FA6-3C3D-F327-71614656AD7D}" dt="2023-10-11T05:54:29.766" v="30" actId="20577"/>
        <pc:sldMkLst>
          <pc:docMk/>
          <pc:sldMk cId="3141248970" sldId="261"/>
        </pc:sldMkLst>
        <pc:spChg chg="mod">
          <ac:chgData name="5I35 山下 亞紋【鈴鹿】" userId="S::h31i39@suzuka.kosen-ac.jp::90f79bd7-6b32-4ef9-9a57-ddcb44e8d3aa" providerId="AD" clId="Web-{51B354BE-0FA6-3C3D-F327-71614656AD7D}" dt="2023-10-11T05:54:29.766" v="30" actId="20577"/>
          <ac:spMkLst>
            <pc:docMk/>
            <pc:sldMk cId="3141248970" sldId="261"/>
            <ac:spMk id="3" creationId="{7E1762FD-0F78-8C58-BEF4-3CCEB3D6D1B6}"/>
          </ac:spMkLst>
        </pc:spChg>
      </pc:sldChg>
      <pc:sldChg chg="new del">
        <pc:chgData name="5I35 山下 亞紋【鈴鹿】" userId="S::h31i39@suzuka.kosen-ac.jp::90f79bd7-6b32-4ef9-9a57-ddcb44e8d3aa" providerId="AD" clId="Web-{51B354BE-0FA6-3C3D-F327-71614656AD7D}" dt="2023-10-11T05:57:22.206" v="33"/>
        <pc:sldMkLst>
          <pc:docMk/>
          <pc:sldMk cId="2961458288" sldId="268"/>
        </pc:sldMkLst>
      </pc:sldChg>
      <pc:sldChg chg="delSp modSp add replId">
        <pc:chgData name="5I35 山下 亞紋【鈴鹿】" userId="S::h31i39@suzuka.kosen-ac.jp::90f79bd7-6b32-4ef9-9a57-ddcb44e8d3aa" providerId="AD" clId="Web-{51B354BE-0FA6-3C3D-F327-71614656AD7D}" dt="2023-10-11T06:08:11.282" v="55" actId="20577"/>
        <pc:sldMkLst>
          <pc:docMk/>
          <pc:sldMk cId="353879765" sldId="269"/>
        </pc:sldMkLst>
        <pc:spChg chg="mod">
          <ac:chgData name="5I35 山下 亞紋【鈴鹿】" userId="S::h31i39@suzuka.kosen-ac.jp::90f79bd7-6b32-4ef9-9a57-ddcb44e8d3aa" providerId="AD" clId="Web-{51B354BE-0FA6-3C3D-F327-71614656AD7D}" dt="2023-10-11T06:08:11.282" v="55" actId="20577"/>
          <ac:spMkLst>
            <pc:docMk/>
            <pc:sldMk cId="353879765" sldId="269"/>
            <ac:spMk id="3" creationId="{7E1762FD-0F78-8C58-BEF4-3CCEB3D6D1B6}"/>
          </ac:spMkLst>
        </pc:spChg>
        <pc:picChg chg="del">
          <ac:chgData name="5I35 山下 亞紋【鈴鹿】" userId="S::h31i39@suzuka.kosen-ac.jp::90f79bd7-6b32-4ef9-9a57-ddcb44e8d3aa" providerId="AD" clId="Web-{51B354BE-0FA6-3C3D-F327-71614656AD7D}" dt="2023-10-11T05:57:28.550" v="34"/>
          <ac:picMkLst>
            <pc:docMk/>
            <pc:sldMk cId="353879765" sldId="269"/>
            <ac:picMk id="5" creationId="{3270C7AB-359C-D765-A777-E418E9C5CFD3}"/>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10/11/2023</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153391447"/>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10/11/2023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135483298"/>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625860103"/>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10/11/2023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138770471"/>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10/11/2023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43840651"/>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10/11/2023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626680011"/>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10/11/2023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521040020"/>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38295962"/>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219214486"/>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00594260"/>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172352004"/>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750967759"/>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246893184"/>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910963377"/>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471368263"/>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10/11/2023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691311649"/>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10/11/2023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625416012"/>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10/11/2023</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a:p>
        </p:txBody>
      </p:sp>
    </p:spTree>
    <p:extLst>
      <p:ext uri="{BB962C8B-B14F-4D97-AF65-F5344CB8AC3E}">
        <p14:creationId xmlns:p14="http://schemas.microsoft.com/office/powerpoint/2010/main" val="714020128"/>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 id="2147483739" r:id="rId13"/>
    <p:sldLayoutId id="2147483740" r:id="rId14"/>
    <p:sldLayoutId id="2147483741" r:id="rId15"/>
    <p:sldLayoutId id="2147483742" r:id="rId16"/>
    <p:sldLayoutId id="2147483743" r:id="rId17"/>
  </p:sldLayoutIdLst>
  <p:hf hdr="0" ftr="0" dt="0"/>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107157" y="1134269"/>
            <a:ext cx="11775278" cy="2387600"/>
          </a:xfrm>
        </p:spPr>
        <p:txBody>
          <a:bodyPr>
            <a:normAutofit/>
          </a:bodyPr>
          <a:lstStyle/>
          <a:p>
            <a:pPr algn="ctr"/>
            <a:r>
              <a:rPr lang="ja-JP" altLang="en-US" sz="4800">
                <a:ea typeface="ＭＳ Ｐゴシック"/>
                <a:cs typeface="Calibri Light"/>
              </a:rPr>
              <a:t>ディープラーニングを用いた</a:t>
            </a:r>
            <a:br>
              <a:rPr lang="ja-JP" altLang="en-US" sz="4800">
                <a:ea typeface="ＭＳ Ｐゴシック"/>
                <a:cs typeface="Calibri Light"/>
              </a:rPr>
            </a:br>
            <a:r>
              <a:rPr lang="ja-JP" altLang="en-US" sz="4800">
                <a:ea typeface="ＭＳ Ｐゴシック"/>
                <a:cs typeface="Calibri Light"/>
              </a:rPr>
              <a:t>スローアウェイバイトのチップの角度検出</a:t>
            </a:r>
            <a:endParaRPr lang="ja-JP" altLang="en-US" sz="4800">
              <a:ea typeface="HGｺﾞｼｯｸM"/>
            </a:endParaRPr>
          </a:p>
        </p:txBody>
      </p:sp>
      <p:sp>
        <p:nvSpPr>
          <p:cNvPr id="3" name="サブタイトル 2"/>
          <p:cNvSpPr>
            <a:spLocks noGrp="1"/>
          </p:cNvSpPr>
          <p:nvPr>
            <p:ph type="subTitle" idx="1"/>
          </p:nvPr>
        </p:nvSpPr>
        <p:spPr>
          <a:xfrm>
            <a:off x="2777064" y="3996267"/>
            <a:ext cx="6987645" cy="1388534"/>
          </a:xfrm>
        </p:spPr>
        <p:txBody>
          <a:bodyPr vert="horz" lIns="91440" tIns="45720" rIns="91440" bIns="45720" rtlCol="0" anchor="t">
            <a:normAutofit/>
          </a:bodyPr>
          <a:lstStyle/>
          <a:p>
            <a:pPr algn="l"/>
            <a:r>
              <a:rPr lang="ja-JP" altLang="en-US">
                <a:ea typeface="ＭＳ Ｐゴシック"/>
                <a:cs typeface="Calibri"/>
              </a:rPr>
              <a:t>箕浦研究室　５I３５　山下亞紋</a:t>
            </a:r>
            <a:endParaRPr lang="ja-JP" altLang="en-US">
              <a:cs typeface="Calibri" panose="020F0502020204030204"/>
            </a:endParaRPr>
          </a:p>
        </p:txBody>
      </p:sp>
      <p:sp>
        <p:nvSpPr>
          <p:cNvPr id="4" name="スライド番号プレースホルダー 3">
            <a:extLst>
              <a:ext uri="{FF2B5EF4-FFF2-40B4-BE49-F238E27FC236}">
                <a16:creationId xmlns:a16="http://schemas.microsoft.com/office/drawing/2014/main" id="{5FE679AD-152E-7C90-9E44-5F141446F551}"/>
              </a:ext>
            </a:extLst>
          </p:cNvPr>
          <p:cNvSpPr>
            <a:spLocks noGrp="1"/>
          </p:cNvSpPr>
          <p:nvPr>
            <p:ph type="sldNum" sz="quarter" idx="12"/>
          </p:nvPr>
        </p:nvSpPr>
        <p:spPr/>
        <p:txBody>
          <a:bodyPr/>
          <a:lstStyle/>
          <a:p>
            <a:fld id="{D57F1E4F-1CFF-5643-939E-217C01CDF565}" type="slidenum">
              <a:rPr lang="en-US" dirty="0"/>
              <a:pPr/>
              <a:t>1</a:t>
            </a:fld>
            <a:endParaRPr lang="ja-JP" altLang="en-US"/>
          </a:p>
        </p:txBody>
      </p:sp>
    </p:spTree>
    <p:extLst>
      <p:ext uri="{BB962C8B-B14F-4D97-AF65-F5344CB8AC3E}">
        <p14:creationId xmlns:p14="http://schemas.microsoft.com/office/powerpoint/2010/main" val="21283802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CC7FD59-6214-673F-8892-86C452745C03}"/>
              </a:ext>
            </a:extLst>
          </p:cNvPr>
          <p:cNvSpPr>
            <a:spLocks noGrp="1"/>
          </p:cNvSpPr>
          <p:nvPr>
            <p:ph type="title"/>
          </p:nvPr>
        </p:nvSpPr>
        <p:spPr/>
        <p:txBody>
          <a:bodyPr vert="horz" lIns="91440" tIns="45720" rIns="91440" bIns="45720" rtlCol="0" anchor="t">
            <a:normAutofit/>
          </a:bodyPr>
          <a:lstStyle/>
          <a:p>
            <a:pPr algn="l"/>
            <a:r>
              <a:rPr lang="ja-JP" altLang="en-US">
                <a:ea typeface="HGｺﾞｼｯｸM"/>
              </a:rPr>
              <a:t>背景</a:t>
            </a:r>
            <a:endParaRPr lang="ja-JP" altLang="en-US"/>
          </a:p>
        </p:txBody>
      </p:sp>
      <p:sp>
        <p:nvSpPr>
          <p:cNvPr id="3" name="コンテンツ プレースホルダー 2">
            <a:extLst>
              <a:ext uri="{FF2B5EF4-FFF2-40B4-BE49-F238E27FC236}">
                <a16:creationId xmlns:a16="http://schemas.microsoft.com/office/drawing/2014/main" id="{C159269D-2629-1A27-FB71-F08826FA2C98}"/>
              </a:ext>
            </a:extLst>
          </p:cNvPr>
          <p:cNvSpPr>
            <a:spLocks noGrp="1"/>
          </p:cNvSpPr>
          <p:nvPr>
            <p:ph idx="1"/>
          </p:nvPr>
        </p:nvSpPr>
        <p:spPr>
          <a:xfrm>
            <a:off x="1484310" y="1869280"/>
            <a:ext cx="10018713" cy="4469607"/>
          </a:xfrm>
        </p:spPr>
        <p:txBody>
          <a:bodyPr vert="horz" lIns="91440" tIns="45720" rIns="91440" bIns="45720" rtlCol="0" anchor="t">
            <a:normAutofit/>
          </a:bodyPr>
          <a:lstStyle/>
          <a:p>
            <a:pPr marL="342900" indent="-342900"/>
            <a:r>
              <a:rPr lang="ja-JP" altLang="en-US">
                <a:ea typeface="HGｺﾞｼｯｸM"/>
              </a:rPr>
              <a:t>近年では工場の自動化が進んでいる。</a:t>
            </a:r>
            <a:endParaRPr lang="ja-JP">
              <a:ea typeface="HGｺﾞｼｯｸM"/>
            </a:endParaRPr>
          </a:p>
          <a:p>
            <a:pPr marL="0" indent="0">
              <a:buNone/>
            </a:pPr>
            <a:r>
              <a:rPr lang="ja-JP" altLang="en-US">
                <a:ea typeface="HGｺﾞｼｯｸM"/>
              </a:rPr>
              <a:t>　そのため精度の高い物体検出システムが必要に</a:t>
            </a:r>
          </a:p>
          <a:p>
            <a:pPr marL="0" indent="0">
              <a:buNone/>
            </a:pPr>
            <a:endParaRPr lang="ja-JP" altLang="en-US">
              <a:ea typeface="HGｺﾞｼｯｸM"/>
            </a:endParaRPr>
          </a:p>
          <a:p>
            <a:pPr marL="0" indent="0">
              <a:buNone/>
            </a:pPr>
            <a:r>
              <a:rPr lang="ja-JP" altLang="en-US">
                <a:ea typeface="HGｺﾞｼｯｸM"/>
              </a:rPr>
              <a:t>　本研究ではスローアウェイバイトのチップの高精度の検出システムを開発する。</a:t>
            </a:r>
          </a:p>
          <a:p>
            <a:pPr marL="0" indent="0">
              <a:buNone/>
            </a:pPr>
            <a:endParaRPr lang="ja-JP" altLang="en-US">
              <a:ea typeface="HGｺﾞｼｯｸM"/>
            </a:endParaRPr>
          </a:p>
          <a:p>
            <a:pPr marL="0" indent="0">
              <a:buNone/>
            </a:pPr>
            <a:r>
              <a:rPr lang="ja-JP" altLang="en-US" sz="2000" b="1" u="sng">
                <a:ea typeface="HGｺﾞｼｯｸM"/>
              </a:rPr>
              <a:t>スローアウェイバイト</a:t>
            </a:r>
          </a:p>
          <a:p>
            <a:pPr marL="0" indent="0">
              <a:buNone/>
            </a:pPr>
            <a:r>
              <a:rPr lang="ja-JP" altLang="en-US">
                <a:ea typeface="HGｺﾞｼｯｸM"/>
              </a:rPr>
              <a:t>　</a:t>
            </a:r>
            <a:r>
              <a:rPr lang="ja-JP" altLang="en-US" sz="1800">
                <a:latin typeface="Calibri"/>
                <a:ea typeface="MS PGothic"/>
                <a:cs typeface="Calibri"/>
              </a:rPr>
              <a:t>旋盤で使用する切削工具の主流となっているもの。　　</a:t>
            </a:r>
            <a:endParaRPr lang="ja-JP" sz="1800">
              <a:latin typeface="Corbel"/>
              <a:ea typeface="MS PGothic"/>
              <a:cs typeface="Calibri"/>
            </a:endParaRPr>
          </a:p>
          <a:p>
            <a:pPr marL="0" indent="0">
              <a:buNone/>
            </a:pPr>
            <a:r>
              <a:rPr lang="ja-JP" altLang="en-US" sz="1800">
                <a:latin typeface="Calibri"/>
                <a:ea typeface="MS PGothic"/>
                <a:cs typeface="Calibri"/>
              </a:rPr>
              <a:t>　先端に取り付けるチップが使い捨てになっている。</a:t>
            </a:r>
          </a:p>
          <a:p>
            <a:pPr marL="0" indent="0">
              <a:buNone/>
            </a:pPr>
            <a:endParaRPr lang="ja-JP" altLang="en-US">
              <a:ea typeface="HGｺﾞｼｯｸM"/>
            </a:endParaRPr>
          </a:p>
        </p:txBody>
      </p:sp>
      <p:sp>
        <p:nvSpPr>
          <p:cNvPr id="4" name="矢印: 右 3">
            <a:extLst>
              <a:ext uri="{FF2B5EF4-FFF2-40B4-BE49-F238E27FC236}">
                <a16:creationId xmlns:a16="http://schemas.microsoft.com/office/drawing/2014/main" id="{82B890FA-72A3-10F5-2ADF-86CD042DE575}"/>
              </a:ext>
            </a:extLst>
          </p:cNvPr>
          <p:cNvSpPr/>
          <p:nvPr/>
        </p:nvSpPr>
        <p:spPr>
          <a:xfrm>
            <a:off x="1547812" y="3512342"/>
            <a:ext cx="250032" cy="19050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pic>
        <p:nvPicPr>
          <p:cNvPr id="8" name="図 7" descr="テキスト が含まれている画像&#10;&#10;説明は自動で生成されたものです">
            <a:extLst>
              <a:ext uri="{FF2B5EF4-FFF2-40B4-BE49-F238E27FC236}">
                <a16:creationId xmlns:a16="http://schemas.microsoft.com/office/drawing/2014/main" id="{6EF5F142-2D20-0D9B-6210-0E7429E84DD6}"/>
              </a:ext>
            </a:extLst>
          </p:cNvPr>
          <p:cNvPicPr>
            <a:picLocks noChangeAspect="1"/>
          </p:cNvPicPr>
          <p:nvPr/>
        </p:nvPicPr>
        <p:blipFill>
          <a:blip r:embed="rId2"/>
          <a:stretch>
            <a:fillRect/>
          </a:stretch>
        </p:blipFill>
        <p:spPr>
          <a:xfrm>
            <a:off x="8070056" y="4252914"/>
            <a:ext cx="3243262" cy="2162174"/>
          </a:xfrm>
          <a:prstGeom prst="rect">
            <a:avLst/>
          </a:prstGeom>
        </p:spPr>
      </p:pic>
      <p:sp>
        <p:nvSpPr>
          <p:cNvPr id="5" name="スライド番号プレースホルダー 4">
            <a:extLst>
              <a:ext uri="{FF2B5EF4-FFF2-40B4-BE49-F238E27FC236}">
                <a16:creationId xmlns:a16="http://schemas.microsoft.com/office/drawing/2014/main" id="{EBF43067-5AAD-CEFA-21A4-2C7E582BE94B}"/>
              </a:ext>
            </a:extLst>
          </p:cNvPr>
          <p:cNvSpPr>
            <a:spLocks noGrp="1"/>
          </p:cNvSpPr>
          <p:nvPr>
            <p:ph type="sldNum" sz="quarter" idx="12"/>
          </p:nvPr>
        </p:nvSpPr>
        <p:spPr/>
        <p:txBody>
          <a:bodyPr/>
          <a:lstStyle/>
          <a:p>
            <a:fld id="{D57F1E4F-1CFF-5643-939E-217C01CDF565}" type="slidenum">
              <a:rPr lang="en-US" dirty="0"/>
              <a:pPr/>
              <a:t>2</a:t>
            </a:fld>
            <a:endParaRPr lang="ja-JP" altLang="en-US"/>
          </a:p>
        </p:txBody>
      </p:sp>
    </p:spTree>
    <p:extLst>
      <p:ext uri="{BB962C8B-B14F-4D97-AF65-F5344CB8AC3E}">
        <p14:creationId xmlns:p14="http://schemas.microsoft.com/office/powerpoint/2010/main" val="17999651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CC7FD59-6214-673F-8892-86C452745C03}"/>
              </a:ext>
            </a:extLst>
          </p:cNvPr>
          <p:cNvSpPr>
            <a:spLocks noGrp="1"/>
          </p:cNvSpPr>
          <p:nvPr>
            <p:ph type="title"/>
          </p:nvPr>
        </p:nvSpPr>
        <p:spPr/>
        <p:txBody>
          <a:bodyPr vert="horz" lIns="91440" tIns="45720" rIns="91440" bIns="45720" rtlCol="0" anchor="t">
            <a:normAutofit/>
          </a:bodyPr>
          <a:lstStyle/>
          <a:p>
            <a:pPr algn="l"/>
            <a:r>
              <a:rPr lang="ja-JP" altLang="en-US">
                <a:ea typeface="HGｺﾞｼｯｸM"/>
              </a:rPr>
              <a:t>背景</a:t>
            </a:r>
            <a:endParaRPr lang="ja-JP" altLang="en-US"/>
          </a:p>
        </p:txBody>
      </p:sp>
      <p:sp>
        <p:nvSpPr>
          <p:cNvPr id="3" name="コンテンツ プレースホルダー 2">
            <a:extLst>
              <a:ext uri="{FF2B5EF4-FFF2-40B4-BE49-F238E27FC236}">
                <a16:creationId xmlns:a16="http://schemas.microsoft.com/office/drawing/2014/main" id="{C159269D-2629-1A27-FB71-F08826FA2C98}"/>
              </a:ext>
            </a:extLst>
          </p:cNvPr>
          <p:cNvSpPr>
            <a:spLocks noGrp="1"/>
          </p:cNvSpPr>
          <p:nvPr>
            <p:ph idx="1"/>
          </p:nvPr>
        </p:nvSpPr>
        <p:spPr>
          <a:xfrm>
            <a:off x="1484310" y="1869280"/>
            <a:ext cx="10018713" cy="4469607"/>
          </a:xfrm>
        </p:spPr>
        <p:txBody>
          <a:bodyPr vert="horz" lIns="91440" tIns="45720" rIns="91440" bIns="45720" rtlCol="0" anchor="t">
            <a:normAutofit/>
          </a:bodyPr>
          <a:lstStyle/>
          <a:p>
            <a:pPr marL="0" indent="0">
              <a:buNone/>
            </a:pPr>
            <a:r>
              <a:rPr lang="ja-JP" altLang="en-US" b="1">
                <a:ea typeface="HGｺﾞｼｯｸM"/>
              </a:rPr>
              <a:t>スローアウェイバイトを対象とする理由</a:t>
            </a:r>
          </a:p>
          <a:p>
            <a:pPr marL="0" indent="0">
              <a:buNone/>
            </a:pPr>
            <a:endParaRPr lang="ja-JP" altLang="en-US">
              <a:ea typeface="HGｺﾞｼｯｸM"/>
            </a:endParaRPr>
          </a:p>
          <a:p>
            <a:pPr marL="342900" indent="-342900"/>
            <a:r>
              <a:rPr lang="ja-JP" altLang="en-US">
                <a:ea typeface="HGｺﾞｼｯｸM"/>
              </a:rPr>
              <a:t>ある工場では検知システムを既製品を組み合わせて使用している。</a:t>
            </a:r>
          </a:p>
          <a:p>
            <a:pPr marL="0" indent="0">
              <a:buNone/>
            </a:pPr>
            <a:r>
              <a:rPr lang="ja-JP" altLang="en-US">
                <a:ea typeface="HGｺﾞｼｯｸM"/>
              </a:rPr>
              <a:t>　不具合が発生した場合、修正が難しい。</a:t>
            </a:r>
          </a:p>
          <a:p>
            <a:pPr marL="342900" indent="-342900"/>
            <a:endParaRPr lang="ja-JP" altLang="en-US">
              <a:ea typeface="HGｺﾞｼｯｸM"/>
            </a:endParaRPr>
          </a:p>
          <a:p>
            <a:pPr marL="342900" indent="-342900">
              <a:buClr>
                <a:srgbClr val="688727"/>
              </a:buClr>
            </a:pPr>
            <a:r>
              <a:rPr lang="ja-JP" altLang="en-US">
                <a:latin typeface="Corbel" panose="020B0503020204020204"/>
                <a:ea typeface="HGｺﾞｼｯｸM"/>
                <a:cs typeface="Calibri"/>
              </a:rPr>
              <a:t>依頼：独自のシステムを開発することで容易に</a:t>
            </a:r>
          </a:p>
          <a:p>
            <a:pPr marL="0" indent="0">
              <a:buClr>
                <a:srgbClr val="688727"/>
              </a:buClr>
              <a:buNone/>
            </a:pPr>
            <a:r>
              <a:rPr lang="ja-JP" altLang="en-US">
                <a:latin typeface="Corbel" panose="020B0503020204020204"/>
                <a:ea typeface="HGｺﾞｼｯｸM"/>
                <a:cs typeface="Calibri"/>
              </a:rPr>
              <a:t>　保守・点検ができるようにしたい。</a:t>
            </a:r>
          </a:p>
          <a:p>
            <a:pPr marL="0" indent="0">
              <a:buClr>
                <a:srgbClr val="8BB434">
                  <a:lumMod val="75000"/>
                </a:srgbClr>
              </a:buClr>
              <a:buNone/>
            </a:pPr>
            <a:endParaRPr lang="ja-JP" altLang="en-US" sz="1800">
              <a:latin typeface="Calibri"/>
              <a:ea typeface="MS PGothic"/>
              <a:cs typeface="Calibri"/>
            </a:endParaRPr>
          </a:p>
          <a:p>
            <a:pPr marL="0" indent="0">
              <a:buNone/>
            </a:pPr>
            <a:endParaRPr lang="ja-JP" altLang="en-US">
              <a:ea typeface="HGｺﾞｼｯｸM"/>
            </a:endParaRPr>
          </a:p>
        </p:txBody>
      </p:sp>
      <p:sp>
        <p:nvSpPr>
          <p:cNvPr id="4" name="矢印: 右 3">
            <a:extLst>
              <a:ext uri="{FF2B5EF4-FFF2-40B4-BE49-F238E27FC236}">
                <a16:creationId xmlns:a16="http://schemas.microsoft.com/office/drawing/2014/main" id="{82B890FA-72A3-10F5-2ADF-86CD042DE575}"/>
              </a:ext>
            </a:extLst>
          </p:cNvPr>
          <p:cNvSpPr/>
          <p:nvPr/>
        </p:nvSpPr>
        <p:spPr>
          <a:xfrm>
            <a:off x="1547812" y="3512342"/>
            <a:ext cx="250032" cy="19050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pic>
        <p:nvPicPr>
          <p:cNvPr id="5" name="図 4" descr="屋内, テーブル, 座る, おもちゃ が含まれている画像&#10;&#10;説明は自動で生成されたものです">
            <a:extLst>
              <a:ext uri="{FF2B5EF4-FFF2-40B4-BE49-F238E27FC236}">
                <a16:creationId xmlns:a16="http://schemas.microsoft.com/office/drawing/2014/main" id="{B9F69C3C-AC39-330F-4D0C-41EAE832FFB0}"/>
              </a:ext>
            </a:extLst>
          </p:cNvPr>
          <p:cNvPicPr>
            <a:picLocks noChangeAspect="1"/>
          </p:cNvPicPr>
          <p:nvPr/>
        </p:nvPicPr>
        <p:blipFill>
          <a:blip r:embed="rId2"/>
          <a:stretch>
            <a:fillRect/>
          </a:stretch>
        </p:blipFill>
        <p:spPr>
          <a:xfrm>
            <a:off x="9185568" y="3513438"/>
            <a:ext cx="2161675" cy="3043882"/>
          </a:xfrm>
          <a:prstGeom prst="rect">
            <a:avLst/>
          </a:prstGeom>
        </p:spPr>
      </p:pic>
      <p:sp>
        <p:nvSpPr>
          <p:cNvPr id="6" name="スライド番号プレースホルダー 5">
            <a:extLst>
              <a:ext uri="{FF2B5EF4-FFF2-40B4-BE49-F238E27FC236}">
                <a16:creationId xmlns:a16="http://schemas.microsoft.com/office/drawing/2014/main" id="{505BD275-636F-0A97-1DFA-BEE2CD992DD2}"/>
              </a:ext>
            </a:extLst>
          </p:cNvPr>
          <p:cNvSpPr>
            <a:spLocks noGrp="1"/>
          </p:cNvSpPr>
          <p:nvPr>
            <p:ph type="sldNum" sz="quarter" idx="12"/>
          </p:nvPr>
        </p:nvSpPr>
        <p:spPr/>
        <p:txBody>
          <a:bodyPr/>
          <a:lstStyle/>
          <a:p>
            <a:fld id="{D57F1E4F-1CFF-5643-939E-217C01CDF565}" type="slidenum">
              <a:rPr lang="en-US" dirty="0"/>
              <a:pPr/>
              <a:t>3</a:t>
            </a:fld>
            <a:endParaRPr lang="ja-JP" altLang="en-US"/>
          </a:p>
        </p:txBody>
      </p:sp>
    </p:spTree>
    <p:extLst>
      <p:ext uri="{BB962C8B-B14F-4D97-AF65-F5344CB8AC3E}">
        <p14:creationId xmlns:p14="http://schemas.microsoft.com/office/powerpoint/2010/main" val="29645487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CC7FD59-6214-673F-8892-86C452745C03}"/>
              </a:ext>
            </a:extLst>
          </p:cNvPr>
          <p:cNvSpPr>
            <a:spLocks noGrp="1"/>
          </p:cNvSpPr>
          <p:nvPr>
            <p:ph type="title"/>
          </p:nvPr>
        </p:nvSpPr>
        <p:spPr/>
        <p:txBody>
          <a:bodyPr vert="horz" lIns="91440" tIns="45720" rIns="91440" bIns="45720" rtlCol="0" anchor="t">
            <a:normAutofit/>
          </a:bodyPr>
          <a:lstStyle/>
          <a:p>
            <a:pPr algn="l"/>
            <a:r>
              <a:rPr lang="ja-JP" altLang="en-US">
                <a:ea typeface="HGｺﾞｼｯｸM"/>
              </a:rPr>
              <a:t>背景</a:t>
            </a:r>
            <a:endParaRPr lang="ja-JP" altLang="en-US"/>
          </a:p>
        </p:txBody>
      </p:sp>
      <p:sp>
        <p:nvSpPr>
          <p:cNvPr id="3" name="コンテンツ プレースホルダー 2">
            <a:extLst>
              <a:ext uri="{FF2B5EF4-FFF2-40B4-BE49-F238E27FC236}">
                <a16:creationId xmlns:a16="http://schemas.microsoft.com/office/drawing/2014/main" id="{C159269D-2629-1A27-FB71-F08826FA2C98}"/>
              </a:ext>
            </a:extLst>
          </p:cNvPr>
          <p:cNvSpPr>
            <a:spLocks noGrp="1"/>
          </p:cNvSpPr>
          <p:nvPr>
            <p:ph idx="1"/>
          </p:nvPr>
        </p:nvSpPr>
        <p:spPr>
          <a:xfrm>
            <a:off x="1484310" y="1869280"/>
            <a:ext cx="10018713" cy="4255294"/>
          </a:xfrm>
        </p:spPr>
        <p:txBody>
          <a:bodyPr vert="horz" lIns="91440" tIns="45720" rIns="91440" bIns="45720" rtlCol="0" anchor="t">
            <a:noAutofit/>
          </a:bodyPr>
          <a:lstStyle/>
          <a:p>
            <a:pPr marL="0" indent="0">
              <a:buNone/>
            </a:pPr>
            <a:r>
              <a:rPr lang="ja-JP" altLang="en-US">
                <a:ea typeface="HGｺﾞｼｯｸM"/>
              </a:rPr>
              <a:t>先行研究</a:t>
            </a:r>
          </a:p>
          <a:p>
            <a:pPr marL="342900" indent="-342900"/>
            <a:r>
              <a:rPr lang="ja-JP" altLang="en-US">
                <a:ea typeface="HGｺﾞｼｯｸM"/>
              </a:rPr>
              <a:t>YOLOv3を用いて物体検出、画像処理によって角度検出</a:t>
            </a:r>
          </a:p>
          <a:p>
            <a:pPr marL="0" indent="0">
              <a:buClr>
                <a:srgbClr val="688727"/>
              </a:buClr>
              <a:buNone/>
            </a:pPr>
            <a:r>
              <a:rPr lang="ja-JP" altLang="en-US">
                <a:ea typeface="HGｺﾞｼｯｸM"/>
              </a:rPr>
              <a:t>　　照光条件など撮影環境の変化に左右されてしまう</a:t>
            </a:r>
          </a:p>
          <a:p>
            <a:pPr marL="0" indent="0">
              <a:buNone/>
            </a:pPr>
            <a:endParaRPr lang="ja-JP" altLang="en-US">
              <a:ea typeface="HGｺﾞｼｯｸM"/>
            </a:endParaRPr>
          </a:p>
          <a:p>
            <a:pPr marL="0" indent="0">
              <a:buNone/>
            </a:pPr>
            <a:r>
              <a:rPr lang="ja-JP" altLang="en-US">
                <a:ea typeface="HGｺﾞｼｯｸM"/>
              </a:rPr>
              <a:t>　　見切れたチップの誤検知</a:t>
            </a:r>
          </a:p>
          <a:p>
            <a:pPr marL="0" indent="0">
              <a:buClr>
                <a:srgbClr val="688727"/>
              </a:buClr>
              <a:buNone/>
            </a:pPr>
            <a:r>
              <a:rPr lang="ja-JP" altLang="en-US">
                <a:ea typeface="HGｺﾞｼｯｸM"/>
              </a:rPr>
              <a:t>　　　▶学習データでは誤検知は起きなかった</a:t>
            </a:r>
            <a:endParaRPr lang="ja-JP" altLang="en-US" sz="2400">
              <a:ea typeface="HGｺﾞｼｯｸM"/>
            </a:endParaRPr>
          </a:p>
          <a:p>
            <a:pPr marL="800100" lvl="1" indent="-342900">
              <a:buClr>
                <a:srgbClr val="688727"/>
              </a:buClr>
            </a:pPr>
            <a:endParaRPr lang="ja-JP" altLang="en-US" sz="2400">
              <a:ea typeface="HGｺﾞｼｯｸM"/>
            </a:endParaRPr>
          </a:p>
        </p:txBody>
      </p:sp>
      <p:sp>
        <p:nvSpPr>
          <p:cNvPr id="5" name="矢印: 右 4">
            <a:extLst>
              <a:ext uri="{FF2B5EF4-FFF2-40B4-BE49-F238E27FC236}">
                <a16:creationId xmlns:a16="http://schemas.microsoft.com/office/drawing/2014/main" id="{EE69C305-D215-5097-A9F9-F9E4D7E3E921}"/>
              </a:ext>
            </a:extLst>
          </p:cNvPr>
          <p:cNvSpPr/>
          <p:nvPr/>
        </p:nvSpPr>
        <p:spPr>
          <a:xfrm>
            <a:off x="1750219" y="3036092"/>
            <a:ext cx="250032" cy="19050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pic>
        <p:nvPicPr>
          <p:cNvPr id="4" name="図 3" descr="背景パターン が含まれている画像&#10;&#10;説明は自動で生成されたものです">
            <a:extLst>
              <a:ext uri="{FF2B5EF4-FFF2-40B4-BE49-F238E27FC236}">
                <a16:creationId xmlns:a16="http://schemas.microsoft.com/office/drawing/2014/main" id="{8CEB1ECF-68BA-8EEF-A305-622583BB6351}"/>
              </a:ext>
            </a:extLst>
          </p:cNvPr>
          <p:cNvPicPr>
            <a:picLocks noChangeAspect="1"/>
          </p:cNvPicPr>
          <p:nvPr/>
        </p:nvPicPr>
        <p:blipFill>
          <a:blip r:embed="rId2"/>
          <a:stretch>
            <a:fillRect/>
          </a:stretch>
        </p:blipFill>
        <p:spPr>
          <a:xfrm>
            <a:off x="8003734" y="3851137"/>
            <a:ext cx="3290285" cy="2450334"/>
          </a:xfrm>
          <a:prstGeom prst="rect">
            <a:avLst/>
          </a:prstGeom>
        </p:spPr>
      </p:pic>
      <p:sp>
        <p:nvSpPr>
          <p:cNvPr id="6" name="矢印: 右 5">
            <a:extLst>
              <a:ext uri="{FF2B5EF4-FFF2-40B4-BE49-F238E27FC236}">
                <a16:creationId xmlns:a16="http://schemas.microsoft.com/office/drawing/2014/main" id="{3659DE3E-2E47-1B78-479E-A84089838AF1}"/>
              </a:ext>
            </a:extLst>
          </p:cNvPr>
          <p:cNvSpPr/>
          <p:nvPr/>
        </p:nvSpPr>
        <p:spPr>
          <a:xfrm>
            <a:off x="1750219" y="4086416"/>
            <a:ext cx="250032" cy="19050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7" name="スライド番号プレースホルダー 6">
            <a:extLst>
              <a:ext uri="{FF2B5EF4-FFF2-40B4-BE49-F238E27FC236}">
                <a16:creationId xmlns:a16="http://schemas.microsoft.com/office/drawing/2014/main" id="{AB2169C1-142F-EAD6-8791-50F2C493DC70}"/>
              </a:ext>
            </a:extLst>
          </p:cNvPr>
          <p:cNvSpPr>
            <a:spLocks noGrp="1"/>
          </p:cNvSpPr>
          <p:nvPr>
            <p:ph type="sldNum" sz="quarter" idx="12"/>
          </p:nvPr>
        </p:nvSpPr>
        <p:spPr/>
        <p:txBody>
          <a:bodyPr/>
          <a:lstStyle/>
          <a:p>
            <a:fld id="{D57F1E4F-1CFF-5643-939E-217C01CDF565}" type="slidenum">
              <a:rPr lang="en-US" dirty="0"/>
              <a:pPr/>
              <a:t>4</a:t>
            </a:fld>
            <a:endParaRPr lang="ja-JP" altLang="en-US"/>
          </a:p>
        </p:txBody>
      </p:sp>
    </p:spTree>
    <p:extLst>
      <p:ext uri="{BB962C8B-B14F-4D97-AF65-F5344CB8AC3E}">
        <p14:creationId xmlns:p14="http://schemas.microsoft.com/office/powerpoint/2010/main" val="30484911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CC7FD59-6214-673F-8892-86C452745C03}"/>
              </a:ext>
            </a:extLst>
          </p:cNvPr>
          <p:cNvSpPr>
            <a:spLocks noGrp="1"/>
          </p:cNvSpPr>
          <p:nvPr>
            <p:ph type="title"/>
          </p:nvPr>
        </p:nvSpPr>
        <p:spPr/>
        <p:txBody>
          <a:bodyPr vert="horz" lIns="91440" tIns="45720" rIns="91440" bIns="45720" rtlCol="0" anchor="t">
            <a:normAutofit/>
          </a:bodyPr>
          <a:lstStyle/>
          <a:p>
            <a:pPr algn="l"/>
            <a:r>
              <a:rPr lang="ja-JP" altLang="en-US">
                <a:ea typeface="HGｺﾞｼｯｸM"/>
              </a:rPr>
              <a:t>背景</a:t>
            </a:r>
            <a:endParaRPr lang="ja-JP" altLang="en-US"/>
          </a:p>
        </p:txBody>
      </p:sp>
      <p:sp>
        <p:nvSpPr>
          <p:cNvPr id="3" name="コンテンツ プレースホルダー 2">
            <a:extLst>
              <a:ext uri="{FF2B5EF4-FFF2-40B4-BE49-F238E27FC236}">
                <a16:creationId xmlns:a16="http://schemas.microsoft.com/office/drawing/2014/main" id="{C159269D-2629-1A27-FB71-F08826FA2C98}"/>
              </a:ext>
            </a:extLst>
          </p:cNvPr>
          <p:cNvSpPr>
            <a:spLocks noGrp="1"/>
          </p:cNvSpPr>
          <p:nvPr>
            <p:ph idx="1"/>
          </p:nvPr>
        </p:nvSpPr>
        <p:spPr>
          <a:xfrm>
            <a:off x="1484310" y="1869280"/>
            <a:ext cx="10018713" cy="4255294"/>
          </a:xfrm>
        </p:spPr>
        <p:txBody>
          <a:bodyPr vert="horz" lIns="91440" tIns="45720" rIns="91440" bIns="45720" rtlCol="0" anchor="t">
            <a:noAutofit/>
          </a:bodyPr>
          <a:lstStyle/>
          <a:p>
            <a:pPr marL="0" indent="0">
              <a:buNone/>
            </a:pPr>
            <a:r>
              <a:rPr lang="ja-JP">
                <a:ea typeface="+mn-lt"/>
                <a:cs typeface="+mn-lt"/>
              </a:rPr>
              <a:t>本研究</a:t>
            </a:r>
          </a:p>
          <a:p>
            <a:pPr marL="342900" indent="-342900">
              <a:buClr>
                <a:srgbClr val="688727"/>
              </a:buClr>
            </a:pPr>
            <a:r>
              <a:rPr lang="ja-JP">
                <a:latin typeface="Arial"/>
                <a:ea typeface="HGｺﾞｼｯｸM"/>
                <a:cs typeface="Arial"/>
              </a:rPr>
              <a:t>ディープラーニングによって撮影環境の変化に強い</a:t>
            </a:r>
          </a:p>
          <a:p>
            <a:pPr marL="0" indent="0">
              <a:buNone/>
            </a:pPr>
            <a:r>
              <a:rPr lang="ja-JP">
                <a:ea typeface="+mn-lt"/>
                <a:cs typeface="+mn-lt"/>
              </a:rPr>
              <a:t>　角度検出方法を検討する。</a:t>
            </a:r>
            <a:endParaRPr lang="ja-JP"/>
          </a:p>
          <a:p>
            <a:pPr marL="0" indent="0">
              <a:buNone/>
            </a:pPr>
            <a:endParaRPr lang="ja-JP" altLang="en-US">
              <a:ea typeface="HGｺﾞｼｯｸM"/>
            </a:endParaRPr>
          </a:p>
          <a:p>
            <a:pPr marL="457200" lvl="1" indent="0">
              <a:buClr>
                <a:srgbClr val="688727"/>
              </a:buClr>
              <a:buNone/>
            </a:pPr>
            <a:r>
              <a:rPr lang="ja-JP" altLang="en-US" sz="2400">
                <a:ea typeface="HGｺﾞｼｯｸM"/>
              </a:rPr>
              <a:t>角度誤差０．１６７°を目標</a:t>
            </a:r>
          </a:p>
          <a:p>
            <a:pPr marL="457200" lvl="1" indent="0">
              <a:buNone/>
            </a:pPr>
            <a:endParaRPr lang="ja-JP" altLang="en-US" sz="2400">
              <a:ea typeface="HGｺﾞｼｯｸM"/>
            </a:endParaRPr>
          </a:p>
          <a:p>
            <a:pPr marL="457200" lvl="1" indent="0">
              <a:buNone/>
            </a:pPr>
            <a:r>
              <a:rPr lang="ja-JP" altLang="en-US" sz="2400">
                <a:ea typeface="HGｺﾞｼｯｸM"/>
              </a:rPr>
              <a:t>工場の環境に対応できる方法</a:t>
            </a:r>
          </a:p>
        </p:txBody>
      </p:sp>
      <p:sp>
        <p:nvSpPr>
          <p:cNvPr id="4" name="矢印: 右 3">
            <a:extLst>
              <a:ext uri="{FF2B5EF4-FFF2-40B4-BE49-F238E27FC236}">
                <a16:creationId xmlns:a16="http://schemas.microsoft.com/office/drawing/2014/main" id="{A46BFF80-F86B-9933-534A-38840A4A27E1}"/>
              </a:ext>
            </a:extLst>
          </p:cNvPr>
          <p:cNvSpPr/>
          <p:nvPr/>
        </p:nvSpPr>
        <p:spPr>
          <a:xfrm>
            <a:off x="1698733" y="4065822"/>
            <a:ext cx="250032" cy="19050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lang="ja-JP" altLang="en-US"/>
          </a:p>
        </p:txBody>
      </p:sp>
      <p:sp>
        <p:nvSpPr>
          <p:cNvPr id="6" name="矢印: 右 5">
            <a:extLst>
              <a:ext uri="{FF2B5EF4-FFF2-40B4-BE49-F238E27FC236}">
                <a16:creationId xmlns:a16="http://schemas.microsoft.com/office/drawing/2014/main" id="{F9DBAD6F-DBA0-C720-DFAF-8E41C8FED2F7}"/>
              </a:ext>
            </a:extLst>
          </p:cNvPr>
          <p:cNvSpPr/>
          <p:nvPr/>
        </p:nvSpPr>
        <p:spPr>
          <a:xfrm>
            <a:off x="1698733" y="5044065"/>
            <a:ext cx="250032" cy="19050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lang="ja-JP" altLang="en-US"/>
          </a:p>
        </p:txBody>
      </p:sp>
      <p:sp>
        <p:nvSpPr>
          <p:cNvPr id="5" name="スライド番号プレースホルダー 4">
            <a:extLst>
              <a:ext uri="{FF2B5EF4-FFF2-40B4-BE49-F238E27FC236}">
                <a16:creationId xmlns:a16="http://schemas.microsoft.com/office/drawing/2014/main" id="{5FE3FE9A-CED7-D5AE-2530-1C7DCF5CB15D}"/>
              </a:ext>
            </a:extLst>
          </p:cNvPr>
          <p:cNvSpPr>
            <a:spLocks noGrp="1"/>
          </p:cNvSpPr>
          <p:nvPr>
            <p:ph type="sldNum" sz="quarter" idx="12"/>
          </p:nvPr>
        </p:nvSpPr>
        <p:spPr/>
        <p:txBody>
          <a:bodyPr/>
          <a:lstStyle/>
          <a:p>
            <a:fld id="{D57F1E4F-1CFF-5643-939E-217C01CDF565}" type="slidenum">
              <a:rPr lang="en-US" dirty="0"/>
              <a:pPr/>
              <a:t>5</a:t>
            </a:fld>
            <a:endParaRPr lang="ja-JP" altLang="en-US"/>
          </a:p>
        </p:txBody>
      </p:sp>
    </p:spTree>
    <p:extLst>
      <p:ext uri="{BB962C8B-B14F-4D97-AF65-F5344CB8AC3E}">
        <p14:creationId xmlns:p14="http://schemas.microsoft.com/office/powerpoint/2010/main" val="6159734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687917E-27BA-CD8E-0180-6E8A9F86647E}"/>
              </a:ext>
            </a:extLst>
          </p:cNvPr>
          <p:cNvSpPr>
            <a:spLocks noGrp="1"/>
          </p:cNvSpPr>
          <p:nvPr>
            <p:ph type="title"/>
          </p:nvPr>
        </p:nvSpPr>
        <p:spPr/>
        <p:txBody>
          <a:bodyPr vert="horz" lIns="91440" tIns="45720" rIns="91440" bIns="45720" rtlCol="0" anchor="t">
            <a:normAutofit/>
          </a:bodyPr>
          <a:lstStyle/>
          <a:p>
            <a:pPr algn="l"/>
            <a:r>
              <a:rPr lang="ja-JP" altLang="en-US">
                <a:ea typeface="HGｺﾞｼｯｸM"/>
              </a:rPr>
              <a:t>目的</a:t>
            </a:r>
            <a:endParaRPr lang="ja-JP" altLang="en-US"/>
          </a:p>
        </p:txBody>
      </p:sp>
      <p:sp>
        <p:nvSpPr>
          <p:cNvPr id="3" name="コンテンツ プレースホルダー 2">
            <a:extLst>
              <a:ext uri="{FF2B5EF4-FFF2-40B4-BE49-F238E27FC236}">
                <a16:creationId xmlns:a16="http://schemas.microsoft.com/office/drawing/2014/main" id="{9B3E204D-FACE-7871-30B7-74D3A5F9CB8C}"/>
              </a:ext>
            </a:extLst>
          </p:cNvPr>
          <p:cNvSpPr>
            <a:spLocks noGrp="1"/>
          </p:cNvSpPr>
          <p:nvPr>
            <p:ph idx="1"/>
          </p:nvPr>
        </p:nvSpPr>
        <p:spPr>
          <a:xfrm>
            <a:off x="1484310" y="1750217"/>
            <a:ext cx="10018713" cy="2338388"/>
          </a:xfrm>
        </p:spPr>
        <p:txBody>
          <a:bodyPr vert="horz" lIns="91440" tIns="45720" rIns="91440" bIns="45720" rtlCol="0" anchor="t">
            <a:normAutofit/>
          </a:bodyPr>
          <a:lstStyle/>
          <a:p>
            <a:pPr marL="342900" indent="-342900">
              <a:buClr>
                <a:srgbClr val="8BB434">
                  <a:lumMod val="75000"/>
                </a:srgbClr>
              </a:buClr>
            </a:pPr>
            <a:r>
              <a:rPr lang="ja-JP" altLang="en-US">
                <a:ea typeface="HGｺﾞｼｯｸM"/>
              </a:rPr>
              <a:t>下図のようにトレーに設置されているスローアウェイバイトのチップ</a:t>
            </a:r>
            <a:endParaRPr lang="ja-JP">
              <a:ea typeface="HGｺﾞｼｯｸM"/>
            </a:endParaRPr>
          </a:p>
          <a:p>
            <a:pPr marL="0" indent="0">
              <a:buNone/>
            </a:pPr>
            <a:r>
              <a:rPr lang="ja-JP" altLang="en-US">
                <a:ea typeface="HGｺﾞｼｯｸM"/>
              </a:rPr>
              <a:t>の角度と穴の位置を正確に検出する。</a:t>
            </a:r>
          </a:p>
          <a:p>
            <a:pPr marL="342900" indent="-342900"/>
            <a:endParaRPr lang="ja-JP" altLang="en-US">
              <a:ea typeface="HGｺﾞｼｯｸM"/>
            </a:endParaRPr>
          </a:p>
          <a:p>
            <a:pPr marL="342900" indent="-342900">
              <a:buClr>
                <a:srgbClr val="688727"/>
              </a:buClr>
            </a:pPr>
            <a:r>
              <a:rPr lang="ja-JP" altLang="en-US">
                <a:ea typeface="HGｺﾞｼｯｸM"/>
              </a:rPr>
              <a:t>カメラを通じてリアルタイムに検出できるシステムの開発を行う。</a:t>
            </a:r>
          </a:p>
          <a:p>
            <a:pPr marL="342900" indent="-342900">
              <a:buClr>
                <a:srgbClr val="688727"/>
              </a:buClr>
            </a:pPr>
            <a:endParaRPr lang="ja-JP" altLang="en-US">
              <a:ea typeface="HGｺﾞｼｯｸM"/>
            </a:endParaRPr>
          </a:p>
          <a:p>
            <a:pPr marL="0" indent="0">
              <a:buClr>
                <a:srgbClr val="8BB434">
                  <a:lumMod val="75000"/>
                </a:srgbClr>
              </a:buClr>
              <a:buNone/>
            </a:pPr>
            <a:endParaRPr lang="ja-JP" altLang="en-US">
              <a:ea typeface="HGｺﾞｼｯｸM"/>
            </a:endParaRPr>
          </a:p>
          <a:p>
            <a:pPr marL="0" indent="0">
              <a:buNone/>
            </a:pPr>
            <a:endParaRPr lang="ja-JP" altLang="en-US">
              <a:ea typeface="HGｺﾞｼｯｸM"/>
            </a:endParaRPr>
          </a:p>
          <a:p>
            <a:pPr marL="0" indent="0">
              <a:buNone/>
            </a:pPr>
            <a:endParaRPr lang="ja-JP" altLang="en-US">
              <a:ea typeface="HGｺﾞｼｯｸM"/>
            </a:endParaRPr>
          </a:p>
        </p:txBody>
      </p:sp>
      <p:pic>
        <p:nvPicPr>
          <p:cNvPr id="4" name="図 3">
            <a:extLst>
              <a:ext uri="{FF2B5EF4-FFF2-40B4-BE49-F238E27FC236}">
                <a16:creationId xmlns:a16="http://schemas.microsoft.com/office/drawing/2014/main" id="{74AD1188-F280-3E47-BDB5-610277F74F6B}"/>
              </a:ext>
            </a:extLst>
          </p:cNvPr>
          <p:cNvPicPr>
            <a:picLocks noChangeAspect="1"/>
          </p:cNvPicPr>
          <p:nvPr/>
        </p:nvPicPr>
        <p:blipFill>
          <a:blip r:embed="rId2"/>
          <a:stretch>
            <a:fillRect/>
          </a:stretch>
        </p:blipFill>
        <p:spPr>
          <a:xfrm>
            <a:off x="4807744" y="4235371"/>
            <a:ext cx="2576513" cy="2447290"/>
          </a:xfrm>
          <a:prstGeom prst="rect">
            <a:avLst/>
          </a:prstGeom>
        </p:spPr>
      </p:pic>
      <p:sp>
        <p:nvSpPr>
          <p:cNvPr id="5" name="スライド番号プレースホルダー 4">
            <a:extLst>
              <a:ext uri="{FF2B5EF4-FFF2-40B4-BE49-F238E27FC236}">
                <a16:creationId xmlns:a16="http://schemas.microsoft.com/office/drawing/2014/main" id="{9F84C8E3-E7CC-EDFD-94A6-89275E242B7C}"/>
              </a:ext>
            </a:extLst>
          </p:cNvPr>
          <p:cNvSpPr>
            <a:spLocks noGrp="1"/>
          </p:cNvSpPr>
          <p:nvPr>
            <p:ph type="sldNum" sz="quarter" idx="12"/>
          </p:nvPr>
        </p:nvSpPr>
        <p:spPr/>
        <p:txBody>
          <a:bodyPr/>
          <a:lstStyle/>
          <a:p>
            <a:fld id="{D57F1E4F-1CFF-5643-939E-217C01CDF565}" type="slidenum">
              <a:rPr lang="en-US" dirty="0"/>
              <a:pPr/>
              <a:t>6</a:t>
            </a:fld>
            <a:endParaRPr lang="ja-JP" altLang="en-US"/>
          </a:p>
        </p:txBody>
      </p:sp>
    </p:spTree>
    <p:extLst>
      <p:ext uri="{BB962C8B-B14F-4D97-AF65-F5344CB8AC3E}">
        <p14:creationId xmlns:p14="http://schemas.microsoft.com/office/powerpoint/2010/main" val="27457191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D203783-699C-B658-2830-CECFB0D98F5D}"/>
              </a:ext>
            </a:extLst>
          </p:cNvPr>
          <p:cNvSpPr>
            <a:spLocks noGrp="1"/>
          </p:cNvSpPr>
          <p:nvPr>
            <p:ph type="title"/>
          </p:nvPr>
        </p:nvSpPr>
        <p:spPr/>
        <p:txBody>
          <a:bodyPr vert="horz" lIns="91440" tIns="45720" rIns="91440" bIns="45720" rtlCol="0" anchor="t">
            <a:normAutofit/>
          </a:bodyPr>
          <a:lstStyle/>
          <a:p>
            <a:pPr algn="l"/>
            <a:r>
              <a:rPr lang="ja-JP" altLang="en-US">
                <a:ea typeface="HGｺﾞｼｯｸM"/>
              </a:rPr>
              <a:t>研究概要</a:t>
            </a:r>
            <a:endParaRPr lang="ja-JP"/>
          </a:p>
        </p:txBody>
      </p:sp>
      <p:sp>
        <p:nvSpPr>
          <p:cNvPr id="3" name="コンテンツ プレースホルダー 2">
            <a:extLst>
              <a:ext uri="{FF2B5EF4-FFF2-40B4-BE49-F238E27FC236}">
                <a16:creationId xmlns:a16="http://schemas.microsoft.com/office/drawing/2014/main" id="{83CD8AB0-CF06-7DED-38BA-516059C28748}"/>
              </a:ext>
            </a:extLst>
          </p:cNvPr>
          <p:cNvSpPr>
            <a:spLocks noGrp="1"/>
          </p:cNvSpPr>
          <p:nvPr>
            <p:ph idx="1"/>
          </p:nvPr>
        </p:nvSpPr>
        <p:spPr>
          <a:xfrm>
            <a:off x="1484310" y="2024061"/>
            <a:ext cx="10018713" cy="4148138"/>
          </a:xfrm>
        </p:spPr>
        <p:txBody>
          <a:bodyPr vert="horz" lIns="91440" tIns="45720" rIns="91440" bIns="45720" rtlCol="0" anchor="t">
            <a:normAutofit/>
          </a:bodyPr>
          <a:lstStyle/>
          <a:p>
            <a:pPr marL="342900" indent="-342900"/>
            <a:r>
              <a:rPr lang="ja-JP" altLang="en-US">
                <a:ea typeface="HGｺﾞｼｯｸM"/>
              </a:rPr>
              <a:t>チップの検出には物体検知に用いられるCNN</a:t>
            </a:r>
            <a:r>
              <a:rPr lang="ja-JP">
                <a:ea typeface="+mn-lt"/>
                <a:cs typeface="+mn-lt"/>
              </a:rPr>
              <a:t>（Convolutional Neural Networks）</a:t>
            </a:r>
            <a:r>
              <a:rPr lang="ja-JP" altLang="en-US">
                <a:ea typeface="HGｺﾞｼｯｸM"/>
              </a:rPr>
              <a:t>を利用して検出システムを作成していく。</a:t>
            </a:r>
            <a:endParaRPr lang="ja-JP" altLang="en-US">
              <a:ea typeface="HGｺﾞｼｯｸM" panose="020B0609000000000000" pitchFamily="49" charset="-128"/>
            </a:endParaRPr>
          </a:p>
          <a:p>
            <a:pPr marL="0" indent="0">
              <a:buNone/>
            </a:pPr>
            <a:endParaRPr lang="ja-JP" altLang="en-US">
              <a:ea typeface="HGｺﾞｼｯｸM"/>
            </a:endParaRPr>
          </a:p>
          <a:p>
            <a:pPr marL="342900" indent="-342900"/>
            <a:r>
              <a:rPr lang="ja-JP" altLang="en-US">
                <a:ea typeface="HGｺﾞｼｯｸM"/>
              </a:rPr>
              <a:t>最終的にはカメラを通じてリアルタイムでチップの角度を検出できるように開発を行っていく。</a:t>
            </a:r>
          </a:p>
          <a:p>
            <a:pPr marL="0" indent="0">
              <a:buNone/>
            </a:pPr>
            <a:endParaRPr lang="ja-JP" altLang="en-US">
              <a:ea typeface="HGｺﾞｼｯｸM"/>
            </a:endParaRPr>
          </a:p>
          <a:p>
            <a:pPr marL="0" indent="0">
              <a:buNone/>
            </a:pPr>
            <a:r>
              <a:rPr lang="ja-JP" altLang="en-US" sz="2000">
                <a:ea typeface="HGｺﾞｼｯｸM"/>
              </a:rPr>
              <a:t>　</a:t>
            </a:r>
            <a:r>
              <a:rPr lang="ja-JP" altLang="en-US" sz="2000" u="sng">
                <a:ea typeface="HGｺﾞｼｯｸM"/>
              </a:rPr>
              <a:t>物体検出アルゴリズム</a:t>
            </a:r>
            <a:endParaRPr lang="ja-JP" altLang="en-US" sz="2000" u="sng">
              <a:solidFill>
                <a:srgbClr val="000000"/>
              </a:solidFill>
              <a:ea typeface="HGｺﾞｼｯｸM"/>
            </a:endParaRPr>
          </a:p>
          <a:p>
            <a:pPr marL="514350" lvl="1" indent="0">
              <a:buClr>
                <a:srgbClr val="688727"/>
              </a:buClr>
              <a:buNone/>
            </a:pPr>
            <a:r>
              <a:rPr lang="ja-JP" altLang="en-US">
                <a:ea typeface="HGｺﾞｼｯｸM"/>
              </a:rPr>
              <a:t>CNNの他にも異なる性能、特徴を持つ様々なものが存在している。</a:t>
            </a:r>
          </a:p>
          <a:p>
            <a:pPr marL="514350" lvl="1" indent="0">
              <a:buNone/>
            </a:pPr>
            <a:r>
              <a:rPr lang="ja-JP" altLang="en-US">
                <a:ea typeface="HGｺﾞｼｯｸM"/>
              </a:rPr>
              <a:t>検証を行い適したアルゴリズムを探していく。</a:t>
            </a:r>
          </a:p>
          <a:p>
            <a:pPr marL="0" indent="0">
              <a:buNone/>
            </a:pPr>
            <a:endParaRPr lang="ja-JP" altLang="en-US">
              <a:ea typeface="HGｺﾞｼｯｸM"/>
            </a:endParaRPr>
          </a:p>
          <a:p>
            <a:pPr marL="0" indent="0">
              <a:buNone/>
            </a:pPr>
            <a:endParaRPr lang="ja-JP" altLang="en-US">
              <a:ea typeface="HGｺﾞｼｯｸM"/>
            </a:endParaRPr>
          </a:p>
        </p:txBody>
      </p:sp>
      <p:sp>
        <p:nvSpPr>
          <p:cNvPr id="4" name="スライド番号プレースホルダー 3">
            <a:extLst>
              <a:ext uri="{FF2B5EF4-FFF2-40B4-BE49-F238E27FC236}">
                <a16:creationId xmlns:a16="http://schemas.microsoft.com/office/drawing/2014/main" id="{7CB5B0F8-D698-7E35-543A-5A742C305C12}"/>
              </a:ext>
            </a:extLst>
          </p:cNvPr>
          <p:cNvSpPr>
            <a:spLocks noGrp="1"/>
          </p:cNvSpPr>
          <p:nvPr>
            <p:ph type="sldNum" sz="quarter" idx="12"/>
          </p:nvPr>
        </p:nvSpPr>
        <p:spPr/>
        <p:txBody>
          <a:bodyPr/>
          <a:lstStyle/>
          <a:p>
            <a:fld id="{D57F1E4F-1CFF-5643-939E-217C01CDF565}" type="slidenum">
              <a:rPr lang="en-US" dirty="0"/>
              <a:pPr/>
              <a:t>7</a:t>
            </a:fld>
            <a:endParaRPr lang="ja-JP" altLang="en-US"/>
          </a:p>
        </p:txBody>
      </p:sp>
    </p:spTree>
    <p:extLst>
      <p:ext uri="{BB962C8B-B14F-4D97-AF65-F5344CB8AC3E}">
        <p14:creationId xmlns:p14="http://schemas.microsoft.com/office/powerpoint/2010/main" val="3103411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3FE2F8-38EE-B0F0-B0A8-1B4B72AA0655}"/>
              </a:ext>
            </a:extLst>
          </p:cNvPr>
          <p:cNvSpPr>
            <a:spLocks noGrp="1"/>
          </p:cNvSpPr>
          <p:nvPr>
            <p:ph type="title"/>
          </p:nvPr>
        </p:nvSpPr>
        <p:spPr/>
        <p:txBody>
          <a:bodyPr vert="horz" lIns="91440" tIns="45720" rIns="91440" bIns="45720" rtlCol="0" anchor="t">
            <a:normAutofit/>
          </a:bodyPr>
          <a:lstStyle/>
          <a:p>
            <a:pPr algn="l"/>
            <a:r>
              <a:rPr lang="ja-JP" altLang="en-US">
                <a:ea typeface="HGｺﾞｼｯｸM"/>
              </a:rPr>
              <a:t>研究の現状</a:t>
            </a:r>
            <a:endParaRPr lang="ja-JP" altLang="en-US"/>
          </a:p>
        </p:txBody>
      </p:sp>
      <p:sp>
        <p:nvSpPr>
          <p:cNvPr id="3" name="コンテンツ プレースホルダー 2">
            <a:extLst>
              <a:ext uri="{FF2B5EF4-FFF2-40B4-BE49-F238E27FC236}">
                <a16:creationId xmlns:a16="http://schemas.microsoft.com/office/drawing/2014/main" id="{7E1762FD-0F78-8C58-BEF4-3CCEB3D6D1B6}"/>
              </a:ext>
            </a:extLst>
          </p:cNvPr>
          <p:cNvSpPr>
            <a:spLocks noGrp="1"/>
          </p:cNvSpPr>
          <p:nvPr>
            <p:ph idx="1"/>
          </p:nvPr>
        </p:nvSpPr>
        <p:spPr>
          <a:xfrm>
            <a:off x="1484310" y="2440780"/>
            <a:ext cx="10018713" cy="3124201"/>
          </a:xfrm>
        </p:spPr>
        <p:txBody>
          <a:bodyPr vert="horz" lIns="91440" tIns="45720" rIns="91440" bIns="45720" rtlCol="0" anchor="t">
            <a:normAutofit/>
          </a:bodyPr>
          <a:lstStyle/>
          <a:p>
            <a:pPr marL="342900" indent="-342900"/>
            <a:r>
              <a:rPr lang="ja-JP" altLang="en-US">
                <a:ea typeface="HGｺﾞｼｯｸM"/>
              </a:rPr>
              <a:t>CNNの環境構築と学習までを行った。</a:t>
            </a:r>
            <a:endParaRPr lang="ja-JP">
              <a:ea typeface="HGｺﾞｼｯｸM" panose="020B0609000000000000" pitchFamily="49" charset="-128"/>
            </a:endParaRPr>
          </a:p>
          <a:p>
            <a:pPr marL="342900" indent="-342900">
              <a:buClr>
                <a:srgbClr val="688727"/>
              </a:buClr>
            </a:pPr>
            <a:endParaRPr lang="ja-JP" altLang="en-US">
              <a:ea typeface="HGｺﾞｼｯｸM"/>
            </a:endParaRPr>
          </a:p>
          <a:p>
            <a:pPr marL="342900" indent="-342900">
              <a:buClr>
                <a:srgbClr val="688727"/>
              </a:buClr>
            </a:pPr>
            <a:r>
              <a:rPr lang="ja-JP" altLang="en-US">
                <a:ea typeface="HGｺﾞｼｯｸM"/>
              </a:rPr>
              <a:t>学習データ用の撮影システムの開発を行った。</a:t>
            </a:r>
            <a:endParaRPr lang="ja-JP">
              <a:ea typeface="HGｺﾞｼｯｸM"/>
            </a:endParaRPr>
          </a:p>
          <a:p>
            <a:pPr lvl="1">
              <a:buClr>
                <a:srgbClr val="688727"/>
              </a:buClr>
            </a:pPr>
            <a:r>
              <a:rPr lang="ja-JP" altLang="en-US">
                <a:ea typeface="HGｺﾞｼｯｸM"/>
              </a:rPr>
              <a:t>チップを１度ごとに回転させて撮影→OpenCVで画像処理</a:t>
            </a:r>
          </a:p>
          <a:p>
            <a:pPr marL="457200" lvl="1" indent="0">
              <a:buNone/>
            </a:pPr>
            <a:r>
              <a:rPr lang="ja-JP">
                <a:ea typeface="+mn-lt"/>
                <a:cs typeface="+mn-lt"/>
              </a:rPr>
              <a:t>▶</a:t>
            </a:r>
            <a:r>
              <a:rPr lang="ja-JP">
                <a:ea typeface="HGｺﾞｼｯｸM"/>
              </a:rPr>
              <a:t> </a:t>
            </a:r>
            <a:r>
              <a:rPr lang="ja-JP" altLang="en-US">
                <a:ea typeface="HGｺﾞｼｯｸM"/>
              </a:rPr>
              <a:t>OpenCVではバッファが残り正確に画像が撮影できない可能性があるため</a:t>
            </a:r>
            <a:endParaRPr lang="ja-JP">
              <a:ea typeface="HGｺﾞｼｯｸM" panose="020B0609000000000000" pitchFamily="49" charset="-128"/>
            </a:endParaRPr>
          </a:p>
          <a:p>
            <a:pPr marL="457200" lvl="1" indent="0">
              <a:buNone/>
            </a:pPr>
            <a:r>
              <a:rPr lang="ja-JP" altLang="en-US">
                <a:ea typeface="HGｺﾞｼｯｸM"/>
              </a:rPr>
              <a:t>  ｖ４ｌ２も検討している。　</a:t>
            </a:r>
            <a:endParaRPr lang="ja-JP">
              <a:ea typeface="HGｺﾞｼｯｸM"/>
            </a:endParaRPr>
          </a:p>
          <a:p>
            <a:pPr marL="0" indent="0">
              <a:buNone/>
            </a:pPr>
            <a:endParaRPr lang="ja-JP" altLang="en-US">
              <a:ea typeface="HGｺﾞｼｯｸM"/>
            </a:endParaRPr>
          </a:p>
        </p:txBody>
      </p:sp>
      <p:pic>
        <p:nvPicPr>
          <p:cNvPr id="5" name="図 4">
            <a:extLst>
              <a:ext uri="{FF2B5EF4-FFF2-40B4-BE49-F238E27FC236}">
                <a16:creationId xmlns:a16="http://schemas.microsoft.com/office/drawing/2014/main" id="{3270C7AB-359C-D765-A777-E418E9C5CFD3}"/>
              </a:ext>
            </a:extLst>
          </p:cNvPr>
          <p:cNvPicPr>
            <a:picLocks noChangeAspect="1"/>
          </p:cNvPicPr>
          <p:nvPr/>
        </p:nvPicPr>
        <p:blipFill>
          <a:blip r:embed="rId2"/>
          <a:stretch>
            <a:fillRect/>
          </a:stretch>
        </p:blipFill>
        <p:spPr>
          <a:xfrm>
            <a:off x="9124950" y="1276350"/>
            <a:ext cx="2359819" cy="3150394"/>
          </a:xfrm>
          <a:prstGeom prst="rect">
            <a:avLst/>
          </a:prstGeom>
        </p:spPr>
      </p:pic>
      <p:sp>
        <p:nvSpPr>
          <p:cNvPr id="4" name="スライド番号プレースホルダー 3">
            <a:extLst>
              <a:ext uri="{FF2B5EF4-FFF2-40B4-BE49-F238E27FC236}">
                <a16:creationId xmlns:a16="http://schemas.microsoft.com/office/drawing/2014/main" id="{7F80DD36-2841-0FFB-E273-4E2534FDC3AB}"/>
              </a:ext>
            </a:extLst>
          </p:cNvPr>
          <p:cNvSpPr>
            <a:spLocks noGrp="1"/>
          </p:cNvSpPr>
          <p:nvPr>
            <p:ph type="sldNum" sz="quarter" idx="12"/>
          </p:nvPr>
        </p:nvSpPr>
        <p:spPr/>
        <p:txBody>
          <a:bodyPr/>
          <a:lstStyle/>
          <a:p>
            <a:fld id="{D57F1E4F-1CFF-5643-939E-217C01CDF565}" type="slidenum">
              <a:rPr lang="en-US" dirty="0"/>
              <a:pPr/>
              <a:t>8</a:t>
            </a:fld>
            <a:endParaRPr lang="ja-JP" altLang="en-US"/>
          </a:p>
        </p:txBody>
      </p:sp>
    </p:spTree>
    <p:extLst>
      <p:ext uri="{BB962C8B-B14F-4D97-AF65-F5344CB8AC3E}">
        <p14:creationId xmlns:p14="http://schemas.microsoft.com/office/powerpoint/2010/main" val="31412489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3FE2F8-38EE-B0F0-B0A8-1B4B72AA0655}"/>
              </a:ext>
            </a:extLst>
          </p:cNvPr>
          <p:cNvSpPr>
            <a:spLocks noGrp="1"/>
          </p:cNvSpPr>
          <p:nvPr>
            <p:ph type="title"/>
          </p:nvPr>
        </p:nvSpPr>
        <p:spPr/>
        <p:txBody>
          <a:bodyPr vert="horz" lIns="91440" tIns="45720" rIns="91440" bIns="45720" rtlCol="0" anchor="t">
            <a:normAutofit/>
          </a:bodyPr>
          <a:lstStyle/>
          <a:p>
            <a:pPr algn="l"/>
            <a:r>
              <a:rPr lang="ja-JP" altLang="en-US">
                <a:ea typeface="HGｺﾞｼｯｸM"/>
              </a:rPr>
              <a:t>研究の現状</a:t>
            </a:r>
            <a:endParaRPr lang="ja-JP" altLang="en-US"/>
          </a:p>
        </p:txBody>
      </p:sp>
      <p:sp>
        <p:nvSpPr>
          <p:cNvPr id="3" name="コンテンツ プレースホルダー 2">
            <a:extLst>
              <a:ext uri="{FF2B5EF4-FFF2-40B4-BE49-F238E27FC236}">
                <a16:creationId xmlns:a16="http://schemas.microsoft.com/office/drawing/2014/main" id="{7E1762FD-0F78-8C58-BEF4-3CCEB3D6D1B6}"/>
              </a:ext>
            </a:extLst>
          </p:cNvPr>
          <p:cNvSpPr>
            <a:spLocks noGrp="1"/>
          </p:cNvSpPr>
          <p:nvPr>
            <p:ph idx="1"/>
          </p:nvPr>
        </p:nvSpPr>
        <p:spPr>
          <a:xfrm>
            <a:off x="1484310" y="2440780"/>
            <a:ext cx="10018713" cy="3124201"/>
          </a:xfrm>
        </p:spPr>
        <p:txBody>
          <a:bodyPr vert="horz" lIns="91440" tIns="45720" rIns="91440" bIns="45720" rtlCol="0" anchor="t">
            <a:normAutofit/>
          </a:bodyPr>
          <a:lstStyle/>
          <a:p>
            <a:pPr marL="342900" indent="-342900"/>
            <a:r>
              <a:rPr lang="ja-JP" altLang="en-US" u="sng">
                <a:ea typeface="HGｺﾞｼｯｸM"/>
              </a:rPr>
              <a:t>学習データについて</a:t>
            </a:r>
            <a:endParaRPr lang="ja-JP" altLang="en-US" u="sng">
              <a:ea typeface="HGｺﾞｼｯｸM" panose="020B0609000000000000" pitchFamily="49" charset="-128"/>
            </a:endParaRPr>
          </a:p>
          <a:p>
            <a:pPr marL="0" indent="0">
              <a:buClr>
                <a:srgbClr val="688727"/>
              </a:buClr>
              <a:buNone/>
            </a:pPr>
            <a:r>
              <a:rPr lang="ja-JP" altLang="en-US">
                <a:ea typeface="HGｺﾞｼｯｸM"/>
              </a:rPr>
              <a:t>　　</a:t>
            </a:r>
            <a:endParaRPr lang="ja-JP" altLang="en-US" b="1" u="sng">
              <a:ea typeface="HGｺﾞｼｯｸM"/>
            </a:endParaRPr>
          </a:p>
          <a:p>
            <a:pPr marL="0" indent="0">
              <a:buNone/>
            </a:pPr>
            <a:r>
              <a:rPr lang="ja-JP" altLang="en-US">
                <a:ea typeface="HGｺﾞｼｯｸM"/>
              </a:rPr>
              <a:t>　</a:t>
            </a:r>
            <a:r>
              <a:rPr lang="ja-JP" altLang="en-US" sz="2000">
                <a:ea typeface="HGｺﾞｼｯｸM"/>
              </a:rPr>
              <a:t>撮影デバイスで撮影したデータを中心点・外枠を取るデータ</a:t>
            </a:r>
          </a:p>
          <a:p>
            <a:pPr marL="0" indent="0">
              <a:buNone/>
            </a:pPr>
            <a:r>
              <a:rPr lang="ja-JP" altLang="en-US" sz="2000">
                <a:ea typeface="HGｺﾞｼｯｸM"/>
              </a:rPr>
              <a:t>としてOpenCVで処理している。</a:t>
            </a:r>
          </a:p>
          <a:p>
            <a:pPr marL="0" indent="0">
              <a:buNone/>
            </a:pPr>
            <a:r>
              <a:rPr lang="ja-JP" altLang="en-US" sz="2000">
                <a:ea typeface="HGｺﾞｼｯｸM"/>
              </a:rPr>
              <a:t>　▶工場での使用時、穴の中心に機材を入れ手作業するために</a:t>
            </a:r>
          </a:p>
          <a:p>
            <a:pPr marL="0" indent="0">
              <a:buNone/>
            </a:pPr>
            <a:r>
              <a:rPr lang="ja-JP" altLang="en-US" sz="2000">
                <a:ea typeface="HGｺﾞｼｯｸM"/>
              </a:rPr>
              <a:t>　中心点の正確な把握も必要</a:t>
            </a:r>
          </a:p>
        </p:txBody>
      </p:sp>
      <p:pic>
        <p:nvPicPr>
          <p:cNvPr id="5" name="図 4" descr="建物, 座る, フロント, 探す が含まれている画像&#10;&#10;説明は自動で生成されたものです">
            <a:extLst>
              <a:ext uri="{FF2B5EF4-FFF2-40B4-BE49-F238E27FC236}">
                <a16:creationId xmlns:a16="http://schemas.microsoft.com/office/drawing/2014/main" id="{BAF585C6-08BB-2BE1-B49A-CA0780B6E6FF}"/>
              </a:ext>
            </a:extLst>
          </p:cNvPr>
          <p:cNvPicPr>
            <a:picLocks noChangeAspect="1"/>
          </p:cNvPicPr>
          <p:nvPr/>
        </p:nvPicPr>
        <p:blipFill>
          <a:blip r:embed="rId2"/>
          <a:stretch>
            <a:fillRect/>
          </a:stretch>
        </p:blipFill>
        <p:spPr>
          <a:xfrm>
            <a:off x="9558336" y="4468896"/>
            <a:ext cx="1790703" cy="1813552"/>
          </a:xfrm>
          <a:prstGeom prst="rect">
            <a:avLst/>
          </a:prstGeom>
        </p:spPr>
      </p:pic>
      <p:pic>
        <p:nvPicPr>
          <p:cNvPr id="6" name="図 5" descr="アイコン&#10;&#10;説明は自動で生成されたものです">
            <a:extLst>
              <a:ext uri="{FF2B5EF4-FFF2-40B4-BE49-F238E27FC236}">
                <a16:creationId xmlns:a16="http://schemas.microsoft.com/office/drawing/2014/main" id="{91D6E711-1911-E817-29D4-58F0C1B8CD81}"/>
              </a:ext>
            </a:extLst>
          </p:cNvPr>
          <p:cNvPicPr>
            <a:picLocks noChangeAspect="1"/>
          </p:cNvPicPr>
          <p:nvPr/>
        </p:nvPicPr>
        <p:blipFill>
          <a:blip r:embed="rId3"/>
          <a:stretch>
            <a:fillRect/>
          </a:stretch>
        </p:blipFill>
        <p:spPr>
          <a:xfrm>
            <a:off x="9558337" y="2325771"/>
            <a:ext cx="1790701" cy="1670677"/>
          </a:xfrm>
          <a:prstGeom prst="rect">
            <a:avLst/>
          </a:prstGeom>
        </p:spPr>
      </p:pic>
      <p:sp>
        <p:nvSpPr>
          <p:cNvPr id="4" name="スライド番号プレースホルダー 3">
            <a:extLst>
              <a:ext uri="{FF2B5EF4-FFF2-40B4-BE49-F238E27FC236}">
                <a16:creationId xmlns:a16="http://schemas.microsoft.com/office/drawing/2014/main" id="{951E67B3-C00C-09D7-EDDE-7AD61C40B589}"/>
              </a:ext>
            </a:extLst>
          </p:cNvPr>
          <p:cNvSpPr>
            <a:spLocks noGrp="1"/>
          </p:cNvSpPr>
          <p:nvPr>
            <p:ph type="sldNum" sz="quarter" idx="12"/>
          </p:nvPr>
        </p:nvSpPr>
        <p:spPr/>
        <p:txBody>
          <a:bodyPr/>
          <a:lstStyle/>
          <a:p>
            <a:fld id="{D57F1E4F-1CFF-5643-939E-217C01CDF565}" type="slidenum">
              <a:rPr lang="en-US" dirty="0"/>
              <a:pPr/>
              <a:t>9</a:t>
            </a:fld>
            <a:endParaRPr lang="ja-JP" altLang="en-US"/>
          </a:p>
        </p:txBody>
      </p:sp>
    </p:spTree>
    <p:extLst>
      <p:ext uri="{BB962C8B-B14F-4D97-AF65-F5344CB8AC3E}">
        <p14:creationId xmlns:p14="http://schemas.microsoft.com/office/powerpoint/2010/main" val="3538797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7609093-8084-3E02-0FC6-580FB41966AC}"/>
              </a:ext>
            </a:extLst>
          </p:cNvPr>
          <p:cNvSpPr>
            <a:spLocks noGrp="1"/>
          </p:cNvSpPr>
          <p:nvPr>
            <p:ph type="title"/>
          </p:nvPr>
        </p:nvSpPr>
        <p:spPr/>
        <p:txBody>
          <a:bodyPr vert="horz" lIns="91440" tIns="45720" rIns="91440" bIns="45720" rtlCol="0" anchor="t">
            <a:normAutofit/>
          </a:bodyPr>
          <a:lstStyle/>
          <a:p>
            <a:pPr algn="l"/>
            <a:r>
              <a:rPr lang="ja-JP" altLang="en-US">
                <a:ea typeface="HGｺﾞｼｯｸM"/>
              </a:rPr>
              <a:t>今後の方針</a:t>
            </a:r>
            <a:endParaRPr lang="ja-JP" altLang="en-US"/>
          </a:p>
        </p:txBody>
      </p:sp>
      <p:sp>
        <p:nvSpPr>
          <p:cNvPr id="3" name="コンテンツ プレースホルダー 2">
            <a:extLst>
              <a:ext uri="{FF2B5EF4-FFF2-40B4-BE49-F238E27FC236}">
                <a16:creationId xmlns:a16="http://schemas.microsoft.com/office/drawing/2014/main" id="{9E16962D-2373-F443-AA4A-AC35EE4C0BC5}"/>
              </a:ext>
            </a:extLst>
          </p:cNvPr>
          <p:cNvSpPr>
            <a:spLocks noGrp="1"/>
          </p:cNvSpPr>
          <p:nvPr>
            <p:ph idx="1"/>
          </p:nvPr>
        </p:nvSpPr>
        <p:spPr>
          <a:xfrm>
            <a:off x="1543841" y="1869280"/>
            <a:ext cx="10018713" cy="3124201"/>
          </a:xfrm>
        </p:spPr>
        <p:txBody>
          <a:bodyPr vert="horz" lIns="91440" tIns="45720" rIns="91440" bIns="45720" rtlCol="0" anchor="t">
            <a:normAutofit/>
          </a:bodyPr>
          <a:lstStyle/>
          <a:p>
            <a:pPr marL="342900" indent="-342900"/>
            <a:r>
              <a:rPr lang="ja-JP" altLang="en-US">
                <a:ea typeface="HGｺﾞｼｯｸM"/>
              </a:rPr>
              <a:t>検出精度向上のために今後も学習データの拡充を行っていく。</a:t>
            </a:r>
            <a:endParaRPr lang="ja-JP"/>
          </a:p>
          <a:p>
            <a:pPr marL="0" indent="0">
              <a:buNone/>
            </a:pPr>
            <a:endParaRPr lang="ja-JP" altLang="en-US">
              <a:ea typeface="HGｺﾞｼｯｸM"/>
            </a:endParaRPr>
          </a:p>
          <a:p>
            <a:pPr marL="342900" indent="-342900"/>
            <a:r>
              <a:rPr lang="ja-JP" altLang="en-US">
                <a:ea typeface="HGｺﾞｼｯｸM"/>
              </a:rPr>
              <a:t>下図のチップを用いて検出を行っているが、他のチップに対しても同様の精度で検出できるように開発を行っていく。</a:t>
            </a:r>
          </a:p>
        </p:txBody>
      </p:sp>
      <p:pic>
        <p:nvPicPr>
          <p:cNvPr id="5" name="図 4">
            <a:extLst>
              <a:ext uri="{FF2B5EF4-FFF2-40B4-BE49-F238E27FC236}">
                <a16:creationId xmlns:a16="http://schemas.microsoft.com/office/drawing/2014/main" id="{2798E1A9-AF63-74BD-274E-00D8E6CAD490}"/>
              </a:ext>
            </a:extLst>
          </p:cNvPr>
          <p:cNvPicPr>
            <a:picLocks noChangeAspect="1"/>
          </p:cNvPicPr>
          <p:nvPr/>
        </p:nvPicPr>
        <p:blipFill>
          <a:blip r:embed="rId2"/>
          <a:stretch>
            <a:fillRect/>
          </a:stretch>
        </p:blipFill>
        <p:spPr>
          <a:xfrm>
            <a:off x="5450681" y="4344731"/>
            <a:ext cx="2076451" cy="2097599"/>
          </a:xfrm>
          <a:prstGeom prst="rect">
            <a:avLst/>
          </a:prstGeom>
        </p:spPr>
      </p:pic>
      <p:sp>
        <p:nvSpPr>
          <p:cNvPr id="4" name="スライド番号プレースホルダー 3">
            <a:extLst>
              <a:ext uri="{FF2B5EF4-FFF2-40B4-BE49-F238E27FC236}">
                <a16:creationId xmlns:a16="http://schemas.microsoft.com/office/drawing/2014/main" id="{69B0B439-AB0C-BFBB-0191-D27DD8E559DF}"/>
              </a:ext>
            </a:extLst>
          </p:cNvPr>
          <p:cNvSpPr>
            <a:spLocks noGrp="1"/>
          </p:cNvSpPr>
          <p:nvPr>
            <p:ph type="sldNum" sz="quarter" idx="12"/>
          </p:nvPr>
        </p:nvSpPr>
        <p:spPr/>
        <p:txBody>
          <a:bodyPr/>
          <a:lstStyle/>
          <a:p>
            <a:fld id="{D57F1E4F-1CFF-5643-939E-217C01CDF565}" type="slidenum">
              <a:rPr lang="en-US" dirty="0"/>
              <a:pPr/>
              <a:t>10</a:t>
            </a:fld>
            <a:endParaRPr lang="ja-JP" altLang="en-US"/>
          </a:p>
        </p:txBody>
      </p:sp>
    </p:spTree>
    <p:extLst>
      <p:ext uri="{BB962C8B-B14F-4D97-AF65-F5344CB8AC3E}">
        <p14:creationId xmlns:p14="http://schemas.microsoft.com/office/powerpoint/2010/main" val="50359997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8BB434"/>
      </a:accent1>
      <a:accent2>
        <a:srgbClr val="33A583"/>
      </a:accent2>
      <a:accent3>
        <a:srgbClr val="3594B4"/>
      </a:accent3>
      <a:accent4>
        <a:srgbClr val="6063B4"/>
      </a:accent4>
      <a:accent5>
        <a:srgbClr val="D35731"/>
      </a:accent5>
      <a:accent6>
        <a:srgbClr val="EBAC4B"/>
      </a:accent6>
      <a:hlink>
        <a:srgbClr val="65AD30"/>
      </a:hlink>
      <a:folHlink>
        <a:srgbClr val="8ED25B"/>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1A9F9826-882C-40B9-8F38-5A3B8CFD196D}"/>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10</Slides>
  <Notes>0</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Parallax</vt:lpstr>
      <vt:lpstr>ディープラーニングを用いた スローアウェイバイトのチップの角度検出</vt:lpstr>
      <vt:lpstr>背景</vt:lpstr>
      <vt:lpstr>背景</vt:lpstr>
      <vt:lpstr>背景</vt:lpstr>
      <vt:lpstr>背景</vt:lpstr>
      <vt:lpstr>目的</vt:lpstr>
      <vt:lpstr>研究概要</vt:lpstr>
      <vt:lpstr>研究の現状</vt:lpstr>
      <vt:lpstr>研究の現状</vt:lpstr>
      <vt:lpstr>今後の方針</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
  <cp:revision>1</cp:revision>
  <dcterms:created xsi:type="dcterms:W3CDTF">2023-10-05T01:55:39Z</dcterms:created>
  <dcterms:modified xsi:type="dcterms:W3CDTF">2023-10-12T00:24:20Z</dcterms:modified>
</cp:coreProperties>
</file>